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86371" autoAdjust="0"/>
  </p:normalViewPr>
  <p:slideViewPr>
    <p:cSldViewPr snapToGrid="0">
      <p:cViewPr>
        <p:scale>
          <a:sx n="91" d="100"/>
          <a:sy n="91" d="100"/>
        </p:scale>
        <p:origin x="122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39.3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95 31 64 0,'0'-10'38'15,"0"0"-28"-15,0 4 6 16,0 1 6-16,0 3-7 15,0 2 9-15,0-2-6 16,0 0 8-16,0 2 16 16,0 0-20-16,0 0-9 15,0 0 16-15,0 0-9 0,0 0-8 16,0 0 0 0,0 0-2-16,0 0 13 15,0 0-19-15,0 0 10 0,0 16 0 16,0 2-4-16,0 3 0 15,0 2-5-15,0 2 0 16,0 3 4-16,0 0-12 16,-5 4 3-16,4-3 7 15,-2-3-7-15,2 2 2 16,1-4-2-16,-3-4 0 16,1 1 6-16,-2-4-9 15,1 1 0-15,-1 0 11 16,2-8-10-16,0 3 2 0,-1-6 0 15,3 1-2 1,0-4 7-16,0-1-10 0,0 4 0 16,0-5 12-16,0 7-10 15,0-1 4-15,0-2-2 16,0-1 0-16,0 1 4 16,0-1-6-16,0-4-2 15,0 1 8-15,3 1-10 16,-1-3 4-16,-2 1-6 15,2-1-7-15,-2 0 3 16,0 0-49-16,0 0-61 16</inkml:trace>
  <inkml:trace contextRef="#ctx0" brushRef="#br0" timeOffset="764">0 76 156 0,'0'-10'13'0,"0"-3"-12"16,9 4 12-16,5 3 2 15,6 1-5-15,-1 0 7 16,1 0-11-16,2 3 4 16,-3-2-3-16,3 2 3 15,1 1 1-15,1 1 0 16,-2 0-1-16,-1 0 5 16,-5 0-10-16,-4 0 2 15,2 5-1-15,-6 9-1 16,3 6 1-16,-5-1-2 15,-1-2-3-15,-4 1 19 16,-1-4-14-16,0-1 6 0,0-1-11 16,0 0 12-16,0-3 1 15,0 3-12-15,-6 0-4 16,-6-1 14-16,-8 2-17 16,-3-1 5-16,-9 0-1 15,1-2-2-15,-1-5 3 16,3-1-7-16,5-4 0 15,10 0 13-15,2 0-18 16,6 0-8-16,1 0-2 16,3 0-40-16,2 0-24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51.13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 26 181 0,'-2'8'256'15,"-1"-8"-267"-15,3 0 17 16,0 0 7-16,0-2 4 16,9-7-11-16,-2 2-8 15,0 2 14-15,-4 1-15 16,-3-1 1-16,0 5 8 15,0-2-10-15,0 2 3 16,0 0-29-16,0 0-51 16,0 0-55-16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51.36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0 353 0,'0'0'23'0,"0"0"-16"16,0 0 31-16,11 0-3 15,-5 0-21-15,0 0-8 16,-3 0-1-16,-3 0-7 15,0 0 2-15,0 0-30 0,0 0-100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49.43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218 64 379 0,'-9'0'7'15,"-1"11"4"-15,10 7 18 16,0 4-2-16,0 0-5 16,0 8-8-16,0-1 4 15,0 1-9-15,0 1 1 0,0 4 5 16,0-4-13-16,0-1 3 15,0-3-8-15,0-4 3 16,0-2 6-16,0-4-9 16,0-1-2-16,0-5 5 15,0-3-14-15,0-4-10 16,0-2-34-16,0-2-67 16,7 0-86-16</inkml:trace>
  <inkml:trace contextRef="#ctx0" brushRef="#br0" timeOffset="187">371 58 274 0,'0'-2'-9'16,"-1"2"-5"-16,1 0 12 15,-7 0-7-15,-4 0-40 16,6 6-142-16</inkml:trace>
  <inkml:trace contextRef="#ctx0" brushRef="#br0" timeOffset="906">98 523 191 0,'2'0'21'15,"4"0"31"-15,1 0 6 16,-1 0-17-16,-2 0-11 16,-1 0 8-16,-3 0-29 15,0 0 7-15,0 0-8 0,0 0-5 16,0 1 6-16,0 8-10 15,0 0-6 1,0-1 8-16,-5-1-15 0,1-2 6 16,4-1-3-16,0-4 1 15,0 1 13-15,0 1 2 16,0-2-2-16,0 0 12 16,0 0-11-16,0 0 8 15,9 0-2-15,11 0-2 16,4 0-2-16,7 0-7 0,2-3 0 15,-1-6 9 1,3 0-11-16,-5 3 4 0,0 0-2 16,-4 1 2-16,-4 1 1 15,-3 1-4-15,-4 2-3 16,-4 1 14-16,-4 0-13 16,-3-2 1-16,-4-1-5 15,0 0-29-15,0-4-48 16,0-1-86-16</inkml:trace>
  <inkml:trace contextRef="#ctx0" brushRef="#br0" timeOffset="1318">17 4 348 0,'-9'0'-6'16,"1"0"4"-16,8 0 22 15,0 0-10-15,7 0 12 0,14 0 3 16,1 0-6 0,2 0-3-16,0 0-1 0,-3 0-6 15,6 0 6 1,0 0-16-16,3 0 0 0,5 0 2 16,-1 0 2-16,4 7 0 15,-4 1-6-15,-7 0-1 16,-7 0 11-16,-4-2-12 15,-6 0-1-15,-6-2-4 16,-1-3-36-16,-1 0-84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45.55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169 257 170 0,'-9'0'44'16,"2"0"-23"-16,3-4 28 15,4 4-13-15,0 0-12 16,0 0-9-16,0 0-5 0,0 0 17 16,0 0-14-16,0 7 4 15,0 15 1-15,0 1-9 16,0 2-3-16,0-3-3 16,0-5-5-16,0 0 8 15,0-8-12-15,0-3 1 16,7-3 12-16,-1 0-12 15,5-3 6-15,1 0-2 16,2 0 1-16,3-6 2 16,3-9-5-16,1-3-4 15,-1 0 13-15,-3-2-9 16,-1 0 1-16,-2-1 1 16,0 0 0-16,-4 4 5 0,-1-3-7 15,-3 5 1-15,1 1 11 16,-6 3-12-16,2 2 7 15,-3 2-2-15,0-1-1 16,0 2 4-16,0 3-7 16,0 1-1-16,0 2 12 15,0 0-11-15,0 0 4 16,0 0-3-16,0 0 1 16,0 5 11-16,3 16-9 15,-2 3-3-15,1 4 12 16,3-2-12-16,-1 1 2 15,0 1-2-15,3 4 0 16,0-2 3-16,-4 3-8 16,3 0-1-16,-3-1 13 15,-3-1-12-15,2-1 2 0,-2-3-2 16,0-1 3-16,0-3 2 16,0-3-5-16,0-5 2 15,0 0 9-15,0-7-11 16,0-5 5-16,0-1-1 15,0-2-2-15,0 0 8 16,0-2-9-16,5-15 4 16,3-1 4-16,-3 2-15 15,-1 9-1-15,-4 3-4 16,0 4-38-16,0 0-31 0,-4 0-42 16</inkml:trace>
  <inkml:trace contextRef="#ctx0" brushRef="#br0" timeOffset="1361">41 54 117 0,'0'-4'61'0,"0"-1"-47"16,0 5 3-16,0 0 11 0,0-2 6 15,0 2-21-15,0 0 2 16,0 0 6-16,0 0-2 16,0 0-3-16,0 2 9 15,0 17-9-15,-3 4 11 16,2 5-15-16,-1 3-1 16,-3 5-2-16,3-5-6 15,0 5 2-15,0-1-2 16,2-4-5-16,-2 1 11 15,2-4-15-15,0 0 4 16,0-1 5-16,0-2-4 16,0 0 1-16,-2-3-2 0,-3-1 2 15,1-2 5-15,0-5-9 16,2-2-3 0,0-5 8-16,-1-1-3 0,3-1 1 15,0-4-9-15,0-1 0 16,0 0 11-16,0 0-10 15,0 0 9-15,0 0 9 16,0-6-11-16,0-6 4 16,0-3-3-16,0 0 0 15,0-1 8-15,0-1-12 16,5-1 3-16,-3 1 6 16,2-1-6-16,0-1 2 15,1-3 1-15,-1 2-6 16,2 3 14-16,2 6-14 0,1 1 2 15,0 3 8-15,0 2-6 16,-3 4 2-16,0-2-2 16,-3 3-1-16,1 0 14 15,1 0-17-15,-1 0-1 16,0 3 11-16,1 8-3 16,2 2 2-16,-3-1-4 15,0 2-1-15,2-1 7 16,-1 0-8-16,-1 1-2 15,3 2 10-15,-3 0-11 16,0-4 9-16,1 0-7 16,-1-6 2-16,0 1 5 15,0-4-19-15,1 0-4 0,-4-3-28 16,7 0-57-16</inkml:trace>
  <inkml:trace contextRef="#ctx0" brushRef="#br0" timeOffset="2381">734 200 181 0,'0'-6'23'16,"-3"0"-9"-16,0 5 32 15,-1-2-2-15,0 1-29 16,-5 2-5-16,1 0-2 15,-3 0 4-15,0 0 5 16,-2 0-3-16,-2 0-10 16,0 5 18-16,2 2-16 0,-1 1-3 15,5 0-2-15,4 4-1 16,0 0 3-16,3 1-7 16,2-2-5-16,0 1 8 15,0 0-7-15,0-1 7 16,9 1-6-16,6-2 13 15,5-1-9-15,-1 0 0 16,5 0-2-16,-3-1 13 16,1-2-12-16,-5 2 5 15,-2-4 0-15,-6 2-1 16,-3-3 3-16,-6 1-1 16,0 1 6-16,0 0 22 15,-15 2-28-15,-4 4 5 0,-6-3-1 16,9-1 2-16,1-5 0 15,2-2-6-15,2 0-2 16,-2 0 10-16,4 0-15 16,3-9 5-16,1 2-6 15,5 4-1-15,0 0-8 16,-2 3-15-16,0 0-24 16,0 0-40-16,2 0-89 15</inkml:trace>
  <inkml:trace contextRef="#ctx0" brushRef="#br0" timeOffset="2693">886 202 235 0,'-7'-6'103'16,"3"4"-104"-16,4 2 25 16,0 0 11-16,0 0-10 15,0 2-2-15,0 14-7 16,0 2-9-16,0-1 14 16,3 2-21-16,-2-1 1 0,2 0 0 15,-3-1 0 1,2-3-2-16,-2-5-6 0,0-1-9 15,0-4 1-15,0-4-49 16,0 0-46-16</inkml:trace>
  <inkml:trace contextRef="#ctx0" brushRef="#br0" timeOffset="2892">965 25 270 0,'0'-8'13'16,"0"5"5"-16,6-1 6 0,-3-1-12 16,0 2-11-16,0 1-27 15,-2 2-79-15</inkml:trace>
  <inkml:trace contextRef="#ctx0" brushRef="#br0" timeOffset="3461">1203 188 151 0,'-4'0'131'0,"4"0"-141"15,0 0 15-15,0 0 26 16,0 0-15-16,0 0-6 16,0 0 4-16,-1 0 8 15,-6 0 5-15,-6 0-17 16,0 0 12-16,-5 8-11 16,1 9-1-16,4 1-2 15,2 4-6-15,5-3-4 16,3 1 13-16,3-1-16 0,0-1 3 15,0-3 5 1,0-1-6-16,7-3 1 0,6-1-5 16,3-3 0-16,3-4 11 15,4-3-14-15,1 0 9 16,2 0 0-16,-9-3-7 16,-3-12 8-16,-2 0 0 15,-1-3-1-15,2-1 8 16,2-1-12-16,1 3 4 15,-2 1 7-15,-3 4-8 16,-2 9 5-16,-2 1-3 16,-1 2-3-16,3 0 14 15,4 0-15-15,1 0 9 16,4 4-1-16,1 6-4 16,1 1 6-16,-1 1-5 0,-2 1-3 15,-3 3 12-15,-8-2-15 16,-1-1 3-16,-5 1 8 15,0-1-11-15,0 1 3 16,-9-5-7-16,-7 0-17 16,2-3-49-16,2-1-100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52.8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204 106 111 0,'-1'-5'40'16,"-2"-1"-14"-16,-1 0-5 0,4 4 9 16,0 0-7-16,0 2 11 15,0-2 9-15,0 0-8 16,0-1-12-16,0 2 14 16,-2-1-13-16,-2 0-8 15,1 2-1-15,-3 0-12 16,-1 0 8-16,-2 0-7 15,-3 0-5-15,-4 0 10 16,4 0-12-16,-4 2 0 16,5 1 8-16,1 4-8 15,-1 0 6-15,-1 7-3 0,-2 4-2 16,-1 3 13 0,4 6-15-16,3 1 0 0,1 2 9 15,5 0-5-15,-1 1 3 16,3 1-7-16,0-3 1 15,0 2 11-15,0-4-16 16,0-3 3-16,9-1 1 16,5-8-8-16,2-5 5 15,5-1-1-15,3-3-3 16,5-6 15-16,1 0-16 16,3 0 5-16,-3 0 3 15,0 0-5-15,1-12 1 16,-4 0-10-16,0-3 10 15,-1-5 8-15,-1-1-15 0,2-4 10 16,-2-5 4-16,1-1-6 16,-2-4 6-16,-3-6-3 15,-3-1-4-15,-3-3 16 16,-4 5-12-16,-2 4 4 16,-3 7 4-16,-2 8-3 15,-4 8 5-15,0 1-4 16,0 4 4-16,0 4 13 15,-4 0-27-15,-7 4 12 16,2 0 4-16,0 0-9 16,3 0 6-16,2 0 1 15,-2 8-5-15,1 2 13 16,1 3-15-16,-1 2 1 0,5 3 9 16,0 2-8-16,0 1 2 15,0 4-3-15,0 1 1 16,0-1 6-16,0 5-12 15,0-2 5-15,0-2 6 16,0-1-8-16,0 0 2 16,0-3 0-16,3-1-2 15,1 0 9-15,3-3-10 16,-3 0 1-16,2-5 3 16,0-4-7-16,3 2 7 15,2-6-2-15,5-1-3 16,1-3 9-16,2-1-17 0,1 0-12 15,1 0 6-15,1 0-46 16,2 0-47-16</inkml:trace>
  <inkml:trace contextRef="#ctx0" brushRef="#br0" timeOffset="1611">967 291 168 0,'-11'-4'46'15,"3"2"-32"-15,4 2 43 0,-5 0-15 16,-3 0-27-16,2 0 12 15,-3 0-16-15,3 0 10 16,-3 0 4-16,2 6-14 16,-2 2 2-16,2 3-11 15,0 7-2-15,1-1 11 16,1 4-9-16,0 2 0 16,4-2-2-16,1-2-1 15,2-3 9-15,2-2-14 0,0-1 1 16,0-3 9-1,0-1-9-15,11-3 2 0,2-3-3 16,2 0 2-16,0-3 4 16,-1 0-8-16,-4 0-4 15,3 0 4-15,0-3-3 16,-2-12 8-16,-1 2-8 16,2-7 11-16,-6-1 3 15,0-4-8-15,1-3 3 16,-3 4 6-16,0 8-1 15,0 4 1-15,-1 6 3 16,-3 4 4-16,0 2 6 16,0 0-9-16,0 0 1 0,0 5 11 15,0 13-15 1,0 6 0-16,0 1-4 16,0-2 2-16,0 1-1 0,0-3-5 15,4-3-1-15,3-5 8 16,4-2-8-16,-1-5 1 15,6 1 0-15,1-7 3 16,2 0 3-16,0 0-7 16,0 0-4-16,-3-2 15 15,0-12-10-15,-3-3 4 16,-1-5-1-16,2-3-4 16,-2-1 7-16,1 2-14 15,-1 3 6-15,-2 4 12 16,-1 7-11-16,-4 3 6 0,1 5-1 15,-5 0 2 1,4 1 1-16,-1 1-5 0,2 0 0 16,2 0 11-16,4 0-14 15,-1 0 6-15,2 0-1 16,2 0 0-16,0 3 1 16,0 6-4-16,-2 3 1 15,-2 2 14-15,-2-3-14 16,-9 3 5-16,0 4 3 15,0-1-6-15,-9 2 3 16,-6 0-5-16,1-1-2 16,4-4 10-16,-1-5-13 15,4-1 6-15,4-5-3 16,0-3 3-16,3 0-2 16,0 0-9-16,0 0-7 0,0-16 23 15,0 1-18-15,4-3 6 16,9 1 3-16,-1 3 3 15,0 4 2-15,-1 2-3 16,0 5-1-16,-2-1 11 16,1 2-13-16,4-1 4 15,-4 2 1-15,3-1 0 16,0-2 0-16,2-1-5 16,4-4-2-16,3-3 13 15,0 1-10-15,-2-1 3 0,-1 2 2 16,-4 4 0-1,-5 3 3-15,-3 1 0 16,-2 2-3-16,-3 0 11 0,1 0-10 16,0 0 12-16,3 0-2 15,3 11-6-15,-2 3 1 16,1 2-6-16,-3-3-3 16,-1 5 12-16,-1-3-14 15,-3 2 3-15,0-2 2 16,-6 0 0-16,-6-1 1 15,-3-4-4-15,0-1-2 16,1-3 13-16,1-3-14 16,3-3 4-16,1 0 1 15,2 0-3-15,3 0 3 16,4 0-6-16,0-5-6 0,0-8 17 16,4 3-12-16,14-3 5 15,1 5 1-15,-1 0-1 16,-2 2 3-16,-4 0-3 15,3 0-4-15,-2 0 15 16,1 0-20-16,4-3 3 16,0-1 6-16,-1-1-3 15,0-6 3-15,0 3-1 16,1 0 1-16,-5 4 11 16,-4 5-13-16,-5 2 4 15,-4 1 8-15,0 2-2 16,0 0 7-16,0 0-1 0,0 0-3 15,1 11 7-15,-1 7-10 16,0 0 2-16,3 1 1 16,0-3-6-16,3 0 1 15,2-1-5-15,-1-3-2 16,2-3 12-16,0-2-15 16,-4-2-3-16,4-1-1 15,0-4-11 32,-2 0-20-47,-1 0-84 0,2 0-62 0</inkml:trace>
  <inkml:trace contextRef="#ctx0" brushRef="#br0" timeOffset="1820">1806 158 278 0,'-3'-5'85'16,"3"1"-75"-16,0 4 29 16,0-2 14-16,0 2-40 15,3 0-13-15,2 0 9 16,1 0-21-16,-6 0-13 16,0 0-80-16,3 0-141 15</inkml:trace>
  <inkml:trace contextRef="#ctx0" brushRef="#br0" timeOffset="3001">2084 314 3 0,'11'-8'61'0,"2"-2"-23"16,-4 5 33-16,-3 1-36 15,-2-1-6-15,-4 5 10 16,0 0 7-16,0-1 3 16,0 1-26-16,-2 0-6 0,-9 0-2 15,1 0-12 1,-1 0 5-16,0 8 9 0,-2 5-9 16,1 1 3-16,-4 4-6 15,1 0 0-15,0 1 2 16,4 0-5-16,2 1-3 15,7-2 9-15,2 0-9 16,0 0 3-16,0 0-4 16,2-5 1-16,14 0 5 15,3 0-9-15,6-5 0 16,4-6 7-16,5 1-10 16,3-2-1-16,2-1-1 15,0 0-1-15,-2 0 14 16,2 0-7-16,-5-8-9 0,2-8-2 15,0-4-6-15,-9-5 23 16,0-1-2-16,-11-1-2 16,-2 3 14-16,-8 1-12 15,-1 9 6-15,-5 2 10 16,0 6 4-16,0 3-2 16,0 1-10-16,-13 2-2 15,-4 0 1-15,-6 0-10 16,2 15-1-16,2 2 11 15,1-1-8-15,5 5 2 16,3 0 2-16,1 0-4 16,2 1 9-16,3-4-13 15,4-1 0-15,0-3 12 16,0-3-11-16,0-4 4 16,0-2-3-16,7-4-3 0,8-1 11 15,6 0-13-15,1-1 3 16,-1-15 9-16,-3-2-8 15,-5-2 4-15,-6-3-3 16,-2-3 3-16,0 6 5 16,-1 9-8-16,-4 5 1 15,3 4 12-15,-3 2-10 16,0 0 6-16,0 0 2 16,0 0-1-16,0 8 9 15,0 5-15-15,4 3 4 0,0-2 4 16,2 0-11-1,6-3 3-15,-2-2-1 16,4-1-1-16,5-4 5 16,2-2-5-16,8-2-5 0,1 0 13 15,5 0-11-15,-1-9 4 16,0-5-3-16,-3-5 1 16,-7-1 6-16,-5 1-10 15,-8-7 0-15,-1-1 14 16,-3-6-13-16,-3-4 4 15,1-2-3-15,-5 3 6 16,0 4 3-16,0 5-9 16,0 8 1-16,0 4 13 15,0 4-15-15,0 4 8 16,-5 1-3-16,-2 2 1 0,3 0 3 16,3 4-5-16,1-2 0 15,-2 2 12-15,2 0-18 16,-3 0 8-16,1 0 1 15,-5 4-5-15,1 17 8 16,0 6-5-16,2 4-1 16,-1 4 11-16,2 2-8 15,2 0-1-15,1-4 2 16,0-2 2-16,0-1-2 16,0-5-5-16,1-4-1 15,8-1 12-15,0-5-16 16,2-1 8-16,-1-4-7 0,1-4-5 15,2-3-2-15,-1-3-33 16,4 0-132-16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1:57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0 185 178 0,'0'-7'53'16,"0"2"-49"-16,0-1 10 15,0 4 15-15,0 2 1 0,0-1-7 16,0 1 3-16,0 0-10 15,0 0 18-15,0 0-5 16,0 0-2-16,0 0-1 16,0 0-15-16,0 0 4 15,0 14 6-15,0 12-11 16,2 3-5-16,5 4 0 16,-1-2 0-16,2-2-1 15,-3 0-5-15,1-3-2 16,-1 0 11-16,-5-5-12 15,2 0 4-15,-2-1-1 16,0-6-4-16,0-1 2 16,0-3-11-16,0 3-11 0,0-5-5 15,0-5-27 1,0 2-16-16,0-3-66 0</inkml:trace>
  <inkml:trace contextRef="#ctx0" brushRef="#br0" timeOffset="845">28 136 136 0,'2'-4'33'16,"-2"4"2"-1,0 0 1-15,0 0-2 0,0 0-11 16,0 0-10-16,0 0-1 16,0 0-12-16,2 0 1 15,5 0 17-15,2 0 8 16,-1 4 3-16,1 8-7 15,-1 4-6-15,1 2-1 16,0 4-5-16,1 1-1 16,4 3 2-16,-2-5-11 15,1-2 2-15,2-1 1 0,-4-5-4 16,-2-1 4-16,0-1-5 16,-6-5-1-16,4 0 11 15,-2-1-14-15,1-4 3 16,3-1 2-16,1 0 0 15,4 0-7-15,2-17-4 16,4-5-5-16,-3-4 10 16,1-2-11-16,-8-1 11 15,-1-2 11-15,-2 1-1 16,-5 3 3-16,1 8-1 16,3 2-5-16,-3 5 14 0,4 2-18 15,0 2 6 1,-1 2-1-16,-2 4 0 0,1 1 5 15,-4 1-6-15,2 0-1 16,0 0 17-16,0 0-9 16,4 11 4-16,2 9-1 15,-2 3-3-15,-3 7-1 16,0-2-4-16,2 5-4 16,-1 0 12-16,-1-3-13 15,1-1 0-15,1-2 5 16,-2-2-2-16,2-2 1 15,1-1-2-15,0-1-4 16,-1-3 14-16,-1-2-14 16,-1-3 2-16,-1 1 6 0,2-4-6 15,0-1 5 1,-3 0-6-16,0-6 2 0,0 0 10 16,3-3-15-16,-3 2 7 15,2-2 3-15,-1 3-5 16,-2-3 4-16,1 2-4 15,-2-2-1-15,2 0 10 16,-2 0-17-16,3 0-23 16,1 0-72-16,3-13-146 15</inkml:trace>
  <inkml:trace contextRef="#ctx0" brushRef="#br0" timeOffset="1424">702 404 155 0,'-2'0'47'0,"0"0"-20"15,2 0 15-15,0 3 4 16,0 0-9-16,0 0-11 0,0-2-18 16,5 1 0-1,7-2-1-15,5 0-7 0,2 0 7 16,1-3-15-16,-1-15 0 16,-1-1 10-16,-3-4-5 15,-4 2 4-15,-2-2-1 16,-8 0 2-16,-1 5 9 15,0 4-11-15,0 8 10 16,0 6 23-16,-3 0-6 16,-11 0-17-16,-1 0-7 15,-2 6-2-15,-3 12 6 16,5-2-10-16,3 1 1 0,-1-3 12 16,6 3-11-1,0 2 3-15,4 2-2 0,3-1-1 16,0 0 8-16,0-1-12 15,0-1 3-15,0-2 8 16,3-3-10-16,8-1 6 16,2-2-2-16,2-3-2 15,0-3 8-15,0 0-13 16,3-4 6-16,-1 0 6 16,1 0-17-16,3 0-1 15,-2 0-30-15,2-10-25 16,6-5-27-16,1-1-49 15</inkml:trace>
  <inkml:trace contextRef="#ctx0" brushRef="#br0" timeOffset="2325">1156 347 207 0,'2'-5'21'0,"-2"1"11"0,0 2 41 16,0 0-25-16,2 2-16 15,-2 0 10-15,0 0-1 16,0-2-24-16,0 2-4 16,0 0-3-16,0 0 2 15,-9 0-15-15,-5 0 2 16,0 4 12-16,-1 10-11 16,2 4 3-16,2-1-2 0,2 2-1 15,6 1 3 1,0-1-6-16,3-1-1 0,0-3 7 15,0-1-7-15,6-4 1 16,10-4 2-16,4-1-1 16,-3-5 3-16,5 0-11 15,-1 0 6-15,5 0 8 16,2-15-17-16,2-6 5 16,0-7-12-16,-2-5-18 15,-2-4-2-15,-4-6 16 16,-1-5 12-16,-5-5 21 15,-3-2-9-15,-5 2 8 16,-1 4 2-16,-5 12 4 16,0 13 10-16,-2 10 2 15,0 13 0-15,0 1 6 0,0 0-26 16,-2 0-4-16,-7 1-4 16,1 16 3-16,2 0 8 15,0 2-9-15,3 3 2 16,1 1 15-16,2 3-15 15,0 4 2-15,0 3-1 16,0 1-2-16,0-2 0 16,0 2-4-16,0-3 0 15,2 0 10-15,1-4-12 16,4 3 7-16,1-3-3 0,-1-4 1 16,2-4 3-1,-2-7-5-15,-3-3-2 0,0-5 10 16,-2-1-14-16,5-3 7 15,0 0 0-15,3 0 3 16,7-18 2-16,1-7-8 16,-1-5-1-16,0 0 11 15,-4 5-17-15,-2 4 11 16,-2 8-3-16,-3 7 3 16,1 4 4-16,-3 2-5 15,1 0-2-15,-1 0 13 16,0 0-16-16,2 0 10 15,3 2-1-15,0 10-2 16,0 4 3-16,1-2-4 16,3 3-1-16,0-4 12 15,4 1-17-15,0-2 6 0,1-3 1 16,-3 1 0-16,2-2 4 16,4 0-10-16,-5-2 1 15,8-5 15-15,-3-1-20 16,-1 0 9-16,-2 0-5 15,-6 0-10-15,-6-1-25 16,2-10-101-16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2:06.56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44 9 0,'8'0'34'0,"4"0"-9"16,-1 0 13-1,-5-2 0-15,1-4-12 0,-5 4 3 16,-2 2-4-16,0-2-16 16,0 2 1-16,0-3-18 15,0 2-17-15,0 1-22 16,0-2 29-16,0 2 17 16,-2 0 2-16,2 0 1 15,0-2 13-15,-3 2 13 16,3 0-8-16,0 0 5 15,0 0-12-15,0 0-3 0,0 0-1 16,0 0 1-16,0 0 11 16,0-2-11-16,0 2-1 15,0 0 13 1,0 0-16-16,0 0 1 0,0-2 2 16,0 0-7-16,0 2 7 15,0 0-4-15,0-2 4 16,0 2 10-16,0 0-12 15,0 0 6-15,0 0-6 16,0 0-2-16,0 0 3 16,0 0-8-16,0 0 1 15,0 0 12-15,0 0-13 16,0 0 6-16,0 0-1 0,0 0-1 16,0 0 2-1,0 0-5-15,0 2-2 0,0 12 13 16,0 0-13-16,5 1 2 15,-4 1 2-15,-1 2-3 16,0 0 4-16,0 2-6 16,0-1-2-16,0 1 14 15,0-1-13-15,0 3 4 16,0-2-1-16,0 0 0 16,0 0 2-16,3 2-5 15,0-1-1-15,-2 1 12 16,1-2-12-16,0 1 5 15,1-5-2-15,-1-1 2 16,-2 0 1-16,0-3-5 0,0-1 0 16,0-3 9-16,0-2-9 15,0-5 2-15,2-1-3 16,-2 0-11-16,0 0-13 16,2 0-37-16,-2 0-65 15</inkml:trace>
  <inkml:trace contextRef="#ctx0" brushRef="#br0" timeOffset="779">39 28 86 0,'0'-2'41'15,"0"2"-28"-15,0 0 10 0,0-2 4 16,2 2 10-16,3 0-20 16,-1 0 3-16,2 0 7 15,-1 0 6-15,-1 0-9 16,1 0-4-16,-1 4-8 16,1 10 19-16,0 1-20 15,4 5-3-15,-2-1 1 16,3 2-3-16,2 1-1 15,-2 0 0-15,4-3-4 16,-4 0 12-16,3 1-15 16,3-1 5-16,-2 0 4 15,2 3-7-15,1-1 6 16,-1 2-9-16,0 3 1 16,1-3 12-16,-2-3-15 15,-1-2 6-15,-2-5 0 0,-1-3-2 16,-4-3 3-16,-3-3-3 15,0-2-3-15,-2-2 12 16,1 0-12-16,-2 0 2 16,2-4 5-16,-1-13-4 15,0-8 3-15,-2-5-4 16,0-2-2-16,0-2 12 16,0 3-12-16,0 3 2 15,0 4 5-15,0 4-4 16,0 0 4-16,0 3-5 0,0-1-3 15,0 0 15 1,0 2-16-16,0-1 6 16,0 4 1-16,0-1 1 0,0 5-1 15,0 0-4-15,0 1-2 16,0 2 12-16,0 2-14 16,0 1 3-16,0 3 3 15,0 0-21-15,0-1-36 16,0 1-41-16,0 0-75 15</inkml:trace>
  <inkml:trace contextRef="#ctx0" brushRef="#br0" timeOffset="2227">551 400 162 0,'0'0'24'0,"0"1"12"15,0-1 7-15,9 0-4 16,0 0-5-16,0 0-17 15,-3 0-3-15,0 0 6 16,3 0-16-16,-3-6-1 16,0-2-2-16,3 0 1 15,0-3 3-15,0 1-7 16,-3-1-1-16,0-1 9 16,-1-2-8-16,-3 1 2 15,0 0 0-15,-2 0-1 0,0 2 8 16,0 3-12-16,0 4 4 15,0 1 23-15,-9 3-10 16,2 0-6-16,-2 0-2 16,-3 0-6-16,1 3 9 15,1 9-10-15,1 2 0 16,1 1 10-16,2 1-10 16,-1 1 3-16,3 1-1 15,-1 1 0-15,5 3 7 16,-2-1-10-16,2 0 1 15,0 0 9-15,0-4-10 16,0-4 5-16,12-5-3 0,6-3 0 16,2-5 4-16,-1 0-6 15,5 0-5-15,-4-9 3 16,-4-7-7-16,2 1-2 16,-8-3-7-16,2 3 10 15,-7-5 8-15,1 1 0 16,0-1-1-16,-2 3 11 15,-2 3-7-15,2 5 5 16,-4 0-2-16,3 4 3 16,-1 3 2-16,-2 0-8 15,2 2-2-15,-2 0 10 16,4 0-6-16,1 0 7 16,-4 12 0-16,2 0-4 0,0 3 4 15,0 4-5 1,-1-4-5-16,5 2 10 0,0-5-10 15,1-1 2-15,-2-4 0 16,1-7-3-16,2 0 7 16,-2 0-8-16,3 0 2 15,-1 0 10-15,-3-5-14 16,0-8 10-16,2-5-4 16,-4-2 0-16,2-1 0 15,-2 2-5-15,-1 3 4 16,-1 5 10-16,-2 6-13 15,2 5 7-15,-2 0-2 16,0 0-1-16,0 0 9 0,0 16-3 16,0 1-7-16,0 3 14 15,2-3-20-15,0-1 10 16,4-4-2-16,1-5-1 16,2 1 2-16,2-4-2 15,-1-4-7-15,3 0 18 16,3 0-15-16,-2 0 3 15,2 0 0-15,1-4 3 16,-4-2-1-16,-3 0-2 16,-3 0-1-16,-5-2 8 15,-2 1-11-15,0-1 6 16,0-2 1-16,0 1-3 16,0-5 3-16,0-2-4 15,-4-2 1-15,-1 6 8 0,4 0-13 16,1 6 8-16,-3 4-1 15,3 2-3-15,0 0 7 16,0 0-9-16,0 0 1 16,0 0 12-16,0 0-15 15,0 0 5-15,0 0 2 16,0 6-1-16,0 0 3 16,0 2-6-16,0-5-2 15,7 4 14-15,1-6-13 16,6-1 3-16,-1 0 2 15,5 0-2-15,4 0 3 16,2-4-4-16,5-9-5 0,-3-5-5 16,-1 0-24-16,1-6-17 15,0-6-22-15,-3-3-15 16,2-3-67-16</inkml:trace>
  <inkml:trace contextRef="#ctx0" brushRef="#br0" timeOffset="2572">1357 42 58 0,'0'-14'70'0,"0"4"-19"16,0 4 21-16,0 2-22 15,0 1-23-15,0 1-22 16,0-1 0-16,0 3 9 16,-2 0-13-16,2 0 5 15,-2 0 0-15,2 0 6 16,-2 0-3-16,-3 0-3 16,-1 0-5-16,-3 12 9 0,5 5-13 15,0 4 2 1,1-3 5-16,1 6-3 0,2 1 4 15,-2 3-2-15,2-1 5 16,0 2 8-16,-2 3-16 16,1-2 3-16,1 0 5 15,0-2-8-15,0 0 3 16,0-5-3-16,0 0-1 16,0-1 12-16,1-5-14 15,5-2 2-15,-1-1 7 16,-3-5-9-16,2-4 7 15,-1-2-8-15,0-3-3 0,-3 0 8 16,0 0-28-16,0 0-32 16,0 0-46-16</inkml:trace>
  <inkml:trace contextRef="#ctx0" brushRef="#br0" timeOffset="3839">1307 345 229 0,'-3'-4'12'0,"0"1"16"16,3-2-14-16,0 5-3 15,0 0 10-15,15 0-6 0,3 0 5 16,-4 0-2-16,2 0-11 15,1 0 5-15,1 0-12 16,1 0-1-16,2 0 8 16,1 0-8-16,-1 0 1 15,3 0-1-15,2 0-2 16,3 0 12-16,-1 0-14 16,-5-1 1-16,-4-2 10 15,1 1-9-15,-4-2 1 16,-6 1 1-16,-1-1 1 15,-5 0 5-15,-4 4-10 16,0 0 4-16,0 0 23 0,0 0 10 16,0 0-10-16,-11 0-18 15,-1 0-2-15,-4 4 14 16,5 1-17-16,2 3 0 16,1 1 9-16,-1 0-12 15,3 5 6-15,-1-3-2 16,3 4-1-16,0-1 8 15,4 0-12-15,0-1 2 16,0-1 9-16,0-3-9 16,15 0 4-16,-2-5-1 15,1-3-1-15,2-1 6 16,-3 0-9-16,0 0 0 16,0 0 10-16,-4-7-8 0,-1-1 4 15,-4-3-3 1,-1 2-1-16,-3-6 9 0,0-3-9 15,0 2-2-15,0-2 9 16,-3 1-8-16,-2-1 3 16,-2 4 0-16,0 5-1 15,3 1 7-15,2 6-9 16,-1 2-2-16,1 0 13 16,2 0-14-16,0 0 10 15,0 0-5-15,0 0-4 16,0 0 10-16,0 0-12 15,0 0-3-15,0 0 17 16,2 0-13-16,12 0 8 16,0 0-3-16,4 0 1 0,-1 0 3 15,0 0-6-15,3 0-1 16,3 0 12-16,2 0-11 16,-4 0 3-16,1 2 0 15,-7 7 2-15,-3 3 2 16,-5-1-10-16,-7 7 5 15,0-2 7-15,0 2-8 16,0-3 2-16,0-2-1 16,0-3 1-16,0-4 4 15,0-4-8-15,0 1 1 16,0-3 10-16,0 0-11 16,0 0 5-16,0 0-4 15,0 0 3-15,9 0 4 0,5-9-8 16,4-12-1-16,-3-3 14 15,0-5-14-15,-1 4 4 16,-6 5 0-16,-3 7 3 16,-4 7 2-16,-1 6-7 15,0 0 0-15,0 0 10 16,0 0-9-16,0 0 2 16,0 6 1-16,5 10 0 15,1-2 0-15,0 4-3 16,3 0-2-16,0-3 13 15,4-2-13-15,4 1 4 16,1-5 1-16,1-3-2 0,-2-6 5 16,1 0-9-16,-3 0 2 15,-5 0 12-15,-3 0-15 16,-3 0 6-16,-1 0 1 16,-1-3 0-16,0-10 0 15,-2-5-4-15,2-2-1 16,1-4 16-16,-1 0-19 15,2 6 6-15,-3 5 1 16,4 5 0-16,-3 4 2 16,0 2-5-16,-2 2-3 15,0-2-31-15,0 2-102 16</inkml:trace>
  <inkml:trace contextRef="#ctx0" brushRef="#br0" timeOffset="4467">2231 269 195 0,'0'0'17'15,"0"0"28"-15,0 0-3 16,0 0-6-16,0 2-8 0,0 4-6 15,-3 2 15-15,0 2-21 16,3-2-9-16,-1 3 11 16,-1 1-21-16,0 0 5 15,2 1 4-15,0 1-5 16,0 1 0-16,0-1 2 16,0-3-9-16,0 1 16 15,2-4-14-15,10 0 4 16,4-3 4-16,-2-1-3 0,2-2-1 15,-2-2-1 1,-2 0-7-16,-1 0 18 0,-5 0-27 16,1-4-49-16,-1-8-35 15,-2-1-142-15</inkml:trace>
  <inkml:trace contextRef="#ctx0" brushRef="#br0" timeOffset="4747">2291 29 225 0,'-9'-5'66'0,"2"3"-48"15,3 0 33-15,3 2-15 16,1 0-29-16,0 0-8 16,0 0 11-16,0 0-9 15,0 0 3-15,0 0-5 16,5 0-3-16,0 2 1 16,2 2-93-16,-3 2-110 15</inkml:trace>
  <inkml:trace contextRef="#ctx0" brushRef="#br0" timeOffset="5872">2585 326 83 0,'-7'-6'108'0,"3"3"-95"16,-1 2 21-16,3-3 0 15,-3 0-8-15,-2-1 0 0,-2 1-4 16,-2 0 10-16,0-1 6 15,0 5-27-15,2 0-3 16,-1 0 5-16,-1 0-12 16,0 0 3-16,1 13-3 15,-4 4-5-15,3 1 11 16,0 2-11-16,3 1 1 16,4-5 11-16,2-1-11 15,2-2 1-15,0 1-1 16,0-3 2-16,0-1 4 15,6 0-7-15,5-2 1 16,0-4 4-16,4-3-10 0,0-1 7 16,3 0-1-1,-2 0 3-15,2-5 4 0,-5-9-11 16,-2-4 1-16,-2 2 13 16,-3-2-8-16,-2 2 2 15,-4-4-1-15,0 2-1 16,0 0 6-16,0 6-9 15,0 3 1-15,0 6 12 16,0 3-15-16,0 0 8 16,0 0 2-16,0 0-4 15,0 0 3-15,0 0-7 16,0 0 0-16,0 3 12 16,0 12-11-16,0-2 4 0,0 0 1 15,2 3-1 1,5-3 6-16,-3 0-10 0,3-3 0 15,2-1 11 1,1-3-12-16,1 0 4 0,4-3 0 16,-2-3 2-16,0 0 0 15,0 0-4-15,0 0-4 16,-1-1 18-16,2-13-19 16,-3-1 8-16,-1-5-1 15,-3-3 0-15,-1 0 2 16,-1 1-5-16,1 6-2 15,-3 6 16-15,-3 7-16 0,0 3 3 16,0 0 2 0,0 0 1-16,0 0 1 0,0 3-4 15,0 12-4-15,0 0 16 16,0 0-16-16,3 3 8 16,1-3-2-16,3 3 1 15,0-4 0-15,-1-4-2 16,0 1-3-16,1-4 11 15,0-2-10-15,1-4 1 16,3-1 4-16,4 0-2 16,0 0 2-16,3 0-4 15,-5-6 0-15,-1-5 12 16,-3 1-16-16,-2-3 5 0,2-1 3 16,-4 2-3-1,0 6 4-15,-2 5-3 0,-3 1-4 16,0 0 12-16,1 0-12 15,2 0 9-15,1 9 1 16,3 2-3-16,-4 3 0 16,9-4-4-16,-4-2-2 15,3-2 14-15,0-2-18 16,2 1 5-16,-2-5 1 16,1 0-54-16,6 0-236 15</inkml:trace>
  <inkml:trace contextRef="#ctx0" brushRef="#br0" timeOffset="8233">3494 339 141 0,'0'-1'71'16,"0"-4"-52"-16,0 5 4 15,0-4 14-15,0 4-6 16,0-2-20-16,0 1 10 16,0-5-11-16,0 2 4 15,0-4 9-15,0 3-12 16,0 1 2-16,0-2-1 0,0 0-9 16,-2 0 14-1,-2 4-12-15,0 0 0 0,1 2 5 16,-1 0-8-16,-3 0 2 15,-4 0-6-15,1 10 0 16,-3 6 10-16,-2 2-11 16,4 5-2-16,2-2 13 15,3 0-12-15,1 0 6 16,5 0-2-16,0-3-4 16,0-2 10-16,0-5-10 15,0-3-1-15,11-4 11 16,4-3-9-16,0-1 2 15,5 0 0-15,-1-4-1 16,3-12 9-16,1-4-12 0,2-5-1 16,-5-4 13-16,-4-5-10 15,-2-3 4-15,-6-3-1 16,-2-1-3-16,-6 2 9 16,0 4-10-16,0 9 2 15,0 8 8-15,0 6-9 16,0 2 4-16,-6 2 0 15,-2 2-3-15,-1 0 9 16,2 3-11-16,1 0 0 16,1-3 12-16,3 1-12 15,2 1 4-15,0 1-1 16,0 3 0-16,-1 0 7 16,1 0-11-16,0 0 2 15,-3 0 10-15,-1 0-12 16,2 1 7-16,-1 9-3 0,0 3 0 15,3 7 7-15,0 3-10 16,0 6 1-16,0 4 11 16,0 1-10-16,0 0 3 15,0-2-1-15,0-3-1 16,6-4 7-16,4-2-10 16,3-4 2-16,3 1 9 15,-2 0-13-15,2-3 9 16,-4 1-6-16,-1-2 5 15,0-6 2-15,0 1-9 0,0-6 2 16,3-3 9 0,2-2-10-16,3 0 4 0,1 0-9 15,-1-7-55-15,-1-10-7 16,-4-1 7-16,-2-6 4 16,-2 0 12-16,-1 0 20 15,0 0 31-15,-3 6 2 16,0 6 23-16,-2 3 24 15,-4 7-17-15,0 2 4 16,0 0 2-16,0 0-16 16,0 0-8-16,0 0-11 15,0 0-2-15,0 0 5 16,0 2 2-16,3 13-5 16,1 3 13-16,3-2-15 15,2 1 0-15,1-1-4 0,3-4-2 16,-3-1 8-1,5-2-12-15,-3-4 3 0,3-3 12 16,2-2-13-16,2 0 5 16,1 0-3-16,-1-4 3 15,-1-8 2-15,-3-6-7 16,-4 0 1-16,-1-6 11 16,-1-3-15-16,-2 0 8 15,-1 2-1-15,-1 7 2 16,-3 8 2-16,-2 8-7 15,0 0 3-15,0 2 12 16,0 0-9-16,0 0 2 0,0 0 1 16,0 14-4-16,0 2 1 15,0 2-3-15,0 0-1 16,0 0 14-16,0 2-16 16,0-1 5-16,0 1 1 15,7 3-5-15,1 0 8 16,3 1-8-16,-5-1-4 15,2 2 18-15,3 2-18 16,-2 0 5-16,0 3 3 16,1-3-4-16,-1 0 4 15,-2-2-5-15,-5-2 0 16,-2 1 11-16,0-5-15 16,0-2 5-16,-2-2 3 15,-2-3-3-15,-1-1-1 0,5-4-6 16,-2-7-5-16,0 0 18 15,-1 0-10-15,-3 0 1 16,-2-5 2-16,-3-11 3 16,-4-1 0-16,2 2-4 15,2-3 3-15,4 2 10 16,3 4-13-16,0 0 3 16,2 3 5-16,-3-3-2 15,1 3 1-15,2-5-2 16,2 0-2-16,0-3 12 15,0-6-16-15,0-7 2 0,9-5 6 16,8-6-4-16,4 5 3 16,1 6-3-16,-2 3-3 15,-5 13 15-15,-4 7-18 16,-6 3 6-16,-2 2 1 16,2 2 1-16,-2 0 1 15,4 0-4-15,1 0-2 16,4 0 14-16,-2 2-17 15,4 8 6-15,-2 2 3 16,-1 0-3-16,-1 6 4 16,-4-6-6-16,-5 6 0 15,-1-4 13-15,0-4-17 16,0-1 6-16,0-3 5 16,0-3-6-16,0-3 3 15,0 0-3-15,0 0 0 0,0 0 12 16,0 0-17-1,2-15 4-15,3-8 7 0,4-6-4 16,1 0 0-16,-1 1-1 16,2 9-1-16,-2 6 10 15,1 4-13-15,-1 6 2 16,2 0 10-16,-2 3-11 16,-1 0 8-16,0 0-9 15,1 0 3-15,3 0 11 16,0 6-14-16,-1 8 3 0,-1 2 10 15,1-1-10 1,0 0 5-16,-3 0-2 0,1-4-4 16,0-4 11-16,2 2-14 15,-3-4-1-15,3-5 10 16,0 0-90-16,2 0-87 16</inkml:trace>
  <inkml:trace contextRef="#ctx0" brushRef="#br0" timeOffset="9727">4799 347 47 0,'0'-3'94'0,"0"-3"-75"0,0 0 42 15,0 1-26-15,0-2 11 16,0 1-13-16,0 0-14 15,0 1 21-15,-4 2-15 16,-3 2-13-16,-2 1 6 16,-3 0-17-16,-4 0 2 15,1 0 4-15,-3 4-8 16,2 7 4-16,1 1-3 16,4 1-2-16,3 4 12 15,-1-1-14-15,2-1 3 16,4 3 9-16,0 0-13 15,3-1 6-15,0-1-2 16,0-2-1-16,0-3 10 16,0-3-14-16,8-3 4 0,1-1 6 15,4-4-6-15,2 0 2 16,3 0-6-16,-1-1-8 16,-2-14 4-16,-2-1 2 15,-2-4 4-15,-2-3 10 16,-4-2-9-16,0-3 6 15,-3 2-1-15,2 3-2 16,-4 10 7-16,3 8-10 16,-3 2 3-16,0 3 11 15,0 0-13-15,0 0 5 16,0 0-1-16,2 5 3 0,0 10 6 16,0 3-12-1,3 0-3-15,-1-2 11 0,2 1-10 16,-3-2 4-16,3-4 0 15,-2-1-3-15,4-2 9 16,1-3-12-16,-2 1 3 16,-1-4 9-16,3-2-12 15,-1 0 5-15,3 0 0 16,1 0-1-16,1-6 8 16,-3-6-14-16,-1-1 4 15,4-4 11-15,-3-2-13 16,4-3 5-16,-1 4 2 15,-3 5-5-15,-1 1 10 16,-2 8-13-16,-3 4 4 0,-1 0 10 16,-3 0-15-16,1 4 9 15,1 11-4-15,-2 3 2 16,2 3 6-16,0 0-11 16,1 0 3-16,-1-3 11 15,0-2-15-15,0-1 6 16,1-4 1-16,-1-4 2 15,-2-3-1-15,0-3-8 16,0-1 3-16,2 0 13 16,-2 0-17-16,1 0 12 15,6 0-9-15,2-10 4 16,2-10 5-16,1-4-11 16,-1 0 0-16,-2 4 7 0,0 2-11 15,-2 9 11 1,-4 3-4-16,2 4 4 0,-3 0 0 15,2 2-5-15,-1 0 0 16,1 0 15-16,2 0-18 16,-2 0 11-16,1 10-3 15,1 1-3-15,-1 1 6 16,-1 2-6-16,1-1-1 16,-1-3 11-16,-2 1-12 15,2-2 4-15,-1-4 1 16,-3 1-1-16,1-5 2 15,2 2-5-15,-1-3 0 0,5 0 12 16,1 0-15-16,1-4 6 16,1-10 0-16,1-3-2 15,2-2 2-15,5-5-7 16,-4 6 1-16,0 1 15 16,-1 5-13-16,-4 5 4 15,-1 4 2-15,-4 2 2 16,-4 1-2-16,0 0 0 15,0 0-3-15,0 13 14 16,0 2-14-16,0-1 2 16,3 0-1-16,3-2 1 15,0-2 4-15,3-3-9 16,2-1 0-16,3-3 16 16,0-3-17-16,-2 0 0 15,4 0 10-15,-3 0-9 0,-3 0 5 16,6-3-3-16,-3-9-3 15,0-3 17-15,2-4-20 16,0-3 6-16,-2 3 6 16,-2 2-5-16,-5 7 3 15,-3 4-4-15,-3 6-1 16,0 0 14-16,0 0-14 16,0 0 0-16,0 0 10 15,0 16-4-15,0 1 2 16,0 2-4-16,0-1-6 15,0 1 19-15,6-3-20 16,5-1 4-16,2-5 7 0,-3-4-6 16,4-1 3-1,-4-5-5-15,3 0-6 0,-3 0-56 16,5-5-117-16</inkml:trace>
  <inkml:trace contextRef="#ctx0" brushRef="#br0" timeOffset="9938">5622 140 194 0,'0'-9'54'15,"0"6"-45"1,0 1 8-16,0-1 36 0,0 3-42 15,5 0-10-15,1 0 5 16,-2 0-19-16,4 0-66 16</inkml:trace>
  <inkml:trace contextRef="#ctx0" brushRef="#br0" timeOffset="10552">5873 251 123 0,'11'-3'22'0,"-4"-3"19"0,-4 0-2 16,-3 3 8-16,0-2 1 16,0 1-11-16,-1 4-21 15,-10 0 0-15,-3 0 3 16,4 0-14-16,1 0 4 15,-2 9 6-15,3 3-9 16,-1 2 1-16,-2 2-1 16,2-1-4-16,1 3 6 15,4-3-8-15,2 3-4 16,2-2 10-16,0-3-6 16,0 1-1-16,11-4 1 0,1-4 0 15,6-2 7-15,-1-3-13 16,1-1 3-16,-2 0 11 15,2 0-13-15,-3 0 5 16,0-5-2-16,0-8-7 16,-2-2 12-16,1-4-5 15,0-5-6-15,5-1 17 16,1-4-12-16,-1 5 3 16,1 3 0-16,-1 8-1 15,-4 5 9-15,1 5-15 16,1 3 8-16,-2 0 9 15,0 0-7-15,0 0 2 16,1 0-1-16,-4 4-2 0,1 7 7 16,3-2-10-16,-4 3-2 15,3 2 12-15,-3-3-12 16,-6 3 3-16,-2-2 0 16,-4 0 0-16,0 4 6 15,0-2-9-15,-9 0-2 16,-10-1 8-16,1-1-7 15,2-5-6-15,-4-2-61 16,3-2-95-16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2:23.9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0 298 121 0,'4'-14'32'16,"-1"-1"-3"-16,-3 5-2 15,0 1 8-15,1 2 1 16,-1 3-14-16,3 1 3 15,1 0 12-15,-2-1-5 0,2 2-1 16,-1-5-20-16,-1 5 1 16,0-4-5-16,0 5-5 15,-2-1 2 1,0 2-1-16,0-3-4 0,0 3 12 16,0 0-12-16,5 0 5 15,-2 0 7-15,6 6 1 16,-2 9-1-16,-1 0-7 15,1 4-1-15,0 1 7 16,2 1-14-16,-6 6 3 16,4 0 4-16,-3 3-3 15,1 0 1-15,-3 2-2 16,0-1-4-16,-1-1 15 16,5 2-17-16,-3-3 5 15,2 0 4-15,-1-1-2 0,1-1 0 16,-1-1-1-16,-2-3-2 15,2-2 12-15,0-4-15 16,-2-3 5-16,1-2 1 16,-3-6 0-16,3-4-2 15,-3-1 0-15,1-1-4 16,-1 0 10-16,0 0-8 16,0 0-5-16,0 0-9 15,0-6-20-15,0-9-51 16,0-1-55-16</inkml:trace>
  <inkml:trace contextRef="#ctx0" brushRef="#br0" timeOffset="578">93 284 194 0,'0'-3'16'0,"0"3"19"16,0 0 14-16,0 0-23 16,0 0-22-16,0 0 9 15,0 0 5-15,4-2-4 16,12-4 8-16,-2 2-13 15,-4-2 10-15,2 4 1 0,-6 2-12 16,8 0-5-16,-1 0 5 16,4 0-6-16,4 0 8 15,1 0-11-15,2 2 0 16,2 2 8-16,-1-2-8 16,2 2 2-16,-1-2-6 15,-1 2 3-15,-1-4 9 16,0 0-13-16,-7 2 4 15,-7-2 8-15,-3 0-11 16,-5 0 2-16,-2 0-6 16,0 6-4-16,0-3-3 15,3 1-40-15,1 0-30 16,0-4 0-16</inkml:trace>
  <inkml:trace contextRef="#ctx0" brushRef="#br0" timeOffset="1084">137 599 111 0,'-14'5'13'0,"7"-4"-11"16,7-1 4-16,0 0 20 15,0 0-3-15,0 0-10 16,0 0 22-16,0 0 18 15,0 0-9-15,0 0 2 16,0 0-13-16,11 0-7 16,-2 0-16-16,1 0-6 15,4 0 3-15,1 0-9 16,2 0 1-16,0 0 2 16,3 0-2-16,-4 0 6 0,-2 0-10 15,2 0 1-15,-4 0 13 16,1 0-15-16,1 0 6 15,-4 0-1-15,3 0-1 16,2 0 2-16,3 0-11 16,-4-1 2-16,0-6 7 15,-5 3-27-15,-2 1-34 16,0-1-103-16</inkml:trace>
  <inkml:trace contextRef="#ctx0" brushRef="#br0" timeOffset="2033">54 175 121 0,'-9'0'60'0,"5"0"-43"15,4 0 6-15,0 0-1 16,0 0-4-16,0 0-7 15,3 0 5-15,4 0-1 16,-2 0-2-16,4-1 11 0,-3-2-10 16,6-1 9-16,2 1 0 15,3-1-10-15,3 0-3 16,4 0-7 0,0 1-2-16,3-1 8 0,3-1-11 15,-1 5 3-15,-1 0 2 16,-2 0-3-16,-1-2 1 15,2 2 0-15,0-4-4 16,6 4 10-16,0-3-13 16,-1 0 4-16,1 0 0 15,-5-3-1-15,-5 2-3 16,-4 0 2-16,-3 2-7 16,-7-3 18-16,-4 5-12 0,-2 0 3 15,-3 0 5 1,0 0-4-16,0 0 0 0,0 0 0 15,0 0-7-15,0 0 16 16,0-2-8-16,0-2-5 16,0-2 5-16,0-6 0 15,-6 2-2-15,-8-4 4 16,0 4-4-16,-2-1 9 16,3-1-10-16,3 3-2 15,1 3 8-15,4 0-1 16,3 4 1-16,1 2-1 15,1 0-3-15,0 0 15 0,0 0-16 16,0 0 1-16,0 0 8 16,0 0-1-16,0 2 3 15,8 12-5-15,7-2 1 16,2 3 4-16,0 2-6 16,1 1-5-16,0 3 6 15,-6-1-5-15,-1 1 0 16,-2-4 0-16,-8 0-8 15,-1-3 3-15,0 4-27 16,0-4-129-16</inkml:trace>
  <inkml:trace contextRef="#ctx0" brushRef="#br0" timeOffset="3083">1003 543 29 0,'-13'0'31'0,"0"0"-1"16,4 0 16-16,5 0 3 16,-1 0-17-16,5 0 6 15,-4 0 8-15,4 0-13 0,0 0 5 16,-2 0-2-16,2 0-18 15,0 0-3-15,-3 0-4 16,3 0 0-16,0 0 13 16,0 0-10-16,0 0-5 15,0 0 7-15,0 0-16 16,15-2 3-16,5 0 1 16,2 0-6-16,-1-1 6 15,5 2-8-15,-2-3-2 16,0 1 14-16,0-1-15 0,-3-2 7 15,1-2-2 1,0 3-5-16,-10-2 1 16,-3 3-4-16,-5 3-8 0,-4 1-1 15,0 0-20-15,0 0-45 16,0 3-71-16</inkml:trace>
  <inkml:trace contextRef="#ctx0" brushRef="#br0" timeOffset="3431">1011 690 192 0,'0'0'20'0,"0"0"22"16,0 0 10-16,0 0-12 16,0 0-5-16,2 0-12 15,11 0-8-15,4 0-2 16,3 0-6-16,-1 0 1 16,3-1-7-16,-5-2-2 15,2 2 8-15,-1-1-12 16,-3 2 3-16,3-3 1 15,-7 3-5-15,-1 0-2 0,-1 0-5 16,-1 0-21-16,5 0-24 16,3 0-99-16</inkml:trace>
  <inkml:trace contextRef="#ctx0" brushRef="#br0" timeOffset="4619">1519 453 191 0,'-13'-1'21'16,"9"-3"22"-16,4 4-1 15,-3 0-22-15,3 0-14 16,-1 0-1-16,-2 13 26 16,3 6-22-16,0 1-1 15,0 2 8-15,0-1-12 16,0 2 5-16,0 3 2 15,0 1-8-15,0-2 7 16,0 0-12-16,0-2 2 16,3-2 3-16,2-3-4 15,-2-6 2-15,-1-3 0 0,-2 0-3 16,0-8 9 0,0 1-9-16,0-2 0 0,0 0 7 15,0 0-4-15,0 0-1 16,0 0-1-16,0-13-4 15,0-5 5-15,0-2-9 16,0-4 7-16,0 0 7 16,0 3-10-16,0 0 6 15,2 3-3-15,0 1-2 16,0-1 8-16,1 5-11 16,-1 1 5-16,-2 0 8 15,2 1-11-15,0 1 5 16,1 1-3-16,0 4-3 15,0 1 15-15,1 2-11 0,1 2 1 16,-1 0 10-16,5 0-9 16,-1 4 7-16,4 14-3 15,0 5-4-15,3 2 8 16,0 3-9-16,-3 1-3 16,2-2 10-16,-8-4-7 15,-1 0 3-15,-3-5 0 16,0-4-4-16,-2-4 8 15,3-1-8-15,-3-3-2 16,0-3 11-16,1 0-10 16,-1-3 0-16,0 0 7 15,0 0-4-15,0 0 8 16,0 0-12-16,0-3 1 0,0-8 6 16,0-2-4-1,0-7-1-15,0-2 1 0,0 0-6 16,0-6 11-16,0 2-8 15,9 2-2-15,0 4 10 16,0 6-5-16,1 5 1 16,-1 5 1-16,-3-1-2 15,1 0 6-15,0 3-5 16,-1 2-3-16,4 0 10 16,4 0-10-16,1 0 2 15,0 0 2-15,-3 0-2 16,-1 0 8-16,1 0-9 15,-5 7-1-15,5 10 14 16,-4-2-13-16,1 5 4 0,-2-1-2 16,1-1-2-16,-1-1 7 15,-1-1-10 1,-1-3 0-16,-1 1 9 0,0-5-15 16,-2 2-1-16,1-4-17 15,-2-3-42-15,4-2-61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2:29.3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243 28 139 0,'0'-5'66'0,"-4"3"-44"15,-1-2 36-15,4 4-32 16,-3-2 8-16,-3 2-1 15,2-1-22-15,-1-2 8 0,1 0 0 16,-1 1-17-16,0 0 7 16,-5 0 0-1,-2 2-4-15,-2 0 6 0,-5 0-9 16,1 0-1-16,0 2 2 16,1 5-2-16,6 5 3 15,-2 0-8-15,3 6 1 16,1 1 14-16,1 4-14 15,2 1 5-15,2 1-2 16,-1 0 0-16,4 1 3 16,2-1-6-16,0-1 0 15,0-5 9-15,0-1-16 16,8-7 5-16,4-1 0 16,0-7-1-16,2-3 2 15,1 0 7-15,0 0-7 0,3-9 11 16,-1-11-13-16,0-3 6 15,-5-2-1-15,-5-3 1 16,-4 0 0-16,-3 2-3 16,0 2 1-16,0 6 11 15,0 4-9-15,0 4 3 16,0 4 1-16,0 4 3 16,0 0-1-16,0 2-5 15,0 0 0-15,0 0 5 16,0 0-11-16,0 6 9 0,0 10 1 15,0 6-2 1,4-2 0-16,5 2-4 0,1-1 0 16,1-1 7-1,2-7-10-15,0 1-2 0,3-5 10 16,0 0-8-16,4-5 6 16,-3-1-2-16,3-3-8 15,-3 0 12-15,-1 0-21 16,-2 0-3-16,-1-7-35 15,-4-5-71-15,-3 0-60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7:20.88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304 173 198 0,'-6'0'23'15,"-5"0"1"-15,1 0 30 16,1 0-23-16,9 0-7 15,0-3-3-15,0-2-7 16,0 3-3-16,0-1-7 16,0 1 12-16,0 2-13 15,0-3 3-15,0 1 8 0,0 2-4 16,0 0 3 0,0 0-3-16,0 0-3 0,9-3 9 15,1-1-11-15,5 3 2 16,-8-1-1-16,4 2-6 15,0-3 1-15,5 3-1 16,9-3-1-16,4-1 9 16,-2 1-11-16,3-2-1 15,0 3 8-15,-2-3-4 16,3 2-2-16,-1-2 3 16,6 2-6-16,0-1 11 15,0 2-11-15,0-1 3 0,-3-2 2 16,-1 3 0-16,0-1 1 15,-5-2-2-15,0 2 1 16,-5-1 6-16,3 2-11 16,0-4 5-16,6 1 2 15,1 0-4-15,8-2 3 16,-2 2-3-16,3 0 0 16,-2-1 7-16,-3 5-9 15,0-2 3-15,2 0 1 16,-2 1-1-16,2 2 3 15,2 0-3-15,-4 0-2 16,-4 0 9-16,4 0-7 16,0 0-1-16,6-3 3 0,0 1-1 15,5-2 2 1,-1 3-4-16,1-4 0 0,-1 3 8 16,2-3-9-16,-1 2 1 15,2 1 4-15,1 2-2 16,-3 0-1-16,0 0 1 15,1 0-4-15,-10 0 9 16,-2 6-9-16,2 3 4 16,-2-2 1-16,5-5-1 15,-2 3 2-15,8-2-2 16,0-3 0-16,3 0 3 16,-1 0-6-16,4 0 3 15,2 0 4-15,4 0-8 16,1 0 5-16,-1 4-2 15,-2 2 0-15,-4 0 5 16,2 3-6-16,-3-2 0 0,-5 1 5 16,0-2-4-16,0 2 2 15,0-2 0-15,-4-4-5 16,5-2 9-16,5 0-7 16,-1 0 1-16,6 0 7 15,3 0-6-15,-4 0 0 16,7 0 0-16,0 0-4 15,4-2 12-15,4-4-12 16,0 1-1-16,0 1 11 16,-3 2-7-16,-8-1-2 15,-6 0 6-15,-8 3-9 0,-11 0 11 16,-9 0-9 0,-13 0 2-16,-8 0 0 0,-3 0-3 15,-3 0 8-15,0 0-2 16,0 0-1-16,0 3 7 15,0 0-2-15,0-3-4 16,0 0 5-16,0 0-13 16,0 0-16-16,11-3-94 15</inkml:trace>
  <inkml:trace contextRef="#ctx0" brushRef="#br0" timeOffset="2498">0 249 133 0,'0'0'30'16,"0"-5"-24"-16,0 5 16 0,0 0 27 15,0 0-12-15,2 0-26 16,7 0 7-16,3 5-1 15,-1 1 0-15,-4-1-5 16,4-3-1-16,-4 1-2 16,-3-3 0-16,3 1 3 15,-5-1 11-15,-2 4-14 16,5-2 1-16,-2 3 1 16,3 2 6-16,-1 5-6 15,3 3 0-15,-1 3-4 0,-3 4 8 16,2 3-8-1,0-2 1-15,-1 3-1 0,1 3-1 16,1-2-2-16,2 5-2 16,-3 3-1-16,-1 0 9 15,-2 2-11-15,-3-2 4 16,0 4 1-16,0-2-1 16,0 3 3-16,0 0-6 15,0 2-1-15,0 3 8 16,0 0-11-16,0 4 4 15,0-4 2-15,0 2-3 16,0 3 2-16,-3-5-1 16,3 0-3-16,0-5 10 15,0 2-13-15,0 0 4 16,0 3 4-16,-2-2-2 0,-1-5 0 16,0-3-1-16,-3-2-3 15,4-10 12-15,2-2-13 16,0-3 3-16,0-6 4 15,0 3-4-15,0-2 2 16,0-2-3-16,0-3-2 16,0 0 12-16,5-1-14 15,-5-1 7-15,6 3 1 16,-3 1-1-16,-1 2 1 16,5 1-3-16,-5-1 0 15,2 1 4-15,5-6-10 16,3 1 2-16,-1-1 7 0,2 1-1 15,1-3 0 1,6 0 0-16,-2-2-5 0,10-3 15 16,0 4-13-16,2-2 3 15,1 1 4-15,1 2-4 16,2-2 2-16,1 2-3 16,13-5-1-16,-1 0 8 15,10 0-8-15,10 0 2 16,8 0 4-16,12 0-6 15,8-13 4-15,2 3-3 16,-1-5-2-16,1 5 9 16,-9 0-10-16,-5 1 3 15,-6 1 4-15,-2-2-5 0,-10 3 4 16,-1-4-3 0,-7 4-2-16,0-1 9 0,-3 1-8 15,2-2 0-15,2-2 5 16,-1-1-4-16,4 0 2 15,0-1-2-15,0 2-2 16,3 5 8-16,-1-4-7 16,5 2-1-16,-3-1 6 15,-8 1-3-15,1 0-2 16,-8 3 3-16,-3-1-3 16,5 0 6-16,2-1-7 15,0-3 2-15,4-2 4 0,5 1-4 16,-2 1 3-1,9-3-4-15,2 4 1 0,-4 1 5 16,-1 3-6-16,-1 1-1 16,-5-1 7-16,2 0-6 15,-3-1 2-15,-3 2 1 16,-6 1-3-16,-1 3 6 16,-3 0-6-16,-2-2-1 15,1 2 8-15,-2 0-7 16,3-3 2-16,3 1-1 15,2 2-1-15,2-4 9 16,-3 3-12-16,0 1 3 16,-5-2 6-16,1 2-5 15,-5 0 1-15,-6 0-1 16,-7 0 0-16,-4-3 5 0,-5 0-7 16,-1 3-1-16,-2-3 9 15,2 2-7-15,0-2 4 16,1 0-4-16,-4-2 2 15,-5 3 4-15,-2-2-7 16,-4 4 3-16,-5-1 5 16,0 1-8-16,0 0 9 15,0-2-3-15,0 2-2 16,0-6 3-16,3 2-5 16,1-6-2-16,-2-3 9 0,2 4-8 15,-1-4 3 1,1-2-1-16,-2 0-2 0,-2-5 6 15,0 3-6-15,0-6 0 16,0 4 8-16,0-4-9 16,0 3 4-16,0-2 1 15,0-1-2-15,0 1 9 16,-2-2-10-16,-2-5 1 16,1-2 6-16,1-7 3 15,0-1-3-15,0-4-3 16,-5-1 0-16,-1 4 5 15,0 0-8-15,-3 5 0 16,-3 6 7-16,3 1-4 16,0 4-1-16,0 1-1 15,-1-2-1-15,1 0 5 0,3-2-9 16,0-1 2-16,2 1 9 16,1 0-10-16,3 0 1 15,-5-1 5-15,7 1-2 16,-2 3 2-16,-3-2-7 15,1 6 4-15,-4 3 6 16,0 0-6-16,-1 4 5 16,5 4 0-16,-3-2-1 15,5 1 3-15,-1-2-7 16,1-1-2-16,-2-3 8 16,4-2-7-16,-3 3 2 15,3 2 2-15,-2 2-3 16,-3 8 6-16,-1-3-2 0,1 2 1 15,-1 1 12-15,6 3-16 16,0-2 1-16,0 2-1 16,0 0 0-16,0 0-2 15,0 0-2-15,0 0-1 16,0-3 11-16,0 3-13 16,0 0 7-16,0-2 0 15,0-1-1-15,0-1 1 16,0 3-3-16,0 1-5 15,0 0 7-15,0 0-18 16,0 0-9-16,0-2-13 16,0 2-45-16,0 0-192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7:29.8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455 320 30 0,'0'-2'50'16,"0"-3"-5"-16,0 1 2 16,0-1-1-16,0 5-3 15,0-3-16-15,0 3-11 16,0-3-9-16,0 3-5 16,0 0 4-16,0 0-8 15,0 0 4-15,0 0 7 16,0 0 9-16,0 0 12 15,0 0-5-15,0-2-3 16,0-1 8-16,0-2-26 0,0 0-3 16,0 1 4-16,0-1-1 15,0 2 4-15,0-2 0 16,0 3-2-16,-2-1 5 16,-6-2-13-16,-1 5 5 15,-2-5 0-15,1 3-3 16,-5 2 6-16,2 0-5 15,-1 0-4-15,-3 0 16 16,1 0-11-16,-4 0-1 16,-1 0 4-16,1 7-3 15,-7 6 3-15,-2-1-4 16,5 0-1-16,-6 6 7 16,5-3-9-16,0 0 2 0,0 4 3 15,5-1-4-15,2 4 2 16,4 3-2-1,0 5 1-15,2 0 5 0,2-1-8 16,4-1 3-16,6-1-1 16,0-2 0-16,0 0 1 15,0-3-1-15,13 1 0 16,5-1 8-16,-2 3-11 16,1 0 0-16,2-3 3 15,0-2 2-15,3-2-5 16,0-6 1-16,3-2-2 15,3-4 11-15,-4-2-13 16,-1-2 2-16,-1-2 5 0,0 0-6 16,6 0 5-16,-3-12-2 15,-4-8-1-15,0-5 7 16,-8 0-5-16,1 0 2 16,-1 3 2-16,-4 2-2 15,-1 8 1-15,-5 4-2 16,0 6-1-16,-3 2 9 15,0 0-10-15,0 0 2 16,0 0 8-16,0 5-2 16,0 9 0-16,0 3-4 15,0 4-1-15,0-1 8 16,0 5-12-16,2-3 4 16,3-3 4-16,4 3-4 15,-1-4 2-15,4-2-1 0,-5-2-5 16,2-4 10-16,-4-2-15 15,1-2-2-15,-3-6 0 16,-3 3-13-16,2-3-26 16,-2 0-51-16,0 0-138 15</inkml:trace>
  <inkml:trace contextRef="#ctx0" brushRef="#br0" timeOffset="408">259 661 139 0,'0'-5'36'15,"0"3"-10"-15,0 2 33 16,0 0-20-16,0 0-18 16,9 0-2-16,2 0 1 15,2 0-8-15,2 0-6 16,2 7 2-16,-4 1-6 16,1-4 3-16,-1 4 0 0,2-6-1 15,-2 1 8-15,7 0-6 16,-2-3 0-16,7 0 4 15,0 0-11-15,3 0 1 16,-3 0 1-16,0 0-6 16,-9 0 7-16,0 0-14 15,-5 0-22-15,1 0-34 16,-3 0-47-16,-5 0-88 16</inkml:trace>
  <inkml:trace contextRef="#ctx0" brushRef="#br0" timeOffset="636">712 669 261 0,'0'-5'71'0,"-3"5"-39"0,3 0 38 15,0 0-37-15,0 0-30 16,0 0 14-16,0 9-2 16,0 12-8-16,12 1 4 15,1 0-7-15,1 3-5 16,4 0 7-16,-5-3-7 15,-2 0-1-15,-3-1 4 16,0-8-9-16,-2 3-2 16,-3-6-7-16,-1-3-23 15,4-7-33-15,-3 0-48 16</inkml:trace>
  <inkml:trace contextRef="#ctx0" brushRef="#br0" timeOffset="863">844 522 304 0,'0'-22'13'0,"0"7"5"15,0-2 33-15,0 6-33 16,0 6-20-16,0 3 2 0,0 2-11 15,4 0-12 1,-4 0-12-16,3 10-56 16,-1 9-132-16</inkml:trace>
  <inkml:trace contextRef="#ctx0" brushRef="#br0" timeOffset="2283">1038 701 186 0,'0'-10'42'16,"0"10"-20"-16,0 0 27 0,0 0-10 15,0 0 0-15,0 3 1 16,0 11-1-16,0 1-6 16,0 2-19-16,0 4-4 15,0 1 0-15,0 3-9 16,0-1 1-16,0 2-2 16,0-7-2-16,9-4 7 15,2-3-11-15,3-2 4 16,-1-4 3-16,1-4-6 15,0-2 5-15,-6 0-2 0,-3 0-3 16,1 0 9 0,-3 0-8-16,0-18 1 0,-1-6-2 15,-2-3 2-15,0-2 2 16,0 10-2-16,0-1 0 16,0 8 11-16,0 5-9 15,0-1 5-15,0 5 3 16,0 3-3-16,0 0-1 15,0 0-2-15,0 0 1 16,0 0 3-16,0 0-8 16,0 0-3-16,0 0 7 15,9 0 3-15,8 0-5 16,4 0 1-16,-1 0-4 0,-2 0 8 16,2 0-7-1,-4 0 1-15,2 0 0 0,-5 0 2 16,1 0 2-16,2 0-6 15,1 0 2-15,0 0 6 16,2-7-7-16,-2-5-2 16,-1-1 3-16,-5-2-3 15,-2 8 4-15,-7 1 1 16,0 2-2-16,-2 4 9 16,0 0-7-16,0 0-3 15,0 0 4-15,-2 0 4 16,-9 0 0-16,0 0-3 15,-1 0-2-15,3 0 4 16,-3 3-5-16,1 2 0 0,-6-1 8 16,3 6-5-16,-2 0 8 15,2 3-9 1,6-1-2-16,-1 3 6 0,7 2-5 16,-1-1-2-16,3 1 5 15,0 2-3-15,0 2 1 16,0-2-1-16,0 4 0 15,0-6 5-15,0 0-9 16,9-2 0-16,4-3 7 16,6-4-2-16,4-3 0 15,-1-2 1-15,-2-3-2 16,1 0 7-16,-1 0-10 16,-1-10 1-16,-2-5 6 0,-4-6-5 15,1-1 2 1,-1 0-2-16,1-2 0 0,1 2 5 15,-5 6-11-15,1 6 5 16,-4 5 4-16,-3 2-4 16,0 1 3-16,-4 0 0 15,0 2-3-15,2 0 10 16,3 0-10-16,1-2 4 16,6 2 5-16,-5-3-7 15,4 3 3-15,-2 0 2 16,-2 0-4-16,0 0 7 15,-5 9-8-15,-2 7 2 16,2-4 7-16,2 3-12 0,-4-2 8 16,3-1-7-16,-3-2 2 15,2-2 5-15,1-4-10 16,0 0 5-16,0-1 0 16,2-3-3-16,-3 0 0 15,5 0 3-15,-3 0 4 16,8-4 1-16,-1-19-8 15,2-1-3-15,-1-4 13 16,-1 4-9-16,0 3 3 16,-6 9-4-16,1 7 3 15,-3 5 2-15,-3 0-7 16,2 0 2-16,2 0 6 16,-1 0-5-16,1 0 3 0,3 5-1 15,0 2-1-15,2 1 8 16,2 2-9-16,0 0-3 15,3 0 12-15,-3 0-12 16,2 4 8-16,-1-1-3 16,-3 0-4-16,-3 1 4 15,1-4-12-15,-2 0-12 16,1 0-49-16,-3-2-146 16</inkml:trace>
  <inkml:trace contextRef="#ctx0" brushRef="#br0" timeOffset="3272">2632 403 177 0,'5'-13'63'0,"0"-1"-35"16,-5-2 43-16,0 9-17 0,0 7-25 16,0 0-7-16,0 0-11 15,0 0-2-15,0 0-4 16,0 0 3-16,0 0 1 16,0 0 7-16,0 0-6 15,0 0 13-15,0 0-13 16,0 0 1-16,0 0 4 0,0 15-6 15,0 7 7 1,0 8-10-16,4 5-2 16,0 0 6-16,5-1-11 0,-4 4 4 15,-2-4-1 1,1 4-3-16,0-3 4 0,2-3-5 16,-1-2 0-16,1 0 5 15,0-3-4-15,-1 0 0 16,-1-2 1-16,-4-3-3 15,2-2 3-15,-2-6-5 16,0 0-4-16,2-10-2 16,0-1-9-16,2-3-14 15,1 0-35-15,4 0-7 16,-1-22-87-16</inkml:trace>
  <inkml:trace contextRef="#ctx0" brushRef="#br0" timeOffset="3675">2646 380 151 0,'0'-2'56'0,"0"-3"35"16,16 5-30-16,0 0-17 0,1 0 0 16,-3 0-11-16,-1 0-13 15,1 0-6-15,-1 0-4 16,5 0 0-16,0 0-8 15,10 0 0-15,-3 0 6 16,6 0-8-16,2 0-3 16,-8 0 8-16,-2 3-8 15,-10-1 4-15,-8 2-2 16,-2 2-9-16,-3-1-4 16,0 5-22-16,0-1-48 0,0 4-42 15</inkml:trace>
  <inkml:trace contextRef="#ctx0" brushRef="#br0" timeOffset="3996">2646 686 238 0,'-4'0'31'0,"4"0"-3"16,0 0 15-16,0 0-13 16,0 0-16-16,14 0 3 0,5 0 5 15,4 0 0-15,-8 0 7 16,6 0-23-16,-3 0 5 16,2 0 0-16,2 0-9 15,1 0-1-15,2 0 1 16,-1 0-5-16,3 0 7 15,-2 0-8-15,-2 0 0 16,-7 0-9-16,1-8-22 16,-1 3-89-16,3 1-68 15</inkml:trace>
  <inkml:trace contextRef="#ctx0" brushRef="#br0" timeOffset="4664">2529 231 202 0,'0'0'41'0,"0"0"10"16,0 0 8-1,13 0-20-15,8 0-6 0,0 0-13 16,1 0 2-16,7 0-12 16,3 0 1-16,8 0-6 15,0 0-2-15,7 0-3 16,1 0-1-16,1 0-2 15,6 0 9-15,-2-2-9 16,-1-6 5-16,-5 2-2 16,-6 3 1-16,-8 0-2 15,-5 3-1-15,-6 0-2 16,-8 0 9-16,-3 0-8 0,-6 0 3 16,-5 0-2-16,0 0 2 15,0 0 4-15,0 0 0 16,0 0 2-16,0 0 3 15,0 0-18-15,-2-10 3 16,-7-13 3-16,4-4 3 16,-6 0 3-16,0 2-3 15,-3 11 2-15,1 5 15 16,-4 9-11-16,2 0 5 16,5 0-6-16,1 0 0 15,3 0 2-15,6 6-2 16,0 0-1-16,0 2 4 15,0 2-5-15,18 2 3 16,0 4 1-16,7-2-4 0,4 7 1 16,-8 1-4-16,-1 4-3 15,-9 4 8-15,-9 0-13 16,-2 0-10-16,0 0-22 16,-11 6-166-16</inkml:trace>
  <inkml:trace contextRef="#ctx0" brushRef="#br0" timeOffset="5310">3745 189 177 0,'-15'-15'73'16,"5"0"-36"-16,-5 10 39 15,5 5-21-15,-8 0-18 16,2 0-8-16,-4 0-10 16,-7 0 1-16,0 18-10 15,-1 9-4-15,3 3 3 16,3 2-6-16,8 3 1 0,0 0-1 16,3 5-3-16,-3-1 8 15,0 6-8-15,1 0 0 16,2-1 4-16,-1 6-4 15,5-3 1-15,1 3-2 16,4-1 0-16,2 2 3 16,0-2-9-16,2-5 1 15,25-3 4-15,7-10-3 16,4-5-4-16,1-7-7 16,3-7-10-16,-6-6-26 15,-7-3-43-15,3-3-88 16</inkml:trace>
  <inkml:trace contextRef="#ctx0" brushRef="#br0" timeOffset="5866">3855 564 172 0,'0'-15'120'0,"0"8"-100"15,0 4 41-15,0 3-14 16,0 0-38-16,0 0-7 16,0 0 15-16,0 0 1 0,2 15-4 15,9 10 6-15,-3 0-10 16,3 0 3-16,0 2-11 15,1-2-1-15,-1-3 4 16,-3 0-7-16,-3-2-2 16,-2-2 8-16,-3-6-15 15,0-2 7-15,0-2 5 16,0-5-2-16,0-3 5 16,0 0-1-16,-8 0-9 15,-3-21 0-15,0-11 0 16,5-3 3-16,3-4 2 15,3 4 2-15,0 6 1 0,0 11 1 16,0 5 0 0,0 8 9-16,0 0-10 0,3 3 4 15,8-3-4-15,8 0 1 16,6 0 0-16,3-3-3 16,3 4-1-16,-1 1 4 15,-6-2-4-15,-4 5 1 16,-6-3-2-16,-3 3-2 15,-8 0-4-15,-3 0-27 16,2 0-74-16,-2 0-105 16</inkml:trace>
  <inkml:trace contextRef="#ctx0" brushRef="#br0" timeOffset="6510">3777 378 231 0,'-5'-7'58'0,"5"4"-35"0,0 3 32 15,0-3-15-15,22 3-13 16,5 0-6-16,7-2 5 16,-2-1-18-16,4 3-6 15,2-2-1-15,4-3 2 16,-3 2-3-16,-3-1-3 15,-6 1 1-15,1 1 5 16,-6-1-7-16,2 0 0 16,-5 1-1-16,-2 2 0 15,-9 0 0-15,-3-2-5 16,-8 2-4-16,0 0 14 0,0 0-8 16,0-3 8-16,0-2 1 15,0 0 0-15,0-2 2 16,0-3-2-16,0 0 0 15,-6 2 8-15,0-4-8 16,6-1 2-16,-2 8 6 16,2 1 4-16,-2 0 4 15,-1 4 2-15,3 0-1 16,-4 0-4-16,4 0-14 16,0 0 1-16,0 0-2 15,0 0-1-15,0 0 4 16,7 4-2-16,3 5-4 15,2 2 11-15,-7 1-10 0,1-2-1 16,-6 3-4 0,0 1-13-16,0 3-15 0,-20 6-79 15,-4 1-113-15</inkml:trace>
  <inkml:trace contextRef="#ctx0" brushRef="#br0" timeOffset="7156">4445 770 149 0,'0'-9'88'16,"0"-1"-75"-16,0 2 42 15,0 5-13-15,0 3-26 16,0-2 1-16,0 2 7 0,0-2 20 16,0 2 0-16,0 0-19 15,2 0 2-15,1 0-17 16,1 0 2-16,1 0-1 15,-2 17-10-15,3 0 1 16,-4 6 2-16,-2-1-11 16,0-1 2-16,0 5-12 15,-5-4-14-15,-15 4-54 16,-5 1-31-16,3-5-90 16</inkml:trace>
  <inkml:trace contextRef="#ctx0" brushRef="#br0" timeOffset="8114">4661 569 255 0,'0'-7'58'0,"-17"-1"-58"16,17 6 39-16,0-1-16 15,0 3-19-15,0 0 10 16,0 0 5-16,8 0 4 16,-3 0 10-16,1-2 1 15,0 2-11-15,-3 0-6 16,2 0-11-16,0 0-4 15,6 0-1-15,3 0 1 16,3 0 1-16,-3 0-3 0,-5 0-3 16,2 0 7-16,-7 0-6 15,-1 10 5-15,0 5-2 16,3 0 2-16,-3 3 3 16,-1 3-6-1,6-4-3-15,-3 4 9 0,4-4-8 16,0 1 3-16,-4-1-2 15,-1 0 1-15,0-2 2 16,-1 0-7-16,-1-5 3 16,7-3 5-16,0 1-12 15,-2-5 2-15,8-3 6 16,1 0 1-16,0 0 2 0,2-6-6 16,-5-9 2-16,-2-2 4 15,3 0-8-15,-3-1 0 16,-3-5-1-16,9 4 1 15,-6-6 0-15,6 0 0 16,-2 3 0-16,0-1 11 16,-1 4-7-16,-7 4 3 15,-1 4 1-15,-6 2 2 16,0-1 2-16,0-1-3 16,0 2-5-16,0 4 9 15,0 3-7-15,-2-1-1 16,-2 3 1-16,0 0-2 15,-3 0 5-15,3 0-6 16,-2 0 3-16,-3 0 2 0,1 0-4 16,6 0 1-16,-5 0 2 15,5 3-1-15,0 4-3 16,2 2-5-16,0-1 1 16,0 2 10-16,0 1-5 15,2-2-3-15,4 6 1 16,5-2-3-16,-3-1-6 15,5-2 3-15,2-5 5 16,-1-2-2-16,2-3-19 16,-2 0-66-16</inkml:trace>
  <inkml:trace contextRef="#ctx0" brushRef="#br0" timeOffset="8758">5265 733 146 0,'0'-8'98'0,"0"1"-77"15,9 2 6-15,-2 3 4 16,5 2-6-16,-6 0-4 16,-4 0-2-16,-2 0 16 15,0 0-12-15,0 0 14 16,0 0-17-16,0 5-7 16,0 8 0-16,0 1-12 15,0 4 5-15,-2 4-5 16,-4 0-1-16,-2 1 6 15,-1 2-7-15,-2-3-3 16,3-1 6-16,-3 0-7 0,5-6-7 16,1 0-15-16,-6-3-78 15,-3 3-53-15</inkml:trace>
  <inkml:trace contextRef="#ctx0" brushRef="#br0" timeOffset="9366">5618 406 211 0,'-2'0'65'16,"2"-6"-24"-16,0 6 5 0,0 0-5 15,0 0-23 1,0 0-4-16,0 0 7 0,0 0-5 16,0 0 4-16,0 0 1 15,0 0-11-15,0 8 5 16,0 6-5-16,0 4-2 16,0-1-3-16,0 5 2 15,0 1 3-15,0-1-3 16,0 3-5-16,0 1 5 15,0 3-8-15,0 1 1 16,-2-3 0-16,-2-2-2 16,4 0 2-16,0-5-1 15,0-3-4-15,0-4 5 16,0-4-3-16,19-4 0 0,2-2 6 16,-3-3-3-16,4 0 1 15,-2 0-6-15,1 0-10 16,2-5 4-16,-4-7-22 15,-2-1-7-15,-4-2-17 16,1-2-5-16,-5 2-11 16,-5 3-46-16</inkml:trace>
  <inkml:trace contextRef="#ctx0" brushRef="#br0" timeOffset="9744">5500 589 151 0,'-6'-5'64'16,"6"5"-38"-16,0-3 18 15,0 3-4-15,0 0-1 16,0 0-7-16,0 0 1 16,0-2-7-16,17 2-5 15,0-4-9-15,2 4-5 0,3-1-1 16,5 1-4 0,2 0 5-16,0 0-8 15,-1-2-1-15,-3 2 8 0,-1-3-9 16,1 0 2-16,-2 1 1 15,-4-3-6-15,-2 0-24 16,-11 5-63-16,1 0-109 16</inkml:trace>
  <inkml:trace contextRef="#ctx0" brushRef="#br0" timeOffset="10348">5936 212 138 0,'-5'0'74'15,"5"-6"-66"-15,0 4 26 16,0-1 14-16,11 1-16 0,6-3 3 16,-4 2 7-1,-2 3-12-15,-2 0-2 0,-2 0 1 16,4 0-9-16,1 0-3 15,1 8-8 1,4 12-4-16,0 0 3 0,-1-1-7 16,-3 2 2-16,5-4 1 15,-4 3-3-15,-3 5 1 16,2 2-3-16,-4 3-1 16,-2 2 5-16,2-2-6 15,-1 0 3-15,0-3 3 16,1 3-5-16,-4-3 4 15,-1 1-3-15,-4-1 0 0,2 0 6 16,-2-2-10-16,0 2-2 16,0-2 7-16,0 3-4 15,-16-1-1-15,-4 0-2 16,4 0 6-16,1-4 1 16,5-4-13-16,2-4-15 15,5 0 7-15,-3 0-14 16,1-5 2-1,-2 6 5-15,0-7-24 0,-1 1 8 16,2-1-56-16</inkml:trace>
  <inkml:trace contextRef="#ctx0" brushRef="#br0" timeOffset="13048">6607 780 128 0,'0'0'76'16,"0"-7"-45"-16,0-5 35 15,0-4 0-15,0 7-13 16,0 6-14-16,3 1-2 16,-3 2-23-16,0 0-3 15,0 0 1-15,0 0-9 16,0 0 3-16,0 0-5 15,8 0 8-15,3 12 0 16,0 8-8-16,3 0 2 16,-5-3 2-16,-5 6-8 0,-1 2 5 15,-3 2-2-15,0 2-3 16,-16 4 4-16,-11 2-19 16,-2 5-54-16,5-6-107 15</inkml:trace>
  <inkml:trace contextRef="#ctx0" brushRef="#br0" timeOffset="15883">6997 457 123 0,'0'0'16'16,"0"0"8"-16,0 0 14 15,-3 0 16-15,-1 0-21 16,2 0-3-16,2 0 5 16,0 0-8-16,0 0 0 15,0 0-3-15,0 0 8 16,0-2-15-16,0 2-2 16,0-5 3-16,2-3-15 15,18 0 3-15,5-1-5 0,-3 0 0 16,0 5 1-16,-5 2-3 15,-2 2-1-15,3 0 8 16,-6 0-10-16,-2 20 4 16,-5 7 1-16,-5 6 2 15,0-1-2-15,0-2-5 16,0-3 3-16,0-7 5 16,3-3-10-16,-3-7 3 15,0-4-5-15,0-4-8 16,0-1-2-16,0-1 0 15,0 0 14-15,0 0 1 16,0 0-13-16,0-21 8 16,0-4 0-16,0-7 4 0,0 2 5 15,0 0-1-15,3 5-1 16,5 3 9-16,-2 5-4 16,-1 4 5-16,-3 5 3 15,1 2-2-15,1 0-6 16,1-4-6-16,6-2-1 15,2-1 11-15,5-2-13 16,0 3 3-16,3-3-1 16,-6 1-1-16,2 1-1 15,-2 3-2-15,-5 3 2 16,1 2 9-16,-3 2-7 16,1 3 3-16,-1 0-1 15,0 0 1-15,1 8 2 0,-2 6-1 16,5 2 0-16,-6-2 3 15,5-4-4-15,-4-2-3 16,2-3 3-16,-4-3-2 16,1-2-6-16,-6 2-36 15,0-2-46-15</inkml:trace>
  <inkml:trace contextRef="#ctx0" brushRef="#br0" timeOffset="16684">6999 167 67 0,'0'0'26'0,"0"0"-2"15,0 0 27-15,6 0 22 16,4 0-17-16,1 0-20 0,9 0-1 15,-4 0-1-15,4-3-15 16,-1 1-11-16,3-1-5 16,0 3-3-16,3 0 7 15,0 0-9-15,6 0 1 16,-2 0 5-16,3 0 1 16,-3 0-1-16,-1 0 1 15,-3-4-4-15,-3 3 6 16,-2 1-9-16,-2-2 1 15,2 2 2-15,-7 0-4 16,-1 0 1-16,-1 0-4 16,0 0 3-16,0-3 4 0,1-1-11 15,-5 1 7-15,-1-2 4 16,-1 2-2-16,-5 3 1 16,0-2-2-16,0 2-7 15,0 0 3-15,-11 0 5 16,-8 0 1-16,2 0 6 15,-2-3-2-15,0 3 1 16,2-5-1-16,0-3-1 16,7-1 8-16,1-4-6 15,7 2 1-15,2 0 2 16,-4 4-1-16,4 1-2 16,0 6-4-16,0 0-1 15,0 0 5-15,0 0-10 16,0 0 4-16,0 0 4 0,0 0-2 15,6 0 0-15,8 0 1 16,0 6-1-16,2 6 2 16,3 0-4-16,-4 6 2 15,-2 2 3-15,-7-1-3 16,-6 4-1-16,0 4-4 16,0-2-7-16,-2 3-30 15,-15-2-69-15,2 0-195 16</inkml:trace>
  <inkml:trace contextRef="#ctx0" brushRef="#br0" timeOffset="17218">7978 159 88 0,'0'-5'97'0,"-24"5"-77"16,10 0 40-16,1 0-3 16,-1 0-31-16,3 1 1 15,0 8 3-15,-1 3-1 16,1 6-10-16,-5 3-2 16,0 5-2-16,-7 2-5 15,-1-1 3-15,2 5-7 16,-3-2 1-16,3 2-3 15,1 0-3-15,6 1 6 16,1-6-7-16,9 3-2 16,-4 2 8-16,3-1-8 15,4 3 0-15,-1 0 2 16,3 1-2-16,0 0 4 0,0-5-9 16,0 0 1-16,5-3-1 15,17-7-8-15,3 0-13 16,0-7 2-16,6-4-32 15,-4-5-33-15,-2-4-66 16</inkml:trace>
  <inkml:trace contextRef="#ctx0" brushRef="#br0" timeOffset="17768">8084 373 20 0,'-11'-15'178'0,"3"10"-145"15,-7 5 24-15,4 0-23 16,-5 0-10-16,3 0 9 15,-1 0-13-15,0 7 10 16,6 4-12-16,-1 3-7 16,4 1 8-16,-1 0-8 0,-2 4 1 15,0-1 1-15,2 0-4 16,1 2-6-16,5-4 7 16,0 5-12-16,0-1 3 15,0-1 0-15,5-1-7 16,5 0 1-16,-1-9-5 15,5-1 0-15,6-6 9 16,-6-2-5-16,1 0 11 16,8 0-4-16,-3-19-2 15,-2-9 3-15,2-2-3 16,-1-8 1-16,-8 0 5 16,-2 0-8-16,-9 8 3 15,0 6 6-15,0 8 4 0,-5 4-7 16,-15 5 2-16,-3 1 1 15,-1 6-1-15,1 0-9 16,5 0-7-16,0 0 1 16,11 0-26-16,4 0-16 15,3 0-38-15,0 0-128 16</inkml:trace>
  <inkml:trace contextRef="#ctx0" brushRef="#br0" timeOffset="18359">8410 236 12 0,'-9'0'205'16,"3"-12"-181"-16,4 9 13 16,-1 3 9-16,3 0-22 15,0 0-12-15,0 0-2 16,0 0 8-16,0 0 19 16,0 0-8-16,0 10 0 15,0 8-12-15,0 4-6 16,0 0 3-16,9 3-9 15,-1 5-1-15,1 0 2 16,-1 2-6-16,-3 3 1 0,1-1 0 16,-6 1-2-16,0 0 6 15,0-3-9-15,0 6 2 16,0-6 6-16,-11 3-6 16,-6-5 1-16,0-3 0 15,-2-4-3-15,0-4 7 16,5-4-8-16,3-5-15 15,5-5-34-15,6-2-7 16,0-3-15-16,0 0-97 16</inkml:trace>
  <inkml:trace contextRef="#ctx0" brushRef="#br0" timeOffset="18782">8782 584 224 0,'6'-5'20'16,"-6"5"28"-16,0 0-6 0,0 0-9 16,0 0-12-16,0 0-4 15,0 13-2-15,3 0-5 16,-3 8 4-16,0 4 1 15,0 2-6-15,-3 3-1 16,-12 2-7-16,0-2-5 16,-2 5-4-16,-2-5-16 15,2 0-18-15,-2-3-35 0,3-5-77 16</inkml:trace>
  <inkml:trace contextRef="#ctx0" brushRef="#br0" timeOffset="19551">9111 376 183 0,'0'-13'15'0,"0"8"21"0,0 0 25 15,0 0-22 1,0-2-6-16,0 1 16 0,0 2-11 15,0-1-4-15,0 2-15 16,3-2-10-16,7 0-7 16,5 3 6-16,-2 0-6 15,2 2 4-15,-7 0-1 16,0 0 1-16,-3 9-1 16,-5 11 0-16,0 5-6 15,0 5 9-15,0 2-9 0,0 0 1 16,0-2 0-16,0 0 0 15,0-5 4-15,0-5-8 16,0-1 1-16,0-4 7 16,6-6-12-16,8-3 5 15,2-3-2-15,6-3 7 16,-2 0-4-16,1 0 1 16,2 0-1-16,-4-9 2 15,4-7-8-15,-2-1-1 16,1-6 1-16,3-4 3 0,0-8 3 15,-3-2-1 1,-6-3-2-16,-1 3 9 16,-10 5-4-16,-3 4 0 0,-2 11 1 15,0 7 2 1,0 5-2-16,0-1 0 0,-7 6-13 16,-8 0 23-16,-1-1-15 15,3 1 1-15,-2 0 3 16,7 0-5-16,1 0 3 15,1 0-3-15,3 0 0 16,3 0 6-16,0 9-4 16,0 1 0-16,0 2 3 15,0 3-4-15,5-2-5 16,8 0-15-16,-1-4-29 16,1-4-6-16,-2 0-55 0,3-2-61 15</inkml:trace>
  <inkml:trace contextRef="#ctx0" brushRef="#br0" timeOffset="19925">9141 48 322 0,'-2'-4'8'0,"2"4"2"15,0 0 27-15,6 0-15 16,18 4-20-16,6 4 0 15,6 1 4-15,6-4-8 16,2-5-2-16,-2 0 10 16,-8 0-10-16,-2 0 7 15,-3 0-4-15,0 0-9 16,1 0-9-16,0 0-25 0,-2-5-56 16,-3 5-93-1</inkml:trace>
  <inkml:trace contextRef="#ctx0" brushRef="#br0" timeOffset="20611">9591 10 16 0,'0'0'182'0,"0"-7"-149"16,0 4 7-16,0 3 4 16,0 0 8-16,0 0-15 15,0 0 5-15,0 0-2 16,6 0-14-16,1 0-13 15,2 0 2-15,0 10-13 16,-2 3 2-16,8-1-4 16,-1 3 0-16,-3 0 3 0,-4-3-6 15,0 0 2-15,-5 1 7 16,-2-5-6-16,3-2 3 16,3 0-4-16,-1-1 0 15,1 0 1-15,-3 0-4 16,-1-3-5-1,-2 5-17-15,0 2-12 0,-16 5-28 16,-15 1-33-16,4 2-39 16</inkml:trace>
  <inkml:trace contextRef="#ctx0" brushRef="#br0" timeOffset="21102">10050 59 182 0,'0'0'12'0,"0"0"15"16,-6 0 53-16,-11 11-21 16,2 4-23-16,1-1 3 15,-4 6-10-15,2 3-7 16,-1-1-15-16,1 8 1 15,0 0 2-15,-1 2 1 16,0 3-5-16,4 0-1 16,4-1-5-16,4 1 5 15,-1-2-8-15,3-1 1 16,1 2-2-16,0-1 3 16,-2 4-5-16,-1-5-5 15,-1 1-1-15,3-1 0 0,0-7-19 16,3-3 2-16,0-5-23 15,6-6-5-15,13-2-13 16,9-6-37-16</inkml:trace>
  <inkml:trace contextRef="#ctx0" brushRef="#br0" timeOffset="21635">10282 283 218 0,'0'-4'59'0,"0"4"-23"16,-9 0-9-16,-9 0-7 15,-5 0 12-15,6 4-8 16,3 6-8-16,1-2 0 16,4 7-5-16,-5 2 0 15,3 8 4-15,-2 2-8 16,-1 3 3-16,3 1-8 16,3-1-2-16,2-4 7 15,3-1-10-15,3-5-2 0,0-3 3 16,0-2-1-1,3-5 4-15,11-3 0 0,8-7-2 16,-2 0 6-16,5 0-8 16,-1-4-5-16,1-14 8 15,0-4-1-15,-3-3 0 16,-8-2 1-16,-3-5 0 16,-9-3 4-16,-2 0-9 15,0 2 4-15,0 3 2 16,0 6 0-16,-8 1-1 15,-1 6 1-15,2 4 4 0,-2 4-1 16,-4 1-10 0,-1 6-3-16,2 2-31 0,2 0-33 15,1 0-62-15</inkml:trace>
  <inkml:trace contextRef="#ctx0" brushRef="#br0" timeOffset="22100">10462 102 216 0,'0'0'60'16,"0"-3"-45"0,5-2 42-16,8 5-19 0,-4 0-4 15,-2 0-17-15,2 3 8 16,-7 19-4-16,-2 8-11 15,4 3 0-15,-4 4-9 0,3 0 2 16,2 0 1-16,-3-2-3 16,5-3-1-16,-5 6 1 15,-2-2-1-15,0 2 1 16,0-1-8-16,-2 1-5 16,-19-1 10-16,-6 0-7 15,-3-2 12-15,2-2-9 16,7-6 3-16,6-5-20 15,10-7-20-15,0-7-25 16,5 1-42-16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7:57.67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105 437 309 0,'0'-7'36'0,"0"2"-9"16,0 5 32-1,0 0-27-15,5 0-17 0,-5 10-8 16,3 10 9-16,0 2-13 15,-3 3 3-15,6 0-6 16,0-2 2-16,-4 1 2 16,3-4-6-16,-3-3 1 15,-2-2 2-15,0-3-7 16,0-2 0-16,0-4 4 16,0-4-1-16,0-2 8 15,0 0-3-15,0 0-4 16,0 0 4-16,0-15-11 15,0-12 4-15,0-7-2 16,9-7 0-16,0 4 5 16,-4 2 1-16,-1 11 2 0,-4 4 6 15,0 10 0-15,0 4-2 16,0 4 5-16,0 2-5 16,0 0-4-16,2 0-5 15,9 0 7-15,8-5 6 16,6 0-4-16,8-3 2 15,0 1-1-15,3 0 3 16,-8-1-5-16,-6 4-6 16,-9 0-1-16,-1 3 5 15,-7 1-13-15,-3 0-3 16,2 0-28-16,-4 0-58 16,3 0-49-16</inkml:trace>
  <inkml:trace contextRef="#ctx0" brushRef="#br0" timeOffset="599">2 195 165 0,'-2'-16'95'0,"2"7"-67"16,0 6 1-16,0 1 11 16,0 2-5-16,8-4-15 15,1 4 0-15,5 0-2 0,-1 0-1 16,10 0 2-16,4 0-5 16,3 0-9-16,4 0 6 15,1-5-12-15,1 1-1 16,3-6 1-16,5-1 0 15,-5-1 0-15,-4 1-4 16,-7 4 0-16,-12 4 8 16,-5 0-9-16,-7 3 4 15,-2 0 2-15,1 0-2 16,-1 0 4-16,-2 0-4 0,0 0-1 16,3-2 10-1,0-5-9-15,0 1 0 0,2-6 2 16,2-1-1-16,-5-2 4 15,-2 0-5-15,0 5 1 16,0 3 9-16,0 2-8 16,0 3 2-16,-9 2 8 15,1 0-6-15,0 0-5 16,3 0 6-16,5 0-7 16,0 0 7-16,0 0-7 15,0 0 4-15,0 9 3 16,5 4-3-16,6 2 3 15,3 2-5-15,-1 3 0 0,-4 3 3 16,-4-2-8 0,-5 2-13-16,0-4-7 0,0 4-93 15,0-3-83-15</inkml:trace>
  <inkml:trace contextRef="#ctx0" brushRef="#br0" timeOffset="1105">934 142 48 0,'0'-11'177'0,"0"6"-140"16,-11 5 3-16,2 0 6 16,0 0-5-16,2 0 1 15,-2 0-11-15,4 9-1 16,-6 2-8-16,0 4-12 15,-9 3 2-15,2 7-7 16,-8 5-1-16,-2 3 5 0,6 3-10 16,1 4 2-1,3-3 0-15,2 0-3 0,3-1 4 16,-1-1-4-16,0 1-2 16,3-3 7-16,0-2-5 15,4 1 0-15,7-2-8 16,0-4 0-16,0-1 0 15,18-5 3-15,0-8-7 16,7-1 13-16,0-9-16 16,0-2-5-16,4 0-39 15,-2 0-38-15,-2 0-16 16</inkml:trace>
  <inkml:trace contextRef="#ctx0" brushRef="#br0" timeOffset="1554">1090 271 312 0,'0'-7'33'0,"-10"7"-21"16,6 0 22-16,-1 0-7 16,5 0-24-16,0 0 7 15,0 0 5-15,0 0 6 16,0 3 0-16,0 11 6 0,0 2-8 16,0 5-7-16,0 4-4 15,-6 0-3-15,1-2 5 16,3 2-10-16,-1-1 0 15,3-3 4-15,0 8-3 16,0-4-2-16,0-4 3 16,0 1-3-16,0 1 4 15,3-5-6-15,4-3-1 16,2-3 4-16,-1-2-6 16,4-2-2-16,1-5 0 0,1-2-4 15,6-1-10 1,1 0-23-16,1-1-19 0,1-17-13 15,-1 3-44-15</inkml:trace>
  <inkml:trace contextRef="#ctx0" brushRef="#br0" timeOffset="1890">938 502 207 0,'0'-8'69'0,"0"8"-40"16,0 0 12-16,0 0 12 16,0 0-36-16,9 0-6 15,7 0-9-15,4 0-2 16,-4 0 8-16,1 0-10 15,-6 0 4-15,-3 0 0 16,1 3-1-16,2-3 0 16,5 0-1-16,9 0-3 15,5 0 4-15,6 0-14 16,6-14-2-16,-3-8-26 0,-1 4-41 16,-2 0-22-1,-9 6-67-15</inkml:trace>
  <inkml:trace contextRef="#ctx0" brushRef="#br0" timeOffset="2214">1587 179 272 0,'0'-9'106'0,"-4"6"-88"16,0 3 32-16,4 0-11 15,0 0-26-15,0 0 2 0,0 1-6 16,8 13 3 0,6-1-4-16,0-2 4 0,0 1-10 15,3 6 1 1,-2 3 5-16,3 3-2 0,0 6 0 16,0 2 0-16,-4 5-3 15,-7 0 4-15,-1 4-8 16,-6 1-2-16,0 0 4 15,0-3-13-15,0 0-7 16,0 0-11-16,-9-7-27 16,-9 0-67-16,-4 0-164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7:54.48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36 546 218 0,'8'-10'88'15,"-5"1"-68"1,-3 1 14-16,3 6 3 0,10 2-18 16,1 0-3-16,2 0 9 15,1 0-6-15,-3 0-9 16,-5 10 7-16,-4 9-10 16,-5 4 0-16,0 1-9 15,0 6 0-15,-19 3 2 16,-3-3-16-16,-3 0 0 15,-3-1-20-15,3-7-48 16,6 1-34-16</inkml:trace>
  <inkml:trace contextRef="#ctx0" brushRef="#br0" timeOffset="599">905 35 152 0,'0'-13'85'15,"0"1"-55"-15,0 7 12 16,0 0 19-16,0 5-23 16,0 0-11-16,0 0 0 15,0 0-6-15,0 0-11 16,0 0 6-16,-11 0-15 15,-5 0 1-15,-4 0-1 16,2 8 2-16,-2 6-1 16,4 1-2-16,-6 1 4 0,-1 6 4 15,4-3-12-15,0 8 7 16,2 1-2-16,7 4 2 16,3 5-1-16,5 3-4 15,2 0 3-15,0 0 3 16,0 2-7-16,0-2 2 15,0 1 3-15,0 0-3 16,0-2 1-16,0 1 1 16,0-2-3-16,-9-4 4 15,-2 1-5-15,-3-5-4 16,3 0 5-16,0-6-9 0,4-6-5 16,3-1-12-1,-1-9-9-15,5 0-15 0,-2-6-64 16,2-2 30-16</inkml:trace>
  <inkml:trace contextRef="#ctx0" brushRef="#br0" timeOffset="1073">458 532 195 0,'0'-13'48'16,"0"3"3"-16,0 3 10 0,14 0-20 15,3-1-26-15,-1 3-4 16,6 0-4-16,5 0-2 16,5 0-3-16,0 3 1 15,1-3-5-15,-1 2 2 16,-5 3 2-16,0-2-3 15,4 2 1-15,-2-3 2 16,5 0-6-16,-4-3 4 16,-5 5-5-16,-3-2 4 15,-2 1 3-15,-7 2-2 16,1 0 5-16,-5 0 1 16,-4 0 3-16,1 0 1 15,-1 0-7-15,4 5 1 0,-2 8 6 16,-1 1-9-16,-3 4 2 15,-1-3-2-15,2 2 3 16,-2-3 0-16,4 2-6 16,0-2 0-16,1-1 3 15,2 0-11-15,2-6-4 16,-6-2-4-16,1-5-19 16,-6 0-24-16,0 1-81 15</inkml:trace>
  <inkml:trace contextRef="#ctx0" brushRef="#br0" timeOffset="1312">1243 315 151 0,'0'-24'140'15,"0"-1"-141"-15,5 5 33 16,15 0 13-16,-2 6-34 16,-6 5-4-16,-7 5-9 15,-2 4-1-15,-3 0-16 16,0 0-19-16,0 0-18 0,3 4-111 16</inkml:trace>
  <inkml:trace contextRef="#ctx0" brushRef="#br0" timeOffset="1911">1417 517 112 0,'0'-8'71'0,"0"5"-51"16,0 3 41-1,0 0-16-15,0 0-16 16,0 0 2-16,4 11-1 0,-1-4-6 15,3 2-10-15,-1 4-4 16,2-2 3-16,-3-2-14 16,-1 1 0-16,1 0 2 15,-4 3 0-15,0-4 5 16,0 2-7-16,0-1 1 16,0-3 4-16,0-2-8 0,4-5-6 15,5 0 0 1,5 0 4-16,2 0 2 0,4-18-2 15,5-9 4-15,-3-6 5 16,1 2-6-16,-10 2 6 16,-5 10-2-16,-2 8 3 15,-6 10-1-15,0 1-3 16,0 0 2-16,0 0 2 16,0 0-3-16,2 0 9 15,1 10-2-15,3-3-4 16,-4 6 6-16,3-1-8 15,1 1-2-15,3 1 4 16,-1 2-9-16,2-7 0 16,5 1-5-16,4-5-6 15,4-5-38-15,6 0-89 0</inkml:trace>
  <inkml:trace contextRef="#ctx0" brushRef="#br0" timeOffset="2550">2068 447 283 0,'-19'-10'36'0,"4"6"-32"16,13 1 20-16,2 0-18 16,-2 3-12-16,-1 0 5 15,-1 0-5-15,-10 0 14 0,-4 0 9 16,-2 0 7-16,-2 6 9 15,3 4-14-15,5 4-13 16,3 1 2-16,3 4-7 16,5 2 2-16,1-1-2 15,2-1 1-15,0-1 4 16,0-3-7-16,0-3 0 16,0 0 2-16,0-1-3 15,2-7 0-15,9-1 1 16,8-3 4-16,0 0 1 15,7 0-4-15,3-18-1 16,3-9 3-16,1-3-4 16,-3-2 0-16,-8-5-1 0,-2-2 3 15,-15 1 4-15,-5-5-3 16,0 1 7-16,0 0 8 16,-3 5 1-16,-5 7-1 15,-4 8-7-15,7 9-2 16,1 3 4-16,2 5-7 15,2 0-3-15,-2 3 13 16,2 2-2-16,0 0 7 16,0 0-10-16,0 0-4 15,0 0 0-15,-3 0-6 16,3 5 3-16,0 17 3 16,0 8-3-16,0 1-2 15,0 5 1-15,0-1-1 16,0 2 3-16,5 0-6 0,1 1 0 15,5-3 3-15,1-6-7 16,1-1-12-16,1-9 8 16,-3 2-9-16,-4-7 5 15,0-1-28-15,1-4-39 16,-2-1-70-16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8:23.03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6 656 77 0,'0'0'62'0,"0"0"-5"16,0 0-6-16,0 0 13 0,0-2-21 16,0-6-27-16,0-5-1 15,0 1 0-15,0 2-7 16,-3 4 10-16,0 2-6 16,3 2-4-16,0 2 0 15,0 0-4-15,0 0 3 16,0-2-6-16,0 2-4 15,0 0 10-15,0-3-9 16,0 3 3-16,0-1 4 16,0-3 1-16,0 4 4 15,0-2 0-15,0 2-6 16,0 0 5-16,0 0-12 0,0 0 4 16,0 0 0-16,0 0 1 15,0 0-1-15,0 0-1 16,3 0-1-16,5 2 9 15,-2 3-10-15,2 2 2 16,0-2 2-16,1 3-2 16,-4-3 0-16,4 0 0 15,-1 0-1-15,-1-3 5 16,5-2-5-16,-3 0 3 16,2 0 8-16,2 0-6 15,3-10 2-15,2-10-3 16,0-6-3-16,2-10 6 0,3-8-8 15,-5-5 1-15,0-2 5 16,-5 6-5-16,-5 9 2 16,-4 8-3-1,-4 8 3-15,0 5 5 0,0 0-6 16,0 0 0-16,0 1 3 16,0-4-5-16,0-2 4 15,0-5-4-15,0-2-2 16,0 2 12-16,0 0-13 15,0 8 2-15,0 2 6 16,7 2-5-16,-1 5 4 16,-4-1-2-16,1 7-3 0,-3-1 9 15,3 3-6-15,-3 0 0 16,0 0 5-16,0 0-5 16,0 0 2-16,0 0-2 15,0 0-1-15,6 17 9 16,3 1-12-16,-2 4 4 15,4 1 6-15,0 4-7 16,2 9 2-16,-1-2 2 16,2 0-6-16,-4 3 10 15,-1 1-10-15,-1 4-1 16,-4 0 10-16,-4-5-8 16,0 2 2-16,0-8-1 15,0-4-4-15,0-9 6 16,0-6-4-16,0-7-1 0,0-5 3 15,0 0-1-15,0 0-1 16,2 0-6-16,3-9-7 16,-5-9-9-16,0-2-22 15,0 7-4-15,0 4-130 16</inkml:trace>
  <inkml:trace contextRef="#ctx0" brushRef="#br0" timeOffset="400">215 413 191 0,'-2'0'32'16,"2"-3"3"-16,-2 3 15 16,2 0-23-16,0 0 3 15,0-3 4-15,0 3-11 16,2-2-2-16,12 1-5 16,2 1-6-16,1-4 9 15,2 4-9-15,3-2-3 16,3-1 1-16,2-4-8 0,2-1 1 15,1 2 0-15,1-5-4 16,-10 1 4-16,1 2-5 16,-5 1-2-16,-7 2 8 15,1 3-8-15,-5-1-3 16,-3 1-15-16,0 2-73 16,3 0-117-16</inkml:trace>
  <inkml:trace contextRef="#ctx0" brushRef="#br0" timeOffset="1276">740 353 70 0,'0'0'87'16,"-3"0"-53"-16,1 0 3 15,-2 0 19-15,2 0-5 16,2 0-9-16,0 0 1 16,0 0-13-16,0 0-16 15,0 0 0-15,0 15-2 16,0 0-5-16,0 6-2 16,0-2-6-16,0 4 0 15,0-2 6-15,0 2-1 16,0-4-4-16,0-1 0 0,0-6 0 15,0 1 2-15,0-8-3 16,0 1-1 0,0-6 7-16,0 0-7 0,0 0 3 15,0-6 0-15,0-18-2 16,0-12 2-16,0 4-3 16,-5 2 0-16,1 11 9 15,4 7-9-15,0 6 2 16,0 1 2-16,0 2-2 15,0 1 7-15,0 2-2 16,0-2 3-16,0 2-1 16,0 0-5-16,0 0 1 15,0 0-2-15,0 0 0 0,0-3 2 16,9 3-3-16,11 0-2 16,-2 0 7-16,5 0-7 15,-4 0 1-15,2 0 2 16,2 0-4-16,-1 0 1 15,-5 0-5-15,0 0 1 16,-1 0 9-16,-3 0-9 16,5 0 4-16,-2-3-3 15,-2-7 2-15,2-2-3 16,4-1 0-16,0-1 3 16,-2-3 5-16,-4 1-8 0,-3 2 4 15,-8 1 4 1,0 6-3-16,-3 1 7 0,0 4-2 15,0 2-5 1,0 0 10-16,0 0-10 0,-13 0-3 16,-10 2 6-16,6 16-2 15,-2-1 4-15,2 0-3 16,7 1-3-16,-1-1 10 16,2 1-9-16,7 2-2 15,2 1 6-15,0-5-5 16,0 1 6-16,0 1-5 15,13-3-3-15,1 0 9 16,2-3-9-16,2-5 6 16,3 1-6-16,5-8 3 0,-1 0 2 15,2 0-10-15,-3 0-7 16,1-5-10-16,0-7-56 16,3 4-239-16</inkml:trace>
  <inkml:trace contextRef="#ctx0" brushRef="#br0" timeOffset="2752">1729 340 155 0,'0'0'50'15,"0"0"-34"-15,0-7 44 16,0 0-7-16,0 2-41 16,0 5 13-16,0 0 5 15,4 0-2-15,0 0 0 16,1 0-15-16,-2 5 6 15,-3 7-3-15,6 8-8 16,-1 2-5-16,4 3-1 16,-1 0 0-16,3 2 1 15,-1 1-4-15,4-6-3 0,-3 1 8 16,0-12-5-16,0 2 1 16,-2-4-1-1,0-8-4-15,-2-1 11 0,2 0-12 16,2 0 0-16,3-1 7 15,-1-25-11-15,1-2 5 16,-5-2 0-16,-1 3 1 16,-5 3 7-16,-1 6-4 15,1 3-1-15,-3 6 8 16,0 3-3-16,0 3 0 16,0 3 2-16,0 0-6 15,0 0 6-15,0 0-8 0,0 0 1 16,0 3 8-1,0 21-4-15,0 2 2 0,0 1-2 16,0 3-2-16,3-5 6 16,8-4-7-16,-1-5-3 15,5-6 8-15,-4-2-5 16,2-4-2-16,-4-4 6 16,2 0-5-16,2 0 5 15,4-2-6-15,2-18 0 16,2-4 8-16,-8-9-10 15,1-2 3-15,-5 1 1 16,-5 6-1-16,3 7 5 0,-7 8-5 16,0 5 2-1,0 5 6-15,0 1-7 0,0 2 5 16,0 0-3-16,0 0-2 16,0 0 4-16,0 0-6 15,0 0-1-15,0 0 9 16,0 0-8-16,0 8 3 15,10 6 0-15,12 2-4 16,3-2 7-16,6 2-7 16,-4-7 1-16,0 1 6 15,-2-5-6-15,-5-2-2 16,4-3 4-16,-5 0-3 16,7 0 4-16,1-6-8 15,-4-14 0-15,-4-2 0 16,-6 2-10-16,-4-2 6 0,-7 7 9 15,-2 5 3-15,0 5 3 16,0 3-2-16,-11 2 0 16,-11 0 8-16,1 0-3 15,1 0-1-15,4 12 3 16,-2 3-5-16,11 3 3 16,-1-1-6-16,5 0 1 15,0 3 3-15,3 0-4 16,0 0 1-16,0 2 0 15,0-1-1-15,0-5 3 16,14 2-5-16,11-6-2 16,5-4 5-16,6-6-11 0,2-2-6 15,-2 0-31-15,6 0-130 16</inkml:trace>
  <inkml:trace contextRef="#ctx0" brushRef="#br0" timeOffset="4160">3310 306 241 0,'-27'0'19'15,"10"0"-15"-15,15-10 33 16,-2 5-14-16,4 5-19 0,-5 0 21 16,-1 0 0-16,-4-3-3 15,-5 3 13-15,2 0-21 16,-6 0-1-16,0 0-2 15,-4 0-7-15,2 3 5 16,-1 12-10-16,4 2 0 16,5 5 4-16,8 3-3 15,-1 3 2-15,3-3-3 16,3-1-1-16,0-1 6 16,0-6-10-16,9-4 5 15,15-10-1-15,6-3-2 16,6 0-6-16,3-13-1 0,-6-12-2 15,-6-5 4-15,-6 0-12 16,-11 0 9-16,-1 0 7 16,-4 3 2-16,-2 5 3 15,3 7 3-15,-4 5 1 16,-2 8 17-16,3 2-5 16,-3 0-4-16,0 0-2 15,0 0 1-15,0 0 5 16,0 12-6-16,6 5-1 15,-1 6 0-15,6 0-7 16,-2 7 2-16,-4 1 4 16,-3 7-7-16,-2 6 1 15,0 2 0-15,0 2-4 0,0 2 8 16,0 0-10-16,0-5 2 16,0-1 4-16,4 1-7 15,-4 3 3-15,0 1 1 16,0 0-2-16,-9-3 10 15,-13-6-11-15,-3-8 3 16,5-8 6-16,7-11-5 16,-1-5 2-16,3-8-3 15,0 0-3-15,-3 0 12 16,-2-26-14-16,-2-6 3 16,-3-8 4-16,2-2-2 15,0-3 2-15,2 3-2 16,6 5 0-16,3 7 6 0,8 3-6 15,0-1-2-15,0 1 6 16,27-8-3 0,14-4-2-16,17-4 5 0,1 1-8 15,4-2 11-15,-5 6-10 16,-5 5 1-16,-13 9 3 16,-4 8-6-16,-7 2 0 15,-11 1 0-15,-1 4 2 16,-3-1 6-16,-3 2-6 15,0 2 3-15,-1-2 3 16,-3-2-3-16,1 4 0 0,-5 1 3 16,-3 5-4-16,0 0 6 15,0 0-5-15,0 0 1 16,0 0 7-16,-11 8-2 16,-11 14-2-16,1 1 1 15,6 2-3-15,3-1 4 16,4-4-6-16,8 0-1 15,0 0 5-15,0-8-1 16,0 2-5-16,6-8 3 16,13 0-4-16,3-6 8 15,6 0-8-15,-3 0-2 16,3 0 7-16,-6-20-3 16,-4-5 2-16,0-8 2 15,-10 0-6-15,-8-3 10 16,0 1-9-16,0 10 2 0,-3 8 8 15,-17 10-8 1,-1 7 2-16,-7 0-2 0,3 0-2 16,-1 12 9-16,8 0-12 15,7 0 3-15,4 1 4 16,7-2-14-16,0-5-2 16,0 2-14-16,26-3-68 15,2-3-61-15</inkml:trace>
  <inkml:trace contextRef="#ctx0" brushRef="#br0" timeOffset="4414">3899 315 171 0,'0'-1'73'0,"0"1"-47"0,0-4 24 16,0 4 16-16,0 0-33 15,0 0-13-15,0 16-4 16,3 3 4-16,2 6-10 15,1 5-3-15,-4 4-1 16,-2-1-6-16,0-3 4 16,0 0-7-16,3-8 1 15,-3-2 5-15,2-10-10 16,2-2 3-16,-2-6-2 16,4-2-15-16,2 0-42 15,3-5-105-15</inkml:trace>
  <inkml:trace contextRef="#ctx0" brushRef="#br0" timeOffset="4616">3979 177 209 0,'-3'0'95'15,"1"0"-49"-15,2-10 31 16,0 2-41-16,0 5-16 15,0-2-11-15,7 1-4 16,-1 1-2-16,-4 2-8 0,1 1-10 16,0 0-19-1,3 0-137-15</inkml:trace>
  <inkml:trace contextRef="#ctx0" brushRef="#br0" timeOffset="5756">3979 177 152 0,'88'168'25'16,"-88"-168"2"-16,0 0 38 0,0 16-15 15,0 3-1 1,0 5-12-16,0 0-8 0,0 0-14 15,0 6-5-15,0-3-5 16,-8-2-5-16,2-2 9 16,6-9-14-16,0-4 4 15,0-2 2-15,0-8-1 16,14 0 2-16,8 0-4 16,3-18 0-16,2-6 3 15,-5-8-4-15,-2-6 4 16,-9 4-3-16,-3 4 1 15,-2 7 3-15,-6 13-2 16,0 7-1-16,0 3 7 16,0 0-9-16,3 0 3 0,-1 0 1 15,4 9-1-15,-1 0 3 16,1 3 0-16,2 4 0 16,-2-2 5-16,5 1-6 15,0 3 1-15,3-6-3 16,4 1-1-16,5-8 2 15,8-5-2 1,5 0-4-16,0 0 10 0,3 0-13 16,-8-18 4-16,1 0-2 15,-5-9 0-15,-5 0 1 16,-2 5 1-16,-4 0 1 16,-7 6 7-16,-7 6-5 15,-2 6 2-15,0-1 3 16,0 2 0-16,0-2-1 15,-9 5 3-15,-4 0-4 0,2 0 3 16,-5 0-6-16,-1 0 3 16,0 3 2-16,-5 11-2 15,-1 7 2-15,5 1-2 16,5 2 1-16,1-1 3 16,3-1-5-1,7 0-1-15,2-1 4 0,0-4-6 16,0-7 4-16,0-2-4 15,11-4-3-15,11-4 8 16,6 0-6-16,-3-1 1 0,2-23 2 16,-5 0 0-1,-2-1 0-15,-4-5-1 0,-5 0 0 16,-6 5 4-16,-2 6-4 16,1 11-2-16,-4 5 5 15,0 3-2-15,0 0 2 16,0 11 0-16,0 10 1 15,0 7 5-15,0-3-5 16,-4 2-2-16,4 1-1 16,0-1 4-16,0 2-7 15,0 5 2-15,0-3 1 16,4 9 5-16,-2 3-10 16,3-2 0-16,3 4 6 15,-2-2-2-15,-3-1 2 16,-3-3-1-16,0-1-1 0,0-6 5 15,0-2-6-15,-11-6 2 16,-2-3 2 0,-1-7-3-16,3-6 1 0,-3-8 0 15,3 0-1-15,-4 0 4 16,5-15-3-16,-1-15-3 16,-3-8 5-16,6-10-5 15,-1-2 2-15,6 5 0 16,3 8-1-16,0 9 8 15,9 6-9-15,30-1 1 16,10-1 4-16,6-6-2 16,12 0 0-16,1-2-4 0,-10-1-25 15,0-3-179 1</inkml:trace>
  <inkml:trace contextRef="#ctx0" brushRef="#br0" timeOffset="6221">5390 95 345 0,'-31'12'44'0,"31"-12"-45"15,0 0 26-15,0 0 22 16,0 0-29-16,0 10 2 15,6 10 7-15,-1-1 7 16,0 2-1-16,-1 1-9 0,-2 8 0 16,4 5-6-16,2 6-9 15,1-2-4-15,4 3 0 16,-1 0-4-16,1-3 2 16,-2-3-1-16,-2-6-5 15,-2-6 3-15,-4-2-7 16,1-4-9-16,-4-4-8 15,0-4-14-15,0-7-40 16,0-3-27-16,0 0-307 16</inkml:trace>
  <inkml:trace contextRef="#ctx0" brushRef="#br0" timeOffset="6766">5179 492 267 0,'-8'0'61'0,"8"0"-55"0,0-15 40 16,12-5-13-16,15 9-14 15,6 2 3-15,-3 7 1 16,1 1 0-16,-1 1-6 16,-3-4-12-16,9 2-3 15,0-1-3-15,0 1-4 16,3-4 3-16,3 2-1 15,2-4-6-15,0 1 2 16,-3-3 1-16,-5 2 8 16,-7 3-4-16,-16 4 0 15,-5 1 6-15,-5 0-4 16,-3 0 6-16,0 0 6 0,0 0-2 16,0 3-1-16,-15 13-5 31,0 1-4-31,-4 3 6 0,2 5-4 0,0-1 1 15,6 1-2-15,5-2-1 16,6-5 3-16,0 0-7 16,0-5 2-16,11-2 5 15,12-5-6-15,4-6 0 16,3 0 3-16,6 0-1 16,-6-4 3-16,1-10-4 15,-8-7 0-15,-10 1 8 16,-5 3-5-16,-8-5 5 15,0 0 0-15,0-5-5 0,-10 1 7 16,-5 6-6 0,1 8-7-16,1 7 11 0,-6 5-7 15,-6 0-15-15,-3 0-38 16,-4 15-220-16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8:31.49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228 35 106 0,'-13'7'90'0,"4"-4"-71"15,3-3 24-15,3 0 3 16,3 0-31-16,0 0-11 16,0 0 6-16,0 0 10 15,-3 0 18-15,3 0-4 16,-2 0-15-16,-4 0-6 0,-1-3-5 15,-5 2-8-15,1 1-5 16,0 0 13-16,-3 0-9 16,1 0 2-16,-2 0 5 15,-4 18-2-15,0 3 2 16,-2 9-1-16,3 2-4 16,4-3 5-16,6 0-9 15,5-7 5-15,3-5-1 16,0-7-5-16,0-5 4 15,11-5 0-15,12 0 1 16,1-5 6-16,6-18-8 16,4-7 0-16,-1-2 3 15,1-4-3-15,-7-2 0 16,-8 3 1-16,-8 9-1 16,-5 8 6-16,-6 7 5 0,0 11 4 15,0 0 9-15,0 0-15 16,0 0-4-16,2 0 0 15,3 11-5-15,-1 10 8 16,4 6-8-16,-2-1 4 16,-1 6 0-16,3 5-4 15,1 3 3-15,-1 10 0 16,3-1-3-16,2 6 6 16,7 0-8-16,-4 2 2 15,4 1 1-15,-6-4-2 16,-3-5 3-16,-6-1-3 15,-5-9-2-15,0-4 9 0,0-5-8 16,-2-10 5-16,-12-4-1 16,0-7-2-16,-3-7 3 15,-4-2-5-15,-4 0 1 16,-4-10 5-16,2-21-9 16,3-17 3-16,3-7 1 15,12-12 1-15,9 0-2 16,0 2 1-16,0 13 0 15,24 12 6-15,3 10-6 16,7 4 5-16,4 0 1 16,1 2-1-16,8-1-3 15,3-1 0-15,4 2-4 16,5-6 7-16,-8 0-13 0,0-2-2 16,-15 7-5-16,-12 10-3 15,-6 5 12 1,-14 10 4-16,-1 0-1 15,-3 0 11-15,0 0-8 0,0 0 2 16,0-2 3-16,0 2-1 16,0 0 4-16,0 0 10 15,0 0-14-15,-7 0 10 16,-11 0-8-16,2 20-1 16,0 7 4-16,2 0-2 15,6 3-2-15,5 0-1 16,3-8-4-16,0-2 7 0,0-5-10 15,11-3 3-15,11-6 4 16,-1-6-5-16,4 0 0 16,-2 0-1-16,-7 0 1 15,-2-13 7-15,-6-7-5 16,-1-5 0-16,-5-7 4 16,-2 0-1-16,0-3 0 15,-11 0-1-15,-14 10-2 16,2 8 4-16,-4 14-9 15,5 3 0-15,6 0-12 16,-1 20-46-16,9 8-241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8:38.9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41 129 184 0,'-30'-3'105'15,"24"-12"-104"-15,6-10 28 16,0 10 48-16,0 3-44 15,11 3-15-15,2-3 2 16,-1 1 8-16,1 0 5 16,-4 3-13-16,-1 2-12 15,0 6 3-15,3 0-10 16,9 0-1-16,7 0 1 0,6 14-2 16,-5 9 4-16,-3 2-6 15,-9 0 2-15,-5-1 3 16,-11 4-3-1,0-1 6-15,0 3 5 0,-19 3-3 16,-6 1-1-16,1 0-5 16,4-8 0-16,7 4 2 15,1-5-4-15,1-1 0 16,2 1-3-16,5 0-3 16,-3-3 2-16,5 0-12 15,-1-1-28-15,1-1-18 16,2-2-145-16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8:39.2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 47 311 0,'0'-12'21'0,"0"4"28"16,0 6 4-16,0 2-39 0,7-6-9 15,7-3-6-15,-3 4 3 16,-2 0-1-16,-7 5 4 15,-2 0 13-15,0 0-13 16,0 0-23-16,0 0-22 16,0 0-203-16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48:34.03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83 45 208 0,'-21'-7'133'0,"4"-9"-126"0,9 2 68 15,5 6-39 1,3 8-25-16,0 0-2 0,0 5 10 16,0 22 8-16,0 11-8 15,0 4-2-15,7 5-2 16,-3 3-7-16,5 7-3 16,-4 0-5-16,1 2 1 15,-1-1 3-15,-5-3-6 16,0-4 0-16,0-6 7 15,0-5-6-15,0-6 1 16,0-11 1-16,0-3-2 16,0-7 3-16,0-3-4 0,0-8-4 15,0 0 5 1,0-2-8-16,0 0 9 0,0 0-4 16,0-22-4-16,0-10 6 15,0-2-3 1,3-7 3-16,5 7 9 0,3 1-12 15,1 9 5-15,3 9 2 16,0 4-5-16,2 4 9 16,-1 4-9-16,0 3 1 15,-1 0 8-15,1 0-9 16,0 0 3-16,4 0 2 16,-7 0-7-16,1 9 7 15,-5 5-6-15,-7 6 1 16,-2 3 8-16,0 4-8 0,-4 0 5 15,-30 0-3 1,-4 0 2-16,-7-2 2 0,4-4-6 16,2-4 2-16,6-5 5 15,11-7-6 1,5-5 1-16,9 0 4 0,3-2-6 16,5-24 4-16,0 4-4 15,0 0-2-15,0 9 8 16,18 6-3-16,5 5 0 15,-1 2 2-15,0 0-3 16,-3 0 3-16,1 0-3 16,-2 0-4-16,11 2 10 15,4 0-8-15,5-2-2 0,9 0-7 16,6-2-9 0,8-18-5-16,-6-4 10 0,-9-4 6 15,-7-2 13-15,-12 3-10 16,-9 0 7-16,-5 2 1 15,-5 3-1-15,-5 6 5 16,0 4-3-16,-3 5-1 16,0-1 12-16,0 3-8 15,0 2 4-15,-11 3-3 16,-11 0 2-16,-1 0-5 16,-4 0 3-16,5 13-6 15,1 9 8-15,3 5-6 16,7 3 1-16,4 3 1 15,7-3-4-15,0 0 2 16,0-8-1-16,0-3-5 0,5-6 8 16,14-4-6-16,6-5 0 15,2-4-1-15,1 0-3 16,3 0 1-16,-1-8-7 16,6-12 1-16,-3-4 7 15,-3-4-5-15,0-2 3 16,-7-2 4-16,-4 2 1 15,-6 3 0-15,-2 7 2 16,-5 10-2-16,0 8 8 16,-6 2-4-16,2 0-1 15,2 0 4-15,-1 0 3 16,1 4 2-16,2 17-5 0,-3 1-3 16,2 5 4-16,1 0-9 15,-1 1 1-15,8-3 4 16,8-6-5-16,3-3 4 15,6-7-5-15,1-2 3 16,3-7 3-16,-2 0-7 16,-1 0 0-16,-4 0 4 15,-7-16-2-15,-1-6 4 16,-2-7-4-16,-6 2 1 16,-1 0 7-16,-1 5-8 15,-3 10 1-15,-4 1 5 16,-2 10 0-16,0 1-2 0,0 0 2 15,0 0 0-15,0 0 4 16,0 0-8-16,0 0-1 16,0 0 5-16,0 0-5 15,3 0-1-15,3 0 2 16,-1 0 0-16,-2 12 9 16,-1 6-3-16,2 1 2 15,-4 4-1-15,0 1-3 16,0 1-4-16,0 2 0 15,0 0-1-15,0-1 7 16,0-2-8-16,2 1-1 16,9 5 9-16,1 0-6 15,3 4-2-15,2 1 1 16,-2 6-4-16,-5 0 7 0,-4 1-11 16,-6 5-1-16,0 1-1 15,0-3-1 1,-3-4 11-16,-14-5-8 0,1-12-12 15,0-6 6-15,1-11 0 16,1-7 4-16,1 0 4 16,-4-10 4-16,0-22 5 15,1-5-4-15,0-10 2 16,2-1 8-16,-1 2-8 16,6 5 3-16,0 9 13 15,6 7-6-15,3 8 6 16,0-1-4-16,0-4-9 0,12 0 6 15,24-8-11-15,7-8 0 16,13-2 3-16,4-1-7 16,3-7 2-16,-2 2-3 15,-14 3-7-15,-11 17 10 16,-17 8-1-16,-8 12 4 16,-8 6 4-16,-3 0-3 15,0 0 3-15,0 0-3 16,0 0-3-16,0 0 9 15,0 0-8-15,0 0 2 16,0 6 7-16,0 8 1 16,-6 8-4-16,-4 5 1 15,-4 3-3-15,8-2 4 16,6-1-9-16,0-7 2 0,0-3 5 16,0-4-7-16,11-8 3 15,11-3 3-15,1-2-7 16,2 0 8-16,-6-2-8 15,-5-12 3-15,-7-2 4 16,-1-2-5-16,-6-1 3 16,0-8-1-16,0-1 0 15,0 1 4-15,0 4-7 16,-8 13 1-16,-11 7 6 16,-12 3-4-16,-5 0 0 15,3 0 0-15,6 6 1 16,13 1 3-16,5-2-7 0,9 0-2 15,0 2 8-15,0-4-6 16,20 3 1-16,7-6 1 16,6 0-6-16,1 0 7 15,-4 0-6-15,-3 0 2 16,-4 0 9-16,-1 0-7 16,-2 0 4-16,-4 0 0 15,6 0-2-15,0 0 5 16,6 0-1-16,-1 1-4 15,-2 10 4-15,-3 1-4 16,-6 3 1-16,-2 3 3 16,-8 4-5-16,-3 1 6 15,-3 1-6-15,0-4-3 0,0-3 9 16,0-7-8-16,0-5 3 16,0-5 2-16,0 0-2 15,0 0 4-15,0 0-8 16,5-18-4-16,3-9 8 15,3-3-7-15,1-1 2 16,-3 1 1-16,2 5 0 16,-4 8 3-16,4 9-1 15,-2 7 2-15,2 1 6 16,0 0-4-16,-3 0-1 16,2 6 1-16,-1 9 0 15,3 3 6-15,-5-6-8 16,1 0 1-16,4-2 3 15,2 0-6-15,-1-5 2 0,7-3 0 16,5 1-3-16,5-3 2 16,0 0-8-16,4 0-9 15,-2-5-14-15,2-13-159 16</inkml:trace>
  <inkml:trace contextRef="#ctx0" brushRef="#br0" timeOffset="521">2522 485 306 0,'0'-6'35'16,"0"-6"5"-16,0 3 8 15,-6 6-30-15,-4 3-18 16,-1 0 2-16,-12 0 2 0,-2 0 1 16,1 0 5-16,-1 7-1 15,2 8 0-15,4 3-2 16,3 2-1-16,2 4-4 15,8 1-2-15,1-2 2 16,5-4 0-16,0-1-4 16,0-3 1-16,0-3 4 15,0-4-5-15,0-2 1 16,9-5 1-16,4-1-2 16,4 0 1-16,2 0-9 15,0-10 0-15,3-15 9 16,-6-4-2-16,4-9 3 0,-4-8 1 15,-2-5-2-15,1-6 3 16,-8-5-2-16,-1 4-1 16,-6 7 6-1,0 16-3-15,0 20 7 0,0 11 4 16,0 4-2-16,0 0-5 16,-6 1-5-16,-5 19-2 15,6 2 15-15,2 7-4 16,3-3 10-16,0 8 8 15,0-3-20-15,0 7 1 16,0 1-6-16,0-2-4 16,6 1 8-16,7-9-10 15,4-1 1-15,-3-4 0 0,0-3-19 16,0-10-36-16,-3 2-71 16</inkml:trace>
  <inkml:trace contextRef="#ctx0" brushRef="#br0" timeOffset="1394">3022 275 71 0,'11'0'61'16,"10"0"-15"-16,13 0 10 15,-1 0 33-15,-14-4-18 16,-19 1-22-16,0 3-12 16,0 0-6-16,0 0-9 0,0 0-13 15,0 7-1 1,0 8-1-16,0 8 0 0,6 2-2 16,3 5 4-16,-4 2-3 15,3 6 7-15,-3 1-6 16,1 3-5-16,-3-2 1 15,2-2-4-15,-1 0-2 16,-2-8 5-16,1-7-10 16,-1-6-1-16,-2-4-1 15,2-8-1-15,-2-2-8 16,0-3-9-16,0 0-47 16,4-10-148-16</inkml:trace>
  <inkml:trace contextRef="#ctx0" brushRef="#br0" timeOffset="1898">3234 239 137 0,'0'0'92'16,"-2"-3"-49"-16,2-2 15 15,0 5-4-15,0 0-20 0,4 0-13 16,17 0-3-16,0 18 1 16,2 8-4-1,2 2 1-15,-1 5-6 0,4 1-3 16,1 4 6-16,0-4-16 16,1 0 3-16,1-4 1 15,-4-7-2-15,0-3 1 16,-2-2-1-16,-5-9-6 15,-1-1 14-15,-5-1-14 16,-3-7 4-16,-3 3 1 16,3-3-5-16,1 0 4 15,1 0-7-15,4-10-5 16,-3-10 6-16,0-7 0 16,-3-8 7-16,-6-2 2 15,-3-6 0-15,-2-1 2 0,0 2 3 16,0-1 1-16,-10 7 3 15,-5 6-10-15,8 7 1 16,1 8 1-16,6 8-3 16,0 4-1-16,0 1-2 15,0 2 0-15,3-3-3 16,14 1-19-16,8 2-61 16,2 0-73-16</inkml:trace>
  <inkml:trace contextRef="#ctx0" brushRef="#br0" timeOffset="3000">4079 551 192 0,'-3'3'29'0,"3"2"-7"16,0 3 38-16,0 1-21 16,0-1-17-16,0-1 2 0,12-1-8 15,3-4-3 1,6-2-3-16,0 0-10 0,4 0-2 15,0-20 4-15,3-2-6 16,-6-6 3-16,0-4-5 16,-8-3-5-16,-9 3 13 15,-5-3-6-15,0 13 3 16,-5 7 11-16,-23 10-4 16,-8 5 5-16,-3 0 5 15,4 20-9-15,7 0-1 16,9 3-4-16,8-4 1 15,8 1 0-15,3 4-4 16,0-1 2-16,0-1 0 0,8 3-2 16,11-2 3-1,-2-1-4-15,5-5 1 0,-2-4 1 16,1-6-5-16,7-2 4 16,2-5-1-16,4 0-1 15,-1 0-1-15,-3-7-8 16,-3-9-1-16,-4-3 6 15,-4-6-1-15,-2 1 3 16,-4-6 4-16,-4 0 1 16,-4 10 6-16,-2 4 0 15,0 13 5-15,-3 3 6 16,0 0-8-16,0 0 2 0,0 14 4 16,0 8-10-16,0 2 0 15,0-3-6-15,0-2 0 16,8 2 5-16,0-7-5 15,6-4-2-15,0-4 3 16,5-6-4-16,1 0 1 16,-1 0-3-16,-3 0 0 15,1-18 11-15,-3-2-8 16,-1-3 3-16,1-6 3 16,-3 1-6-16,-2 4 6 15,-4 7-3-15,-2 7-6 16,0 7 13-16,-3 3-8 15,0 0-2-15,0 3 11 16,0 16-2-16,0 6 3 16,-6-2-2-16,6 0-6 0,0-5 2 15,0-3-6 1,0-2 4-16,18-8-1 0,6-5-5 16,3 0 3-16,-2 0-5 15,0-2-3-15,-3-14 10 16,-5 1-8-16,-4-3 8 15,-1-5-3-15,-1-5 1 16,-5-1 1-16,-2-9 0 16,-1-2-2-16,-3 6 8 15,0 6-7-15,0 11 2 16,0 15 1-16,-13 2-2 16,-10 0 3-16,5 0-3 0,0 14-4 15,7 1 12 1,11-3-9-16,0-4-2 0,0 0 2 15,0 3-2-15,15-5-2 16,1-1-10-16,6 0-39 16,-3-3-28-16,6-2 4 15,0 0 7-15,3 0-43 16</inkml:trace>
  <inkml:trace contextRef="#ctx0" brushRef="#br0" timeOffset="3323">5175 15 195 0,'-25'-2'26'15,"9"-1"-22"-15,5 1 38 16,8 2-20-16,3 0-17 0,0 0 0 16,0 0 14-16,0 0 18 15,0 0 0-15,0 10-3 16,0 7-11-16,0 5-4 15,0 8 4-15,0 5-4 16,0 4-8-16,0 6 2 16,0 0-11-16,0-3 1 15,0 1 0-15,0-1-3 16,0-3 1-16,0-1-6 0,0-1 1 16,0 0 1-16,0-4-17 15,0-6 10-15,0-5-3 16,0-4-17-16,0-8-24 15,0-6-128-15</inkml:trace>
  <inkml:trace contextRef="#ctx0" brushRef="#br0" timeOffset="4335">5056 500 177 0,'-5'0'149'16,"5"0"-133"-16,0-12 38 0,9-9-28 16,23 9-16-1,10-1-8-15,5 6 0 0,-9 2-4 16,-5 3-3-16,-13 2 5 16,-7 0-6-16,-1 0 4 15,-1 0 3-15,2 0-3 16,1 0 3-16,6 0-4 15,-2 0-3-15,5 0 11 16,-1-6-13-16,-6 1 8 16,-5 4 3-16,-2 1 1 15,-9 0 5-15,0 0 12 16,0 0-4-16,-9 6 5 16,-4 12-11-16,4 2-9 0,4-1 3 15,3-1 2 1,2 0-6-16,0-1 1 0,0-3-3 15,0 2 5-15,0-6-7 16,0-1 0-16,11-3-2 16,3 1 2-16,1-4-1 15,-1-1-2-15,0-2-1 16,0 0 7-16,1 0-6 16,-2 0 3-16,-2-12 5 15,-3-8-2-15,-4-1 1 16,-4-6-1-16,0-3-1 15,0 1 7-15,0-1-11 16,-12 5 4-16,1 10 2 0,5 11-1 16,3 0 1-16,3 4-2 15,0 0-2-15,0 0 5 16,0 8-3-16,0 5 0 16,0 0 3-16,0-4-2 15,14 1 1 1,6-3 0-16,7-2 0 0,9-5 6 15,5 0-9-15,6 0 0 16,3 0 4-16,-6 0 0 16,-10 0-3-16,-7 5 1 15,-11 5 0-15,-4 5 6 16,-4 0-2-16,-5 2 1 16,-1 3 4-16,-2-3-6 15,0 1 3-15,4-3-9 0,-4-5 2 16,2 0 6-16,1-4-9 15,-3-2 2-15,0-4 7 16,0 0-7-16,0 0 4 16,2 0 0-16,1 0-6 15,8-3 8-15,2-19-8 16,8-8-1-16,0-6 4 16,2-3-3-16,-4 9 5 15,-2 11-1-15,-7 9 1 16,-4 7 6-16,-6 3-4 15,3 0-1-15,-1 3 5 16,5 17-3-16,-3 0-1 16,2 5-3-16,2-8-1 0,3 3 8 15,2-5-7-15,2-3 1 16,2-2 7-16,2-5-8 16,6-5 2-16,3 0-1 15,8 0-3-15,-7 0 3 16,0-7-9-16,-8-4-7 15,-10 2-7-15,-4-1-27 16,-5-5-161-16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1:08.74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160 148 292 0,'-30'0'12'0,"-10"-5"-21"0,6-20 32 16,7 11-2 0,21 10 20-16,-1-1-5 0,5 5-23 15,2 0-4-15,-3 0 0 16,0 0 0-16,0 0 16 16,0 0-11-16,1 0 4 15,2 0 5-15,0 0-3 16,0 0 3-16,0 0-8 15,0 0-2-15,0 0 7 16,0 0-15-16,0 0-3 16,0 0-2-16,0 0-2 15,0-3-1-15,2 3 11 0,12 0-7 16,11 0 7 0,6 0-10-16,2-2 2 0,6 2 1 15,8-2 1-15,-1-2-2 16,7 3 0-16,1-5-3 15,0 2 9-15,0 2-11 16,-1-4 5-16,0 1 1 16,2 3-2-16,-3-2 1 15,6-3-1-15,3 1-3 16,-3 0 7-16,0-1-7 16,6 5 3-16,1-1-1 15,10 1 3-15,0-2-2 16,2 2-1-16,-2 1 0 15,-1-2 9-15,1 0-13 16,-3 0 4-16,-7 0 2 0,2 3 1 16,-9 0-2-1,-3 0 0-15,1 0-4 0,-4 0 12 16,-5 0-10-16,-3 0 1 16,-9 0 4-16,1 0-4 15,0 0 4-15,7 6-2 16,0 0-5-16,4-3 12 15,5 3-13-15,2-6 5 16,-3 0 2-16,0 0-2 16,-13 0 4-16,-11 0-6 0,-7 0 3 15,-9 0 3 1,-2 0-6-16,-4 0 0 0,-3 0 3 16,-2 0-2-16,0 0-1 15,0 0-3-15,0 0-8 16,0 0 2-16,0 0-28 15,-13 0 4-15,-17 8-76 16,-6-1-102-16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1:11.81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179 146 108 0,'6'-4'115'16,"-6"-1"-111"-16,0-1 12 15,0 3-4-15,0-1-3 16,0 2 5-16,0-1 2 15,0 3-8-15,0-2 6 16,0 2 11-16,0 0 5 16,0-5-25-16,-3 0 4 0,-6-1 2 15,-2 3-3 1,4-3 4-16,3 3-1 0,2 1 8 16,-1 2-5-16,3 0-5 15,-3 0 5-15,3 0 5 16,-3 0-7-16,3 0 3 15,-3 0-5-15,-1 0-4 16,-7 7 10-16,-3 16-10 16,0 0 3-16,3-3 0 15,2 2-9-15,0-1 5 16,2 4-4-16,-1 5 0 16,-1 5 4-16,-3 3-4 15,5 2 1-15,-4-4 4 16,2 4-4-16,9-5 1 15,0 1-2-15,0-1 4 0,0 4 0 16,0 1-6-16,12 5 1 16,-4-5 8-16,-1 6-6 15,2 2-2-15,-3 1 0 16,0 1-1-16,-4 4 4 16,0 1-6-16,2 2 0 15,-4 0 8-15,0 0-7 16,0 0 3-16,0 3-2 15,3-6 1-15,1 1 0 16,3-5-3-16,1 1-1 16,0-3 8-16,1 0-6 15,-1-1-1-15,0 0 2 16,-2-3 0-16,-1 1 3 16,-3 2-5-16,2-1 1 0,-4-4 6 15,0 3-6-15,0-6 3 16,0-2-1-16,0-2-1 15,0-2 3-15,0-3-4 16,0 0-1-16,-4-1 7 16,4-1-9-16,0-2 6 15,-2-1-3-15,2 0 4 16,-2-2-2-16,-1 1-1 16,3-1-2-16,-4 2 7 15,2-1-7-15,-1 1 2 16,1 0 0-16,-1-3-2 15,-3 0 6-15,4-1-6 16,-5-7 2-16,3 4 6 16,-2-4-6-16,3-1 0 0,0-3 2 15,3-3-2-15,0-1 2 16,0-2-10-16,0 2 7 16,0 5 8-16,0-4-8 15,0 8 3-15,0-4 0 16,0 2-1-16,0-1-1 15,0 0-2-15,0-1 1 16,0-1 7-16,0-2-16 16,0-4 5-16,3 2 6 15,0 0 0-15,0 2 1 16,0-1-1-16,-1-5 2 0,0 3-2 16,5-1-5-16,-3-3 3 15,8 5-3-15,-1-1 6 16,5 1 4-16,4-3-3 15,-4 6-5-15,4-5 9 16,-7 2-9-16,8-2 4 16,-3 1 0-16,6 1-2 15,10-6 3-15,4 0-4 16,13 0 0-16,6 0 8 16,4 0-7-16,0-7 0 15,-3-1 2-15,-1-1-1 16,-3 3 1-16,0 2-3 15,-6 1-2-15,-4-1 10 0,-5 2-9 16,1 0 3 0,5 2 0-16,10-3 0 0,3-4 2 15,6 2-3-15,2-2-2 16,-3-4 8-16,1 4-7 16,-6-1 2-16,-3 4 0 15,-2-2 1-15,-6 6 0 16,-1-2-2-16,-1 2-1 15,-5 0 9-15,5 0-7 16,0 0-2-16,2-3 12 16,5-2-5-16,0 1-3 15,7-2-2-15,1 0-2 0,1 0 6 16,-2 1-7-16,-14 0 0 16,-12 5 0-16,-10 0 1 15,-12 0 1-15,0 0 0 16,1 0 0-16,3 2 6 15,6 1-11-15,6-3 6 16,9 0 0-16,2 0 0 16,3 0 0-16,1 0-1 15,-4-3 0-15,1-7 6 16,0 4-8-16,-3-1 1 16,-3-1 3-16,-6 2-3 15,-11 1 3-15,-1 5-3 16,-10 0-3-16,1 0 10 15,0 0-8-15,2-2 3 16,3 0 0-16,3-2 0 0,2 2 1 16,4-5-1-16,1 2-4 15,-1-3 11-15,-1 0-11 16,-8 5 5-16,-5-1-1 16,-4 2-1-16,-2 2 4 15,0 0-5-15,0 0 6 16,0 0 1-16,0 0-8 15,0 0 3-15,0 0 2 16,0 0-2-16,0 0 2 16,0 0 1-16,0 0-4 15,0-5 8-15,0 0-9 16,0-2 5-16,0-4-2 0,0 4 0 16,0-2 3-16,0-5-4 15,0-2-3-15,0-5 9 16,9-6-6-16,2-1-3 15,-3 2 3-15,0 0 0 16,-5 3 2-16,0-3-2 16,-3 6-3-16,0-5 11 15,0 4-9-15,0-6 1 16,0 0 6-16,0 0-6 16,0-5 1-16,0-2 0 15,3-6-4-15,11-1 8 16,-3-3-7-16,-4 4-1 15,-3 2 7-15,-4 10-3 16,0 5 1-16,0 4 1 16,0-2-1-16,-7-1 7 0,-3-2-9 15,-1-5-1-15,3-2 4 16,-1-5-2-16,1-8 0 16,3-10-1-16,2-1-1 15,3-1 9-15,0 11-12 16,0 12 4-16,0 3 7 15,0 3-8-15,0-3 5 16,0 0-2-16,0-3-1 16,0 1 5-16,0-5-7 15,0-4 0-15,3-3 5 0,-3-3-5 16,0 1 2 0,0-6 0-16,0 6-1 0,0 4 8 15,-9 4-8-15,-2 6 3 16,-3 7 4-16,3 3-1 15,0 1 0-15,4 2-3 16,0-4-4-16,5 2 6 16,-1-2-7-16,3-7 1 15,0-7 5-15,0-11-6 16,0 1 3-16,0-3 0 16,0 11-2-16,0 7 6 15,0 6-8-15,0 10 3 16,0 2 5-16,0 0-5 15,0 2 0-15,0-2 3 16,0-2-5-16,0-2 6 0,0 0-5 16,0-4 0-16,-2 3 3 15,-2 1-4-15,-1 3 3 16,3 6-1-16,-5-1 0 16,5 5 5-16,0-4-8 15,-1 0 2-15,3 2 4 16,-4-1-3-16,4 2 0 15,-5 2-2-15,3-3 1 16,-5 4 6-16,3-1-9 16,-3-5-2-16,3 6 11 15,-5-3-9-15,-3-2 6 16,1 4-5-16,-2-2 6 16,-3 2-2-16,-1 2-2 0,-2-4-5 15,2 1 12-15,-2 3-8 16,-1-6 4-16,2 3-2 15,-5 1 0-15,1-2 3 16,-5 5-10-16,-1 1 5 16,-1 0 5-16,5 0-7 15,-1 0 2-15,9 0-5 16,-4 0-8-16,1 0-19 16,-3 7-32-16,-14 0-28 15,-11 3-275-15</inkml:trace>
  <inkml:trace contextRef="#ctx0" brushRef="#br0" timeOffset="737">513 752 247 0,'0'-17'55'0,"0"3"-51"16,-2 3 40-16,2 11 17 15,-2 0-29-15,-2 0-12 16,4 0 8-16,-3 0-3 16,3 15-5-16,0 11-8 15,0 4-2-15,0 0-2 16,0 1-5-16,0-1-4 15,0-8-2-15,0-2 8 16,0-7-8-16,0-6 3 16,9-7 5-16,4 0-4 15,4 0 3-15,2-14-3 16,4-16-3-16,-7-6 10 0,-2 0-13 16,-6 6 6-16,-6 7 2 15,-2 10-2-15,0 8 5 16,0 5 8-16,0 0-11 15,0 0 5-15,-8 0-4 16,-8 5-5-16,-9 18 2 16,3 2-3-16,3-5-1 15,8-3-12-15,5-2-9 16,3-1-9-16,1-8-33 16,2 4-112-16</inkml:trace>
  <inkml:trace contextRef="#ctx0" brushRef="#br0" timeOffset="1262">1577 857 394 0,'-30'-20'-13'16,"-10"20"17"-16,4 0 31 15,19 0-15-15,2 11-12 16,1 3 8-16,-1 4 1 15,-1 4 2-15,-2 3-3 16,0 2-7-16,7-3 3 16,0 5-10-16,6-5 0 15,5-2 2-15,0-5-8 16,0-6 2-16,13-4 4 16,12-7 3-16,9 0-1 15,4 0-3-15,-4-15-4 16,-2-15 12-16,-10-1-12 15,-4-8 4-15,-9 7 3 16,-9 5-2-16,0 5 6 0,0 12-4 16,-5 6-6-16,-8 0 16 15,-3 4-21-15,-4 0 5 16,-2 0 2-16,-1 13-7 16,5 2-8-16,4 3-47 15,7 2-51-15,7-4-162 16</inkml:trace>
  <inkml:trace contextRef="#ctx0" brushRef="#br0" timeOffset="1779">2234 728 264 0,'-9'-18'47'15,"9"9"-5"-15,0 3 37 0,-3 6-31 16,-3 0-29-16,1 0 2 16,-3 0-13-16,-3 6-1 15,-6 14-1-15,4 6-7 16,1 8 6-16,4-3-5 16,8-1-2-16,0-1 7 15,6-10-13-15,21-7 7 16,5-4 10-16,2-8-9 15,-3 0 1-15,-3 0-2 16,-9-18 1-16,-8-7 5 16,-3-1-6-16,-4-10-1 15,-4 4 10-15,0-1-10 0,0 14 7 16,0 8-5-16,-4 9-4 16,-10 2 6-16,-8 0-6 15,-8 23-5-15,-1 7-12 16,12 4-96-16,19-4-128 15</inkml:trace>
  <inkml:trace contextRef="#ctx0" brushRef="#br0" timeOffset="2378">836 1744 73 0,'-10'-2'210'0,"-13"-8"-199"0,1 5 40 16,14 5 27-16,2 0-26 15,-2 0-31-15,-1 0-10 16,-1 5-3-16,1 17 6 16,3 4-5-16,1 0-5 15,3 0-2-15,2-6-2 16,0-6-1-16,0-7-2 16,0 0-2-16,5-7 9 15,18 0 0-15,6 0-1 16,5-18-1-16,-10-12-2 0,-6-6 5 15,-11 2-2 1,-7 4-6-16,0 10 11 0,0 8-3 16,0 9-4-16,-2 3-3 15,-9 0-1-15,-3 10 10 16,-6 20-18-16,4 5-4 16,5-3-15-16,6-2-75 15,5-8-122-15</inkml:trace>
  <inkml:trace contextRef="#ctx0" brushRef="#br0" timeOffset="2892">1781 1910 282 0,'-22'-14'79'15,"5"4"-80"-15,11 10 59 0,6 0-12 16,-9 0-29-16,0 0-6 16,-6 15-2-16,-1 7-3 15,-1 1-5-15,6 0-2 16,0-1 9-16,9-6-12 16,2 2-3-16,0-6 4 15,2-5 0-15,26-7 9 16,8 0-3-16,0 0-5 15,0-14 9-15,-9-7-8 16,-10 3 1-16,-7-8 2 16,-7 1 0-16,-3 1 0 15,0 4-1-15,0 10 3 16,0 4 10-16,-10 6-20 16,-8 0 1-16,-3 0-13 0,-8 0-9 15,8 21-83-15,4 9-107 16</inkml:trace>
  <inkml:trace contextRef="#ctx0" brushRef="#br0" timeOffset="3347">2606 1707 349 0,'0'-17'24'16,"-6"17"6"-16,-13 0 33 15,-4 0-34-15,-1 0-21 16,-1 4 7-16,4 13-13 15,-2 2 1-15,4 2 2 16,5 2-4-16,3-1 1 16,0-1 1-16,8-4-3 15,1-4 3-15,2-7-6 0,0 0 2 16,0-3 3-16,5-3 3 16,14 0 1-16,6 0-6 15,-2-15 2-15,-5-10 4 16,2-5-8-16,-4-5 1 15,-2-1 2-15,-5 1 1 16,-7 9-3-16,-2 6 1 16,0 12-5-16,-11 8-2 15,-27 0-22-15,-6 14-114 16,-9 16-177-16</inkml:trace>
  <inkml:trace contextRef="#ctx0" brushRef="#br0" timeOffset="3984">1781 1386 106 0,'0'0'38'15,"0"0"-39"-15,3 0 16 16,-3 0 38-16,0 0-19 16,0 0 3-16,0 0 35 15,0 0-24-15,0 0 2 16,0 5-16-16,-6 7-21 15,-9 6-7-15,2 7-3 0,-1 5-4 16,1 2 5-16,4 3-6 16,7-5-2-16,2-8 2 15,0-4-4-15,11-10 4 16,22-8 3-16,10 0-1 16,7-8 4-16,-1-19-7 15,-9-3-1-15,-12 0 8 16,-12 0-5-16,-10 0 1 15,-6 6 1-15,0 3-2 16,0 9 7-16,-14 5-10 16,-8 7 1-16,-11 0 5 15,-6 0-11-15,-6 12-3 0,5 13-43 16,12-1-133-16</inkml:trace>
  <inkml:trace contextRef="#ctx0" brushRef="#br0" timeOffset="4710">953 1079 141 0,'-21'-12'4'0,"6"8"11"16,12 2 16-16,0 2-11 15,0 0 10-15,0 0 3 16,-6 0 20-16,2 6-2 16,-4 3-20-16,0 1-6 15,0 2-1-15,0 1-4 16,2 3-13-16,1-1-3 0,2 9-2 15,1 0-7-15,-1 1 10 16,6-2-9-16,0-5-2 16,0-6 5-16,0-6-3 15,0-3 4-15,0-3 1 16,6 0 1-16,8 0 5 16,0-7-7-16,1-18 1 15,-6-8-1-15,-3 3 0 16,-3-4 0-16,-3 1 0 15,0 11-3-15,0 10 6 16,0 10-7-16,0 2-20 16,-9 0-10-16,-4 19-4 15,-1 16-69-15,5-1-122 0</inkml:trace>
  <inkml:trace contextRef="#ctx0" brushRef="#br0" timeOffset="5229">1604 263 199 0,'-27'0'66'15,"4"0"-49"-15,-2 0 34 16,-2 25-4-16,-4 2-33 16,6 8 0-16,9-7-6 15,4-1-6-15,12-4 7 16,0-4-14-16,0-4 5 0,0-7-2 16,0-1 11-16,7-3-8 15,7-4 6-15,1 0-6 16,6-4 7-16,-6-19-13 15,6-7 1-15,-6-3 5 16,-3-5-7-16,-3 8 10 16,-9 6-3-16,0 12-2 15,0 12 3-15,-29 0-24 16,-3 14-31-16,0 30-152 16</inkml:trace>
  <inkml:trace contextRef="#ctx0" brushRef="#br0" timeOffset="5955">1198 2114 256 0,'-38'0'1'16,"13"0"19"-16,22 0 35 15,0 0-16-15,0 0-32 16,1 0 11-16,-7 0 2 15,-5 8-10-15,3 11 3 16,-3 2 0-16,6-2-3 16,5 0-9-16,3-3-1 15,0-2-3-15,0-3-10 16,0-3 10-16,0-5-1 0,0-3-4 16,0 0 14-16,0 0-1 15,0 0 4 1,0-3-1-16,0-15-10 0,0-4-4 15,0-3-9-15,0 7-6 16,0 4 9-16,0 9-6 16,0 5-43-16,0 0-41 15,0 17-71-15</inkml:trace>
  <inkml:trace contextRef="#ctx0" brushRef="#br0" timeOffset="6534">2302 2297 192 0,'0'-14'46'0,"0"10"-27"16,0 4 39-16,0 0-1 15,-2 0-20-15,-6 0-2 16,-1 0-15-16,-2 0 5 16,-3 0-16-16,3 3 1 15,3 3-5-15,0 5-5 16,-3 1 1-16,2 4-3 16,5 0-3-16,0 0 8 15,4-8-12-15,0-3 3 0,0-2 3 16,25-3 12-1,3 0-5-15,1 0-5 0,-1-9-1 16,-3-6 8-16,-6 0-7 16,-7 0 3-16,-3 3-1 15,-7-4 4-15,-2 9-2 16,0 3 1-16,0 1 0 16,-6 3-1-16,-15 0-3 15,-2 0-7-15,1 0 5 16,-1 4-17-16,5 12-14 15,3 1-93-15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1:45.57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0 444 0,'6'0'114'0,"-6"0"-111"16,8 0 11-16,-2 0 19 16,-1 0-34-16,-1 0-8 15,-2 0-69-15,0 0-303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1:38.45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22 287 153 0,'0'-9'38'0,"0"0"-26"16,0-3 23-16,0 7 3 15,0 1-10-15,0 3-4 16,0-1 11-16,0 2 3 15,0-2-7-15,0 2-11 16,0 0 1-16,0 0-5 0,0 0-4 16,0 0-2-16,0 0-3 15,0-4 5-15,0 4-6 16,0 0-3-16,0 0 7 16,0 0-2-1,0 0 1-15,0 0-2 0,0 0-2 16,0 0 2-16,0 0-5 15,0 0 1-15,0 9 2 16,0 18-4-16,0 6 0 16,0 8-1-16,0 1-1 15,0 1 5-15,0 1-6 16,0-1 0-16,-2-1 6 16,-1 0-5-16,-3-5 1 15,4-2 0-15,2 0 0 0,-3-6 2 16,3 4-5-16,-3-1 2 15,3 0 3-15,0-2-7 16,0 0 5-16,-3-5-3 16,3-5 0-16,0-5 2 15,0-8-7-15,0 1 0 16,0-6 5-16,0-2-8 16,0 0-1-16,0 0-11 15,0 0-23-15,0-13-93 16,0-9-92-16</inkml:trace>
  <inkml:trace contextRef="#ctx0" brushRef="#br0" timeOffset="755">472 381 199 0,'-11'-5'42'16,"0"1"-14"-16,11 0 34 15,0 4-29-15,0 0-16 16,0 0 12-16,0 0-2 15,-2 0 3-15,-1 0-1 0,-8 0-14 16,0 0-6-16,-9 21-7 16,2 6-3-16,-5 5 9 15,4 3-11 1,2 0 5-16,6-3-2 0,3 1 0 16,0-4 2-16,1-3-2 15,7 4-2-15,0 0 5 16,0-1-3-16,0-2-5 15,7-2 5-15,12 0 0 16,0-5-4-16,6-3 3 16,5-4-4-16,-1-8 9 15,0-5-11-15,-4 0 8 16,0 0-2-16,-5-8 3 16,1-12-2-16,-1-5 0 15,-4-5-1-15,1-5 4 0,-3-4-5 16,0-6 0-16,-6 3 5 15,-1-4-3-15,-3 10 4 16,-2 6-2-16,-2 10-1 16,0 8 10-16,0 2-8 15,0 5 3-15,-17 0-3 16,-4 0-1-16,-7 2-1 16,1-1-9-16,-3-1-9 15,-1-3-2-15,6-2-65 16,6-2-48-16,10-1-157 0</inkml:trace>
  <inkml:trace contextRef="#ctx0" brushRef="#br0" timeOffset="1452">759 153 113 0,'-11'-12'170'0,"6"4"-141"15,2 5 13-15,3 1 8 16,0-1-34-16,0 1-10 16,0-5 8-16,0-3-5 15,14-1 8-15,2-1 9 16,1 0-11-16,0 2-4 15,2-1-4-15,0 7-4 0,4 2 2 16,1-1-5-16,1 3-3 16,-2 0 7-1,-5 0-10-15,-3 5 7 0,-8 17 0 16,-7 3 2-16,0 5 2 16,0 7-1-16,-11-2-4 15,-14 2 6-15,3 0-8 16,1-4 5-16,1-1-3 15,7-7-1-15,1-8 3 16,10-4-7-16,2-6 3 16,0-5 1-16,0 2-5 15,0-2 4-15,8 0 4 16,9 1-1-16,2-1 1 16,0 0-4-16,4 1 1 15,1-3 5-15,-1 2-7 0,-2-2 4 16,-2 3 0-16,-5-3-1 15,0 3-1-15,-6-1-1 16,1-2 0-16,-6 0 3 16,-3 2-3-16,0-2-2 15,0 0-7-15,0 0-29 16,0 0-75-16</inkml:trace>
  <inkml:trace contextRef="#ctx0" brushRef="#br0" timeOffset="2151">1207 49 162 0,'0'-16'54'0,"0"6"-19"15,3 3 41-15,14-1-15 16,-1 4-10-16,-5 1-12 16,-4 3-12-16,2 0-11 15,-3 0-3-15,4 0-8 0,1 0 1 16,7 0 2-16,4 0-7 15,-3 10-7-15,3-1 9 16,-2 2-2-16,-4-1-1 16,-5 2-2-16,-4 1 1 15,-7 0 2-15,0 6-1 16,0 2 1-16,-29 9 3 16,-7 4-3-16,2-4-3 15,2-6 1-15,4-1-1 16,11-8 0-16,7-8 2 15,7-5-6-15,3-2 4 0,0 0-3 16,3 0 5-16,18-12 0 16,2-6-2-16,2 7 5 15,-3 0-6-15,-3 6 2 16,-6 3 5-16,-1 2-5 16,-4 0 1-16,-3 0 1 15,1 10-2-15,2 3 2 16,-2 4-2-16,3 2-2 15,-2 2 8-15,4-4-6 16,-2 3 0-16,-6-3 0 16,-3-2 3-16,0 2 2 15,0-2-2-15,-17 5 0 16,-8-3 6-16,-8 1-8 16,2-6 1-16,-1-4 0 15,-2-3-1-15,5-5-1 0,0 0-7 16,10 0-5-1,6-10 4-15,6-5-29 0,7 5-135 16</inkml:trace>
  <inkml:trace contextRef="#ctx0" brushRef="#br0" timeOffset="3867">2047 816 157 0,'11'-12'46'0,"-1"-5"-37"16,-4-4 24-16,5 9-3 0,5 2-15 15,-2 10 5-15,-1 0 0 16,-1 0 20-16,1 0-7 15,-2 8 3-15,-2 11-9 16,-3 9-16-16,-3 4-8 16,-3 5 5-16,0 1-9 15,0-4 1-15,0-4 0 16,0-5 2-16,0-7-3 16,0-4-4-16,0-6 0 15,0-3 6-15,0-3-2 16,0-2 6-16,0 0-4 15,-6 0-4-15,3-7 8 0,0-18-8 16,3-2 0 0,0 0 7-16,0 0-5 0,0 6 3 15,12 4 3-15,-1-1-2 16,0 4 7-16,5 1-9 16,0 3 0-16,2 0 5 15,0 0-6-15,2 0 0 16,-1 3 0-16,-2 4 1 15,-4 1-1-15,-7 2-1 16,0 0-1-16,-1 7 7 16,-3 18-4-16,-2 8 1 15,0 1 3-15,4-1-9 16,-4-3 10-16,0-6-8 16,0-2 0-16,0-6 3 0,0-4 0 15,0-5-5-15,0-4 4 16,0-1 2-16,0-2 0 15,0 0-6-15,0 0 7 16,7-23-1-16,2-7-3 16,-4 0 0-16,6 0 1 15,3 7-1-15,-3 3 3 16,4 5-4-16,-2 3-3 16,-1 4 12-16,1 1-8 15,1 7-2-15,0 0 3 16,-3 0 0-16,3 0 2 15,-1 0 1-15,1 2-5 16,-1 13 6-16,-2 2-4 0,1 4 1 16,-3 6 1-16,-5-6-1 15,0 5 0-15,-4-7-2 16,0 2-4 0,0-4 7-16,0-2-14 0,0-3-9 15,0-4-71-15,0-3-98 16</inkml:trace>
  <inkml:trace contextRef="#ctx0" brushRef="#br0" timeOffset="5135">2899 804 75 0,'0'-5'132'0,"0"0"-79"15,0 5 5-15,0 0-4 16,0 0-21-16,-10 0-25 16,-5 0 14-16,5 0-5 15,-1 7-3-15,-3 10 6 16,-1 6-6-16,-1 2-4 15,2 0 1-15,3 0-3 0,0 2-6 16,3-5 3-16,5 2-7 16,3 0 2-16,0-7 0 15,0 1-6-15,6-8 7 16,15 2-6-16,8-10 6 16,0-2 0-16,-1 0-1 15,3 0 2-15,-11-14-2 16,-2 1-2-16,-2-5 7 15,-1-4-7-15,-3-6 3 16,-8-2 2-16,-4-4-1 16,0-1-1-16,0 3 0 15,0 7-1-15,-11 8 9 16,-9 5-7-16,-1 4-1 16,4 0 0-16,1 6-2 0,4-1 3 15,8 3-2-15,-3 0-5 16,7 0 5-1,-2 0-2-15,2 0-5 0,0 0 7 16,2 10 0-16,21 1-4 16,4-7 0-16,6-4 1 15,3 0 7-15,3 0-8 16,0 0 1-16,5-4 1 16,-3-12-2-16,1-3 3 15,-6-4 0-15,-9-2 1 16,1-2 3-16,-6-3-3 15,-4-5 0-15,3 1 4 16,-8-4-4-16,-2 6 1 0,1 5-1 16,-10 5 0-1,0 4 5-15,-2 6-5 0,0 4 5 16,0 3 1-16,0 0 3 16,-2 0-7-16,-7 5-1 15,-1 0 1-15,2 0 3 16,-3 0-7-16,2 0 1 15,-5 2 3-15,3 16-2 16,0-1 1-16,-1 8-3 16,3 3 3-16,-3 7 3 15,1-2-4-15,5 8 0 16,4 1 1-16,-1 1 1 16,3-2 0-16,0 2-2 0,0-1 1 15,0-2 1-15,0-3-5 16,0-6 2-16,0-1 2 15,0-3 1-15,0-11-2 16,0 0-7-16,0-7 7 16,5-1 3-16,9-3-6 15,3-3-3-15,2-2 7 16,3 0 0-16,-2 0-2 16,2 0-5-16,-3-7 2 15,-2-6 8-15,2-2-5 16,0 0-4-16,0-4 6 15,1-3-2-15,-4-1 2 16,-2 1-2-16,-8 2 1 0,-3 5 4 16,-3 3-7-16,0 4 7 15,0 3 1-15,0 0-5 16,0 2 2-16,-6 3 1 16,-2 0-3-16,-3 0 6 15,0 0-7-15,-3 0-2 16,1 16 8-16,1 1-4 15,1 3-2-15,6-3 1 16,1 4-2-16,4 1 4 16,0-5-6-16,0 1 1 15,0-4 5-15,0-1-2 16,14-4 0-16,6-4-4 0,-1 0 0 16,0-5 5-16,1 0-11 15,-4 0-6-15,4 0-55 16,-4-7-55-16,4-8 2 15</inkml:trace>
  <inkml:trace contextRef="#ctx0" brushRef="#br0" timeOffset="6898">4045 873 199 0,'0'-5'23'0,"0"0"20"16,0 3 27-16,0 2-12 0,0 0-24 16,-3 0-2-16,-6 0-18 15,-4 0-9-15,-4 0 1 16,-2 5 1-16,-2 5 4 16,1 0-6-16,0 2 1 15,4 1 5-15,0-1-5 16,-1 3 0-16,3 3-2 15,0-4-3-15,6 4 1 16,0 1-2-16,2 1 0 16,3 1 0-16,3-2-1 15,0-1 1-15,0-6-2 16,0-2-3-16,14-2 5 16,13-5-7-16,6-3 4 0,3 0 1 15,-4 0-8 1,-3-1-2-16,-1-17 0 0,-3-2 3 15,-1-7 10-15,-1-3-4 16,-1-4 0-16,-2-1 3 16,-4 3-7-16,-2 9 7 15,-6 9 1-15,-5 11 6 16,-3 3 4-16,0 0 1 16,0 0 1-16,0 0 0 15,-3 12-5-15,-5 8-3 16,-1 0-2-16,4 0 1 15,5 0 2-15,0-1-5 0,0 2-2 16,0-4 4-16,0 1-5 16,3-4 2-16,12-4-3 15,8 0 3-15,2-7 0 16,-3-1-5-16,3-2 2 16,-3 0 3-16,-2 0-2 15,-4 0 3-15,2-8-1 16,3-6-1-16,-2-9 3 15,0 0-5-15,-2 1 3 16,-9 5 1-16,1 5-3 16,-7 6 4-16,-2 3-2 15,0 3 3-15,0 0 6 16,0 0-4-16,0 0 0 16,0 3 1-16,-5 12-5 0,-1 5 0 15,1-2-1-15,5 4 1 16,0-2 1-16,0-2-3 15,0-1-4-15,0-5 7 16,8-1-11-16,11-8 9 16,1 1-1-16,1-4-3 15,1 0 3-15,7 0-2 16,-2-15 1-16,6-7 2 16,3-8-4-16,3-10 4 15,2-7-2-15,0-10 0 16,1-8 5-16,-6 0-4 15,-11 9-1-15,-6 10 8 16,-13 14-6-16,-4 8 0 0,-2 3 4 16,0 6 2-1,0 0-1-15,-8 3-4 0,-4-3-2 16,3 3 8-16,2 5-9 16,5-1 5-16,-1 5-3 15,3 3 0-15,0 0 1 16,0 0-2-16,-3 0 2 15,-3 3 5-15,0 22-4 16,1 9 8-16,1 9-6 16,-2-4 2-16,0 6-2 15,0 0-4-15,1-2 0 16,-1-2 5-16,3-3-7 16,3-3-1-16,0-3 5 0,0-2-2 15,0-9-3-15,0 3 2 16,0-10 0-16,9 1 4 15,-4 0-7-15,4-5 5 16,0 0-5-16,-2-5 0 16,4-2 4-16,0-3-6 15,3 0-1-15,3 0 12 16,-1 0-13-16,3-13 3 16,3-4 1-16,7-6 0 15,3-2 3-15,-3 1 1 16,-5 3-4-16,-5 5 8 15,-13-1-6-15,-1 9 4 0,-5 3-2 16,0 0 4-16,0 5 1 16,0 0-2-16,0 0 4 15,0 0 7-15,-5 0-17 16,-12 0 3-16,0 2 0 16,7 13 0-16,-4 4 1 15,3-1-3-15,2 3 0 16,4-2 6-16,-1 1-6 15,4 3-3-15,2-1 3 16,0-4-1-16,0 3 2 16,0-8-2-16,8-1 1 15,3-4 5-15,3-2-9 16,2-2 5-16,1-4 1 0,2 0-4 16,6 0 5-16,2 0-7 15,7-10-5-15,2-10 5 16,4-8-2-16,5-1-2 15,0-6 7-15,-4 2 2 16,-3 9 1-16,-10 7-1 16,-9 7 0-16,-8 4 3 15,-5 6-1-15,-3 0 2 16,5 0 0-16,0 0 4 16,3 0-2-16,6 0-1 15,0 0-1-15,4 0 5 16,-1 3-3-16,0 10-1 15,-4 1 2-15,-5 2-1 16,-2 0 2-16,-7 1-3 0,-2 4-2 16,0-4 9-16,0 1-10 15,-17-5 2-15,0-2 1 16,4-1-2-16,-3-2 1 16,-1-7-1-16,3-1-5 15,-4 0 8-15,0 0-16 16,6 0-5-16,6-3-9 15,2-5-60-15,4 0-172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02.41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917 35 218 0,'13'-10'23'0,"-5"-2"-2"15,-8 9 32-15,0 3-15 16,0-2-12-16,0 2-8 16,3 0-2-16,-3-3 7 0,4 3-14 15,-4-3 0-15,0 1 0 16,0 2-3-16,0 0 1 15,0 0 3-15,0 0 7 16,0 0 0-16,-9 0-13 16,-13 0 1-16,-5 17 0 15,-4 3-3-15,1-2-2 16,3 2 2-16,-5-1-3 16,3 3 4-16,-7 6-3 15,0 2-1-15,0 2 2 16,0 6 0-16,2-1-1 0,1-1 0 15,6 2 1-15,0 0 1 16,-1 2-4-16,-1 2 2 16,0-3 2-16,-5 9-3 15,-4-5 0-15,-7 8 2 16,5-4-3-16,1-5 2 16,6-4 1-16,8-8-6 15,8-7 10-15,6-2-10 16,3-6 4-16,5-5 0 15,1-2-3-15,-2-2 2 16,4-2-1-16,0-2-6 16,0 0 4-16,-2-2-4 15,-1 0-4-15,-6 0-42 16,-2 0-55-16,-2 0-53 0</inkml:trace>
  <inkml:trace contextRef="#ctx0" brushRef="#br0" timeOffset="643">0 691 104 0,'6'10'36'16,"-4"-1"-6"-16,4 2 24 15,0-4-20-15,-1 2-12 16,1 4 13-16,-1 0-11 16,-3 4-3-16,2 0-2 15,-2 4-7-15,-2 1-3 0,0 1-9 16,0-4 2 0,0 3 1-16,0 0-1 0,0-1-5 15,0-3 7-15,0-1-4 16,0-7 1-16,0-1-2 15,0-1 0-15,0-1 2 16,0 1-8-16,9-7 7 16,10 3 1-16,-3-4 0 15,6 0 4-15,1 0-6 16,-1 0 2-16,0-4 2 16,3 1-4-16,-3-3 2 15,3 4-1-15,2 2 0 16,1-3 0-16,-1 3-1 15,1 0 0-15,-7 0 2 16,2 0-3-16,-6 0 3 0,0 0-3 16,-6 0 0-16,-3 0 4 15,-3 0-4-15,0 0 0 16,-1 0-2-16,-4 0-32 16,0 0-30-16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06.43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72 312 205 0,'-2'0'16'16,"2"0"-6"-16,-3 0 20 15,1 0-7-15,2 0-6 16,0 0-2-16,0 0-1 16,0 0 13-16,0 0-7 15,0 0-5-15,-3 0 6 16,-3 0-11-16,-3 0-4 16,-4 18-1-16,-1 5-5 15,3-2 4-15,4 2-6 16,7-8 1-16,0 0 4 0,0-5-3 15,0 0 0-15,4 0 1 16,13-3-2-16,2-1 3 16,1-6-3-16,1 0 0 15,-1 0 2-15,0 0-1 16,-10-8 0-16,5-5 0 16,-8-2 0-16,-4 0 4 15,-3-2-8-15,0 2 5 16,0 0 2-16,0 3-5 15,0-1 2-15,-3 7 2 16,-8-2-4-16,0 3 5 16,1 2-4-16,-7 3-2 15,-2 0 7-15,-1 0-4 0,6 0 0 16,3 8 0 0,3 6-1-16,3 2 3 0,2 3-3 15,3 0-2-15,0-1 6 16,0-3-4-16,0 0 1 15,0-5 1-15,0-2-1 16,0-4 0-16,8-4-1 16,11 0-1-16,4 0 5 15,4-19-4-15,-2-2 1 16,-5-3 0-16,-10 7 0 0,-7 1 2 16,-3 9-3-1,0 5 0-15,-3 2 3 0,-16 0-2 16,-1 0 1-16,4 12 0 15,2 1-2-15,6-1 4 16,8-2-3-16,0 0-2 16,0-5 4-16,0 0-2 15,14 0 0-15,8-5 0 16,0 0-3-16,0 0 1 16,-3 0-53-16,1 0-103 15</inkml:trace>
  <inkml:trace contextRef="#ctx0" brushRef="#br0" timeOffset="662">716 37 150 0,'0'-13'22'0,"0"3"-5"0,0 3 12 16,0 5-6-16,0 2-3 16,0 0 10-16,0 0 7 15,0 0 8-15,0-3-21 16,0 3-1-16,0 0-14 15,0 0 6-15,0 21 0 16,3 7-5-16,0 10-1 16,-3 7-3-16,0-1-4 15,0 1 1-15,0 0-5 16,0-2 1-16,0-7 6 16,0-1-7-16,0-3 2 15,0-2-3-15,0-7-2 16,-3-6 0-16,-12-4-16 0,4-9-51 15,1-4-46-15</inkml:trace>
  <inkml:trace contextRef="#ctx0" brushRef="#br0" timeOffset="1159">901 231 102 0,'0'0'45'0,"0"0"-15"16,0 0 11-16,0 0-10 15,0 0-10-15,0 0 8 16,0 0 5-16,0 7-2 15,-5 6-13-15,-18-1-11 16,-4 2-4-16,0 4-1 16,-4-2-2-16,6 1-1 15,5-3-3-15,4-1 9 16,8-3-7-16,2-1-1 16,6-3 2-16,0-1-3 0,0 0 6 15,0-3-4-15,12 3-1 16,10-1 7-16,5-3-6 15,0 4 1-15,1-2-2 16,0 1 4-16,-7 4-2 16,2 2 0-1,-1-2-1-15,2 1 4 0,4 1-5 16,1-5 1-16,-2 1 1 16,3-5-4-16,0-1-1 15,-2 0-7-15,-3 0-2 16,-6 0-17-16,-5 0-33 15,-5 0-56-15</inkml:trace>
  <inkml:trace contextRef="#ctx0" brushRef="#br0" timeOffset="1781">1315 312 63 0,'0'0'132'0,"0"0"-96"15,0 0 1-15,-11 8 15 0,-1 7-28 16,5 3-7-16,1 0-2 15,6-2-4-15,0 1-2 16,0 4-4-16,0-4 1 16,0 0 0-16,0-2-6 15,0 0 4-15,0 0-1 16,0 0-3-16,-2-3 1 16,-4 1-2-16,0-6-1 15,4-2 5-15,2-1-7 16,0-4 3-16,0 0 2 15,0 0-10-15,2-16 9 16,21-9-5-16,2-2-1 16,-4-3 8-16,2 5-4 0,-10 5 1 15,-7 10 5 1,-4 5-1-16,-2 4 1 0,0 1-4 16,4 0-3-16,-1 0 7 15,5 0-5-15,-1 0-1 16,5 6 6-16,1 1-5 15,4 1 2-15,-2 2-1 16,-2 0-1-16,1 5 4 16,-1-1-4-16,-4 2-1 15,2-2 6-15,-4-1-6 16,2-6 3-16,5 2-3 16,-3-5 1-16,5-4 2 0,2 0-6 15,-3 0 1-15,3 0-21 16,0-7-39-16,3-11-43 15</inkml:trace>
  <inkml:trace contextRef="#ctx0" brushRef="#br0" timeOffset="3042">1812 347 217 0,'0'0'64'0,"0"0"-40"15,0 0 20-15,0 0-20 16,0 0-19-16,0 0 2 15,0 0-6-15,-2 0 5 16,-4 6 10-16,-2 8-3 0,-3 1-4 16,2 7-1-1,-4 1-2-15,4 2-5 0,0-1 1 16,7-3-2-16,2-2 2 16,0-4-4-16,0 0 2 15,0-7 2-15,2-2-2 16,18-6 0-16,0 0-1 15,1 0 0-15,-1-9 3 16,-4-6-4-16,-5-2 0 16,3-2 5-16,-6-5-5 15,1 2 1-15,-4 0 1 16,-5 2 0-16,0 3 3 16,0 7-5-16,0 5 1 15,-16 5 4-15,-4 0-4 0,-2 0 1 16,1 0 0-16,-2 0-1 15,6 0 4-15,7 0-5 16,1 2-1-16,9-2 5 16,0 0-10-16,0 0-1 15,0 0 7-15,14 0-3 16,6 3 6-16,-1-3-5 16,-2 2-5-16,-7-2 6 15,5 3-4-15,-4-3 3 16,5 0-1-16,3 0 2 15,3 0 3-15,0 0-2 16,-2 0 2-16,-4 0 2 16,-2 0 1-16,-6 0 2 0,0 2 0 15,-2 13-1-15,-1 3 3 16,-1 1 0-16,1 1-5 16,3-2 4-16,4 0-7 15,-1-4 4-15,-1 2-2 16,5-2-1-16,-2-4 2 15,1-3-2-15,2-2-1 16,-2-3 5-16,-3-2-7 16,2 0 5-16,1 0-4 15,4-2 2-15,-2-15 5 16,1-5-8-16,2-4 1 16,-8-1 6-16,-3 5-6 0,-3 7 2 15,-2 5 0 1,-3 8 1-16,0 2 1 0,0 0-4 15,0 0 2-15,0 2 4 16,0 11-5-16,0 1 1 16,0 2 2-16,0-4-3 15,3 0 5-15,0 3-4 16,0-3-3-16,-1 1 7 16,4-5-4-16,-1-4-1 15,6-1-1-15,5-3 5 16,4 0-2-16,3 0-3 15,-1-15-1-15,-4-5 6 16,0-2-2-16,-7 0-4 0,-6-1 3 16,-3 7 0-16,1 2 3 15,-3 9-6-15,0 3 2 16,0-1 5-16,0 3-5 16,0 0 1-16,-3 0 0 15,-1 0 0-15,-3 0 2 16,5 0-4-16,2 0 0 15,0 0 5-15,0 0-6 16,0 0 1-16,9-3 1 16,13-4 1-16,-1 0-1 15,-1-1-1-15,-7 8-1 16,-1 0 8-16,-1 0-7 0,-3 0 3 16,-3 0-1-1,1 0 0-15,0 10 2 0,-1 0-2 16,1 2-2-16,1 1 5 15,2 2-3-15,5-3 0 16,-4 1 4-16,5-1-3 16,-7-2 0-16,1 2-2 15,-2 1 0-15,-3 3 4 16,-4-4-4-16,0 0 1 16,0 0 0-16,0-2 1 15,0-2-1-15,0-2-2 16,0-6-1-16,0 0-1 15,0 0-33-15,0-4-110 16</inkml:trace>
  <inkml:trace contextRef="#ctx0" brushRef="#br0" timeOffset="3249">2742 248 140 0,'0'-17'17'16,"0"-1"-1"-16,11 3 42 16,12 3-21-16,-1 0-20 15,-12 8 6-15,-4 0-13 16,-6 4-3-16,0 0-10 16,0 0-11-16,0 4-37 0</inkml:trace>
  <inkml:trace contextRef="#ctx0" brushRef="#br0" timeOffset="4481">2742 248 165 0,'111'93'26'0,"-109"-93"17"15,4 0 10-15,-3 12 0 16,-3 6-8-16,0 3-11 16,0 4-17-16,0 2-5 15,0-4-6-15,0-1-3 0,-3-5-2 16,3-4 1-16,0-2 0 16,0-5-4-16,3-6 1 15,11 0 7-15,2 0-7 16,1 0 1-16,-1-9-2 15,-2-9 4-15,3-2-6 16,0-2 2-16,-4-3-2 16,1 2 0-16,-5 11 1 15,-7 6 2-15,0 2 2 16,-2 4-2-16,0 0 4 0,0 0-2 16,0 0 2-1,0 13 2-15,0 2-6 16,0-3 1-16,0 3 1 0,0 3-1 15,0-6 1-15,0 0-1 16,0 0-1-16,11-4 3 16,3 2-3-16,1-3 0 15,1-4 3-15,6-3-2 16,1 0 2-16,4 0-4 16,-5 0 1-16,-3 0 5 15,6-7-7-15,-3-6 0 16,3-1-6-16,2-4-5 15,-2 0-11-15,-3 3 12 16,1 3 5-16,-7 2 12 16,1 0-7-16,-5 0 5 0,-6 4 3 15,1-5-5-15,-5 3 4 16,-2-2-4-16,0 1-3 16,0 1 8-16,0 3-6 15,0 0 0-15,-9 5 2 16,-6 0 1-16,-10 0 3 15,0 10-3-15,0 7 0 16,3 3 4-16,5 0-7 16,4 0-3-16,7 0 11 15,4-1-9-15,2-1 3 16,0-1-1-16,0-4 0 16,0-2 2-16,0-3-2 0,0-4-1 15,15-4 3 1,6 0-2-16,-3 0 0 0,4 0-1 15,3-12-1-15,-3-4 6 16,-1-1-7-16,-6 2 2 16,-6-3 2-16,-1 8 1 15,-8 3-3-15,0 4 7 16,4 1-1-16,-4 2 2 16,0 0-7-16,0 0-1 15,0 0 7-15,0 0-4 16,0 10 5-16,0 8-1 15,0-1-2-15,0 5 2 16,0 3-2-16,0 2-2 16,0 3 3-16,0 3-2 15,0 1-3-15,0 5-2 0,0-1 2 16,0 2 6-16,4 0-9 16,1 2 0-16,-5-3 6 15,0-1-3-15,0-1 2 16,0-7-4-16,0 0 4 15,-7-6-1-15,1-6-2 16,1-3 0-16,2-3 3 16,0-4-3-16,3-8 1 15,-3 0-1-15,-2 0 3 16,-4-3 1-16,-4-14-4 0,1-8 0 16,-1-13 3-1,4-6-2-15,4-5 1 0,5 1-2 16,0 8 0-16,0 11 4 15,22 6-5-15,4 6 0 16,6 3 6-16,4 1-7 16,-1 0 5-16,12 1-3 15,3-3 0-15,2-5-1 16,-2 3-54-16,-3-3-352 16</inkml:trace>
  <inkml:trace contextRef="#ctx0" brushRef="#br0" timeOffset="5673">4463 427 194 0,'-16'0'34'0,"7"-2"-9"0,0 2 27 15,-5 0 20-15,-5 0-45 16,-2 0 3-16,-4 9-15 15,7-1 3-15,2 2-15 16,5 0 1-16,-2 2-2 16,1 3 1-16,1 5-2 15,0 1-1-15,3-2 0 16,5-2 1-16,3-2-1 16,0-2 3-16,0-7-6 15,14-3 3-15,8-3 4 16,9 0-6-16,7 0 0 15,3-12 5-15,2-13-6 16,-5-5 3-16,-11 0 0 0,-7-2-1 16,-12 2 1-1,-5 5 1-15,-3 10-3 0,0 8 6 16,0 7-4-16,0 0 3 16,-9 0-3-16,-8 15 5 15,1 7 2-15,7 3-5 16,4 3-2-16,3-3 4 15,2-1-3-15,0 1 2 16,0-8-3-16,13-1 0 16,10-4 2-16,2-5-3 15,5-4-1-15,3-3 5 16,3 0-4-16,0 0-3 16,0-18 6-16,-4-2-5 15,-1-4 2-15,-4 0-2 0,-4-6 0 16,-7-6 6-16,-1-3-5 15,-6-6 2-15,3 0-2 16,-1 5 2-16,0 0 2 16,-3 8-2-16,0 7-1 15,-8 5 5-15,0 12-5 16,0-1 2-16,0 6-2 16,0 1 2-16,-2-1-1 15,-1 3-2-15,3 0 1 16,-3 0 4-16,1 0-3 15,-4 17-2-15,1 14 4 16,-3 6-1-16,-4 8 2 16,1 5 0-16,0-3-1 0,3 4 3 15,2-11-7-15,6-2 4 16,0-9-4-16,0-3 4 16,0-6-1-16,9-8-3 15,7-5 0-15,4-7 4 16,2 0-4-16,3 0-1 15,3-3 4-15,-1-21-4 16,0-6 4-16,-3-10-6 16,2-2 3-16,-4-5-1 15,-9 1-6-15,-2 0 7 16,-4 11 2-16,-5 11 0 16,-2 6 2-16,0 6-2 0,0 2-1 15,-2 2 5 1,-7 2-5-16,0 2 1 0,9 2 1 15,-2 2 0-15,2 0 1 16,0 0 0-16,-5 0-2 16,-4 25 12-16,-2 10-8 15,3 2 0-15,3 2 4 16,2 1-4-16,3-3 1 16,0-2-5-16,0-7 1 15,16-6 2-15,-2 1-7 16,3-6-1-16,-3-1 1 15,-3-8-8-15,-4-3-25 16,0-2-189-16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13.18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644 363 170 0,'-18'0'35'16,"5"-5"4"-16,2 0 20 15,6-1-31-15,2 5-2 16,1-2-5-16,-2 3 3 15,2-2-3-15,-1 0-9 16,-3-3-4-16,1-1-1 16,-1 1-1-16,-2-2 2 15,0 0-6-15,-1-1 5 16,1 1 4-16,0-1-4 16,-8 3 0-16,-4 5-2 0,-5 0 0 15,-2 0-1-15,0 0-7 16,-2 0 5-16,4 13-1 15,-2 2-4-15,5 2 5 16,3 0 0-16,6 1-2 16,1 1 1-16,3 7-2 15,3 1-1-15,1 3 6 16,3 2-5-16,2 3 0 16,0 1 3-16,0 2-3 15,0 2 3-15,0 2-4 16,0 3 3-16,0-1 0 15,7 4 0-15,-3 1-1 16,1 2-1-16,-2-5 1 16,-3-1 2-16,0-5-5 0,0-7 0 15,0-9 1-15,-12-9-4 16,5-8-5-16,1-7-6 16,1 0-19-16,-1 0-121 15</inkml:trace>
  <inkml:trace contextRef="#ctx0" brushRef="#br0" timeOffset="1680">0 662 258 0,'17'-3'29'15,"-9"3"2"-15,1 0 16 16,7 0-32-16,-3 0-9 16,13 0-4-16,-2 0 3 15,7 0-4-15,3 0 1 16,4 0-2-16,9 0 1 16,7 0 1-16,10-13-4 15,5 1-1-15,1 2 5 16,-7 3-6-16,-13 4-4 15,-12 3 0-15,-13 0 0 16,-5 0 3-16,-9 0-4 0,-6 0 5 16,-3 0 3-16,1 0-3 15,-3 0 3-15,0 0 6 16,0 0-1-16,0 0 6 16,0 0-4-16,0 0 3 15,-3 0 2-15,-15 10-7 16,-4 3 12-16,-1 1-4 15,1 4-6-15,3 2 1 16,2 2-6-16,6 0-1 16,6 0 4-16,5 1-7 15,0-5 4-15,20-4-1 16,10-3 1-16,6-9 1 16,0-2-4-16,-9 0 1 0,-5 0 2 15,-2-10-1-15,-4-6-1 16,-2-3 3-16,-6-4-4 15,-1-1 4-15,-3-1-4 16,-4-2 2-16,0 2 3 16,-6 0-4-16,-13 7 0 15,-5 9 0-15,4 7 1 16,4 2 1-16,1 0-2 16,12 0-1-16,3 0 4 15,0 0-7-15,0 0 4 16,18 0 1-16,12 0 1 15,3 0-2-15,6 0 2 0,1 0-3 16,3 0 7-16,-7 0-9 16,-4 0 4-16,-7 2-1 15,-3 13 2-15,-4 2 0 16,-3 5-2-16,-1 3 1 16,-3-3 3-16,-2-1-5 15,-4-2 2-15,1-1 0 16,-6-6 0-16,0-2 0 15,0 0 0-15,0-6-1 16,0-1 4-16,0-3-5 16,0 0 4-16,0 0-1 15,0-9 0-15,0-16-2 16,0-4 2-16,10-5-3 0,10 0 6 16,2 2-6-16,-3 6 3 15,-2 9-1-15,-3 7 2 16,-3 5-2-16,-2 5 0 15,-2 0-1-15,7 0 3 16,-1 0-3-16,7 0-4 16,0 0-10-16,5 0-13 15,0 0-3-15,2 0 9 16,0 0 0-16,0 0 12 16,5-2 5-16,1-3-5 15,3 3 4-15,2-3 2 16,-2 0-2-16,-8 2 2 15,-9 0 4-15,-11 3 5 16,-6 0 0-16,-2 0 15 0,0 0 34 16,0 0-17-1,-2 0-20-15,-6 0-6 0,-7 6-9 16,0 8 8-16,1 4-8 16,-2 4 0-16,-2-2 2 15,5 5 0-15,2-3 0 16,3 0-6-16,2 4 1 15,6-7 6-15,0 0-7 16,0-1 0-16,8-6 4 16,15-4-3-16,5-3 1 15,7-5-1-15,6 0 0 16,4 0 2-16,5-13-9 16,-7-3 7-16,-3-2 1 0,-8 1 0 15,-7-4 0 1,-3-3 0-16,-4-4-2 0,-5 4 5 15,-5 4-5-15,-8 8 2 16,0 4 3-16,0 8 2 16,0 0-6-16,-12 0 1 15,-1 0-2-15,5 0 6 16,-3 15-5-16,4 0 0 16,5 2 2-16,0 3-1 15,2 1 1-15,0-2-1 16,0 2-2-16,0 1 6 15,0-6-7-15,7 0 2 0,13-7 2 16,0-4-2-16,1-5 1 16,4 0 0-16,3 0-2 15,2 0 5-15,3-9-8 16,-3-9 7-16,4-5 0 16,-3 1-7-16,1-4 1 15,-3 5 1-15,-5 8 3 16,-5 4 1-16,-2 7-1 15,-7 2-1-15,1 0 5 16,-2 0-4-16,0 2 2 16,2 13-1-16,2 0 0 15,4 4 3-15,-1-1-6 16,-5 2 1-16,4-1 4 0,-8-4-5 16,-4 5 4-1,-3-2-2-15,0-3-4 0,-16 2 9 16,-14-7-6-16,-4 0-1 15,1-10-9-15,3 0-92 16,2 0-180-16</inkml:trace>
  <inkml:trace contextRef="#ctx0" brushRef="#br0" timeOffset="3084">3216 206 225 0,'0'0'40'16,"-2"0"-24"-16,-6 0 30 15,-1 15 20-15,-2 0-36 0,3 5-18 16,6 3 2-16,2 2-1 15,0-1 1-15,0 6-7 16,0 7-1-16,0 4 1 16,0 3-2-16,0 1-5 15,0 0 3-15,-3-4-4 16,0-1 2-16,0-5-1 16,3-5-1-16,0-3 3 15,0-7-4-15,-3-5 2 16,0-5 1-16,1-5-1 15,2-5-1-15,-4 0 1 16,4 0 1-16,0-2-5 0,0-23-8 16,0-4 1-16,15-2 2 15,6-6-2-15,2 5 1 16,2 4 9-16,-6 8 1 16,-2 10 2-16,-4 8-2 15,-4 2 0-15,-1 0 6 16,4 0-5-16,-3 0-1 15,9 0 2-15,-2 2-2 16,4 11 1-16,-4-1-1 16,-5 1-1-16,-6 2 3 15,-5 2-2-15,0-2 1 16,-5 2 4-16,-22-1-3 0,-6-2 8 16,-3-4-8-1,2 0 2-15,-4-5 2 0,8-4-7 16,3-1 0-16,4 0 2 15,10 0-2-15,7 0 0 16,3-1-9-16,3-6 3 16,0 3 12-16,5 3-9 15,12 1 4-15,2 0 3 16,-2 0-6-16,4 0 7 16,4 0-5-16,3 7-3 15,8-2 8-15,3-5-8 16,0 0 1-16,-1 0-8 0,0 0-15 15,2-15 18 1,1-5 0-16,0-2 4 16,4-1 6-16,-7-4-5 0,-4-2 3 15,-7 1 0-15,-7 5 1 16,-9 10 0-16,-11 7 1 16,0 6 11-16,0 0-2 15,-18 0-13-15,-9 0 4 16,0 10-3-16,2 4 3 15,0 2-2-15,3 3 2 16,0 1-4-16,5 3 11 16,3-1-7-16,9 0-1 15,5-1 4-15,0-2-5 16,0 1 0-16,5-8-1 16,20-1 1-16,11-7 0 15,0-4-9-15,6 0-14 16,-4 0-5-16,-2-4-1 0,-2-14-12 15,-2-4-6-15,-1 0-7 16,2-6 23-16,6-2-21 16,-1-9 30-16,5-7 26 15,-1-3 12-15,-6-4 29 16,-8 8-16-16,-12 6-11 16,-7 10 11-16,-7 11-7 15,-2 8 10-15,0 4 9 16,0 6-24-16,-13 0-10 15,-1 0 3-15,3 0 4 0,6 0 3 16,1 12-9 0,2 5 4-16,2 2 5 0,0 4-8 15,0 4 4-15,0 3-3 16,-3 4-4-16,-2 2 8 16,-1 1-9-16,-5 0-4 15,3 0 1-15,-3-5-1 16,2 1 0-16,7-6-1 15,2-4-2-15,0-9 7 16,0-2-9-16,0-4 2 16,0-4-13-16,0-4-22 15,0 0-120-15</inkml:trace>
  <inkml:trace contextRef="#ctx0" brushRef="#br0" timeOffset="4517">3907 609 203 0,'0'-5'24'0,"11"-3"-4"16,19 4 13-16,6 1-21 16,6 1 5-16,-4 2-3 15,-4-5 2-15,-2 2-3 16,-7 1-8-16,-5-1-3 15,-4 3 2-15,-2 0-3 16,-1 0 2-16,-4 0 19 0,2 5 2 16,-2 10-6-16,-2 5-9 15,0 0 0-15,-5 2 0 16,0-2-5-16,-2 1 0 16,0-2-2-16,0-6-1 15,0-1 3-15,0-5-7 16,0-2 2-16,0 1 6 15,9-6-12-15,5 0 5 16,5 0 1-16,4-6-7 16,7-16 7-16,-3-6-5 15,-2 1 2-15,-5 2 5 16,-7 8-4-16,-7 7 1 16,-3 5 6-16,-3 5-5 15,0 0-2-15,0 0 5 16,0 0-1-16,0 15 4 0,0 0-6 15,0 3 1-15,0-4 6 16,0 2-6-16,0-2 1 16,7-1-1-16,4 0-2 15,1 1 5-15,-1-4-3 16,0-4 0-16,-2 0 2 16,2-4-3-16,-4-2 2 15,0 0-1-15,0 0 0 16,-1 0 6-16,-1-12-7 15,2-5 1-15,-5-4 2 0,7-5-3 16,-2-2 1 0,2 3 1-16,-4 3-2 0,1 7 2 15,-4 8-2-15,-2 5 0 16,0 2 5-16,0 0-7 16,0 0 3-16,3 0 2 15,1 0-3-15,0 2 5 16,8 7-6-16,4-1 2 15,13-3 0-15,7-3 2 16,4-2-3-16,1 0 2 16,-2 0-3-16,-9 0 4 15,-2 0-3-15,-8 0-1 16,-4 0 4-16,-2-12-2 0,-1-6-1 16,4-1 2-16,0-4-2 15,-1 4 3-15,-5-1-4 16,-5 8 1-16,-3 6 3 15,-3 4 0-15,0 2 4 16,-3 0-2-16,-19 0-5 16,-6 17 6-16,0 6-9 15,7-1 3-15,1 0 5 16,4 1-4-16,5-1 0 16,2-2 1-16,6 0-2 15,3 0 3-15,0-3-3 16,0 1-2-16,0-1 8 15,0-2-7-15,14-3 3 16,8-2-3-16,8-5 3 0,4-5 1 16,2 0-7-16,0 0 2 15,-3 0 2-15,-3-12-6 16,-3-6 2-16,2 1-5 16,-8-7-9-16,1 1 9 15,1-2 1-15,-8 0 5 16,3 2 7-16,-7 6-6 15,-4 7 3-15,-3 5 5 16,-4 5-7-16,0 0 6 16,0 0-5-16,0 0 1 0,0 0 4 15,0 3-2 1,0 7 3-16,0 5 2 0,0 4 2 16,-6-1 2-1,1 7-6-15,-1-3-1 0,1-2 4 16,2-2-8-16,0-4 0 15,3-4 0-15,0-4 1 16,0-2-1-16,0-4-1 16,3 0 1-16,14 0 5 15,5-2-7-15,0-13 0 16,-3-2 0-16,-6 1 2 16,-6 6 1-16,-5 6-2 15,1 2-4-15,-3 2 10 16,0 0-8-16,0 0 3 15,0 0 0-15,0 0 0 0,0 0 3 16,0-3-6-16,0 3 3 16,0 0 0-16,0-3 3 15,-3 1-6 1,1 2 3-16,-2-3-2 0,1 3 0 16,3 0-17-16,-2-2-8 15,0-1-29-15,-1 1-50 16</inkml:trace>
  <inkml:trace contextRef="#ctx0" brushRef="#br0" timeOffset="5460">5282 686 224 0,'0'0'41'0,"6"0"-37"15,2 0 11-15,6 0-8 16,2 0-4-16,0-10-5 16,-1-4 8-16,-4 1 27 15,-6-2-14-15,-3 0 4 16,-2 3-8-16,0 1-3 15,0 2-3-15,0 4-7 16,0 0-3-16,-7 2 7 0,-4 3-6 16,-4 0 1-16,1 0 5 15,-2 0 1-15,-4 0 1 16,2 0-2-16,0 10-3 16,8 2 5-16,2 3-8 15,1 0 0-15,3 0 2 16,4 0 0-16,-3 0-2 15,1 3 1-15,2 0-1 16,0 0 4-16,0 0-6 16,0-2 4-16,0 0-2 0,0-3 0 15,0-4 1 1,13-1-2-16,4-5 0 0,-2-1 3 16,6 1-7-16,-2-3 3 15,0 0-2-15,1 0-11 16,-6 0-11-16,-1 0 12 15,-4-16 1 1,5 0 13-16,1-4-5 0,6-4 4 16,3 0 0-16,3-5-17 15,-2-1-53-15,0 10 48 16,-5 8 23-16,-9 7 2 16,-3 5-1-16,-8 0 1 15,0 0 13-15,0 0 21 16,0 12-7-16,0 3-12 15,0 3-6-15,0-1 12 16,0-2-13-16,0 2-2 0,0-3-3 16,0 2-1-16,0-4-4 15,0-2 2-15,0 0-4 16,0-2 4-16,0-6 0 16,0 0-4-16,8-2 2 15,6 0 2-15,6 0-1 16,-4-7-2-16,6-10-3 15,-3-3 9-15,6-5-8 16,-3 0 3-16,-2-2 2 16,-4 9-4-16,-5 6 5 15,-8 7-6-15,-3 5 2 16,0 0 7-16,0 0-7 16,0 12 10-16,0 6 1 0,0 2-3 15,0 0-1-15,0-6-1 16,0 2-8-16,0-8 12 15,17-2-13-15,2-6 7 16,8 0-2-16,6 0-2 16,0 0-3-16,3-14-23 15,-6-8-112-15</inkml:trace>
  <inkml:trace contextRef="#ctx0" brushRef="#br0" timeOffset="6644">6527 385 189 0,'0'-14'21'16,"19"-7"-14"-16,9 5 14 15,-11 3 9-15,-3 8-9 16,-9 3 2-16,-3 2-11 16,2 0-1-16,1 0 1 15,1 0-5-15,-1 0 18 16,4 0 9-16,-2 0-12 15,2 0-2-15,-1 0-7 16,-2-3 0-16,-4 3-3 16,2 0-2-16,-4 0 2 15,2 0-7-15,7 0 1 16,1 0 6-16,-1 15 4 0,2 6-4 16,-3 3-1-16,-3 3-1 15,1-2-1-15,-6 2-7 16,0-1 2-16,0 3-2 15,0-2 2 1,0 3 0-16,-15 2-3 0,2 3 0 16,-1 5 7-16,7-3-10 15,3-2 8-15,4-3-5 16,0-8 2-16,0 0-5 16,0-10-2-16,0-4-9 15,0-10-7-15,20 0-39 16,7-7-135-16</inkml:trace>
  <inkml:trace contextRef="#ctx0" brushRef="#br0" timeOffset="7260">7204 341 217 0,'4'-13'16'16,"-4"8"1"-16,0-1 10 15,0 6 0-15,0-1-4 16,0 1 0-16,0 0 8 15,0 0-13-15,0 0-6 16,0 0-1-16,-7 0-4 16,-4 0 0-16,-3 10 5 15,-3 3 0-15,1 4-3 16,3 3 1-16,-5 5-4 16,4 4 2-16,3 4-3 15,6 1-4-15,-1-1 2 0,3-1-3 16,3 0 1-16,0 0-1 15,0-2-2-15,0 0 9 16,18-3-12-16,0-7 6 16,5-2 2-16,4-6-5 15,1-8 2-15,5-4 0 16,3 0-2-16,-3 0 7 16,-3-12-5-16,-1-10-3 15,-11-4 5-15,0 3-4 16,-11-7 4-16,-1 2-4 15,-6-6-1-15,0-1 5 16,0-2-3-16,0-3-1 16,-9 0 4-16,-4 6-4 15,-7 5 1-15,4 8 1 0,-7 8-5 16,-4 5 3-16,-6 8-10 16,-3 0-10-16,0 0-53 15,0 8-45-15</inkml:trace>
  <inkml:trace contextRef="#ctx0" brushRef="#br0" timeOffset="7800">7494 107 160 0,'-4'-2'48'0,"4"-13"-41"15,6 8 21-15,19-1 26 16,3 0-6-16,-1 6-12 15,-2-1-20-15,-6 3 8 16,-8 0-5-16,1 0-11 16,-1 0-6-16,0 0 3 0,3 8-1 15,-3 5 0-15,-4 6 0 16,-1 1-3-16,-6 3 5 16,0 1-2-16,0-2-1 15,-24 1-1-15,-5 2 0 16,-3-3 3-16,3-2-6 15,5-2 0-15,8-6 4 16,7-2-3-16,9-3-1 16,0-1 1-16,0 1 1 15,19-2 1-15,11-1-3 16,4 2 0-16,2-1 5 16,-3 2-6-16,1-2 2 15,-2-2 0-15,-3-3-1 16,-2 0 2-16,-5 0-8 0,-5 0-25 15,-4 0-72-15,-7-11-122 16</inkml:trace>
  <inkml:trace contextRef="#ctx0" brushRef="#br0" timeOffset="8325">7940 40 207 0,'14'-10'21'0,"-3"3"5"0,-5 0 10 16,2 1 8-16,1 1-23 16,4 3-15-16,7-1-4 15,7 3 2-15,-4 0-6 16,-4 0 1-16,-5 0 5 15,-9 8-4-15,-5 9 5 16,0 3 7-16,0 5 2 16,-16 5-4-16,-13-3-3 15,-3 0-6-15,1-1 5 16,4-7-8-16,7-1 3 16,4-4 0-16,10-6-1 15,6-5-1-15,0-3-5 16,0 0 0-16,26 0 8 0,13-18-13 15,-1 0-1-15,-9 3 6 16,-6 8 2-16,-12 7 2 16,-9 0 0-16,2 0-1 15,-4 7 8-15,0 14-4 16,0 3 2-16,3-1 4 16,1 2-1-16,5-4-3 15,-4 0 1-15,-1-6-3 16,-1 2 6-16,-3-2-3 15,0-3 4-15,-12 4-7 16,-18-4 0-16,-3 0-1 16,-6-4-7-16,3-5-77 0</inkml:trace>
  <inkml:trace contextRef="#ctx0" brushRef="#br0" timeOffset="9266">8269 557 19 0,'9'-13'153'0,"-7"9"-129"0,1 4-16 16,-3 2 30-16,0 21-10 16,0 1-7-16,0 4 7 15,0-4-6-15,0 2-14 16,-3-4-2-16,-5-4-1 15,3 4-2-15,-1-10-3 16,3-2 0-16,0-2 2 16,3-6-4-16,-2-2 3 15,2 0 3-15,0 0 0 16,0-8-1-16,0-16-1 16,2-8-6-16,15-9 9 15,0 4-7-15,-1 2 1 16,0 5 3-16,-4 12 6 0,-6 7 23 15,-1 8-10 1,-3 3-17-16,4 0 3 0,5 0-9 16,1 5 4-16,-1 10 0 15,2 5 2-15,1 5-2 16,-3 2-2-16,0 3 0 16,-3 2 3-16,-8-2-2 15,0-5 2-15,0-3-2 16,0-8 0-16,0-3-1 15,0-4 0-15,0-7-1 16,0 0 5-16,0 0-4 16,0-4-1-16,11-24-1 0,9-4 2 15,-2-5 1-15,0 2-7 16,-5 8 5-16,1 7 4 16,-5 10-6-16,-2 7 2 15,-1 3 2-15,-3 0-1 16,2 0 0-16,-2 0 0 15,3 7-2-15,0 14 7 16,-4-1-7-16,1-3 1 16,3 2 2-16,-4 2-1 15,-2-4 2-15,0 3-2 16,0-3-4-16,0-2 9 16,-2-3-9-16,-4-4-5 15,3-8-53-15,3 0-95 0</inkml:trace>
  <inkml:trace contextRef="#ctx0" brushRef="#br0" timeOffset="10365">8841 565 170 0,'11'-8'53'0,"-6"3"-32"16,-5 2 32-16,0 1 7 16,0 2-36-16,-8 0-17 15,-14 0 6-15,0 0-6 0,0 15 4 16,8 2-8 0,3 6 1-16,9 1-1 0,2 1-3 15,0-3 1-15,0-1-2 16,10-8 3-16,7 4-1 15,-2-5 1-15,3-2-4 16,-4-3 5-16,-1-5-4 16,-1-2 1-16,1 0 1 15,4 0-1-15,2 0 2 16,1-18-4-16,-6 0 2 16,-7-4 1-16,-7-4-2 15,0 1 2-15,0-2-1 16,-10 4-1-16,-7 4 3 0,-6 7-3 15,5 7-1 1,-2 5 5-16,-3 0-4 0,8 0 2 16,3 0-2-16,12 0 0 15,0 2 1-15,0 1-3 16,27-2 5-16,13-1-1 16,7 0-5-16,2 0 0 15,7-1-6-15,-9-15-6 16,-7-3 7-16,-8-1 1 15,-10-8 1-15,-6-2 6 16,-5-2-2-16,3-8 5 16,-1-6-1-16,4-4-2 0,-2-3 4 15,-2 6-4 1,-7 8 1-16,-4 7 3 0,-2 5-2 16,0 11 11-16,0 6-5 15,-19 5-5-15,0 5-1 16,2 0-1-16,0 5 4 15,0 15 2-15,7 2 2 16,2 3 0-16,5 5-2 16,3 4 0-16,0 4 7 15,0 4-8-15,0 1 3 16,0 4 2-16,0-1-9 16,0 5 1-16,-3-3-1 15,3 0-1-15,0 0 3 0,0-6-2 16,0-5-2-1,9-2 5-15,6-5-5 0,2-6 1 16,0-3 0-16,-3-9 0 16,-3-2 2-16,2-8-3 15,2-2-1-15,6 0 4 16,7 0-5-16,3-12-2 16,1-18-11-16,-1-2-22 15,-3-2-2-15,-9 0-5 16,-5 10 31-16,-9 1 14 15,-5 8-2-15,0 6 2 16,0 3 1-16,0 2 11 16,-2 1-5-16,-13 1-6 15,0 2 3-15,0-3 1 0,1 1-5 16,7 2 6-16,-2 0-2 16,-5 0 10-1,1 2 10-15,-5 18-5 0,5 5-11 16,5 0-4-16,5 0-1 15,3-1-3-15,0 2 2 16,0-4-3-16,19-3 6 16,6-1-7-16,0-6 0 15,2-4 6-15,4-6-8 16,-1-2-15-16,4 0-33 16,-5 0-75-16</inkml:trace>
  <inkml:trace contextRef="#ctx0" brushRef="#br0" timeOffset="11940">9881 579 170 0,'0'-5'34'16,"0"5"-22"-16,-15-2 6 15,3 2-14-15,-5 0 8 16,3 0 2-16,0 0 28 15,1 5 2-15,-7 7-9 16,2 1-11-16,1 2-4 16,0 2-11-16,3 3 1 0,5-1-9 15,7 2 0-15,2-2 3 16,0 1-1-16,0 0 0 16,2 0-4-16,10-5 4 15,-1 0 0-15,0-5-4 16,0-5 1-16,5-2-1 15,7-3 2-15,1 0 0 16,8 0-2-16,-3-21-1 16,-1-1 5-16,-3-5-4 15,-4 0-4-15,0-3-1 16,-8 3-3-16,-4 1 6 16,-4 9 0-16,-2 7 2 15,-3 5 3-15,0 5-1 16,0 0-1-16,0 0 0 0,0 0-1 15,0 0 6-15,0 13-6 16,0 6 2-16,0 4 3 16,0 2-3-16,0-3 0 15,0 3 4-15,0-6-5 16,0-1 0-16,0-3 1 16,6-7-4-16,5-4 8 15,0-4-8-15,-1 0 3 16,1 0 0-16,4-3 0 15,-1-13 1-15,1-6-2 16,6-1-1-16,0-6 4 0,-2 3-10 16,1 4-5-1,-10 7 4-15,-1 8 7 0,-7 4 4 16,-2 3-2-16,0 0-4 16,0 0 12-16,-2 7-8 15,-12 14 3-15,6 1 0 16,5-3-2-16,3-1 2 15,0-6-4-15,0-2 3 16,0-5 1-16,3-2-5 16,10-3 4-16,4 0 0 15,2 0-2-15,1 0 0 16,0-5-1-16,1-12-2 16,7-5 1-16,-1 1-5 15,7-9 5-15,-2 0-2 16,2-9 1-16,-3-6 1 0,-10-5 1 15,-8-5 0-15,-1-2 5 16,-9 3-4-16,-3 7 9 16,0 4 3-16,0 11-10 15,-6 10 5-15,-7 7-3 16,-1 5 2-16,0 5 0 16,3 5-5-16,0 0 4 15,0 0-3-15,2 0-1 16,7 17 4-16,-3 8-3 15,5 5 3-15,-4 5 0 16,4 2-4-16,0 6 0 16,0-2 0-16,-2 4 2 0,-1 5-2 15,0-5-1-15,3 0 0 16,-2-3 2-16,2-8-3 16,0-4 0-1,0-4 2-15,0-7 0 0,0-4 0 16,2-5-1-16,10-3-3 15,-1 0 6-15,-1-3-5 16,7-2 1-16,5-2-1 16,-3 0-3-16,4 0-1 15,-4-8-7-15,0-9-4 16,1-3 6-16,-2-2 1 16,2-1 7-16,0 1 4 15,-1-3-3-15,-3 8 2 0,-5 2 0 16,-8 5-2-16,-3 5 10 15,0-2-3-15,0 2-1 16,0 2 0 0,-8 3-4-16,-1 0 3 0,2 0-4 15,-2 0 0 1,0 4 5-16,-2 14-5 0,0 0 0 16,3 6 3-16,2 1-2 15,4-3 0-15,2 4 0 16,0-9-3-16,0 0 8 15,2-4-8-15,10-4 3 16,-3-3 1-16,4-4 0 16,-2-2-1-16,5 0 0 15,4 0-2-15,-1 0 5 0,3-12-3 16,-2-6-3-16,5-4 5 16,-3-3-8-16,-1-2-2 15,-1 2 4-15,0 5-1 16,-4 8 8-16,0 4-5 15,-2 6 3-15,-6 2 5 16,1 0-5-16,2 0 0 16,3 0 0-16,2 0-2 15,4 0 3-15,2 0-1 16,-3 0-2-16,3 10 6 16,-8 2-2-16,-6 3 1 15,-5 0 6-15,-3 5-1 16,0-3 1-16,-11 3-8 0,-5-2-3 15,-4-4 1 1,4-6-10-16,-4-3-38 0,-2 0-314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29.44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 35 198 0,'11'0'39'15,"-5"0"-7"-15,-6 0 40 16,0 0-34-16,0 0-21 16,0 0-3-16,0 0 2 15,0-2-3-15,0 2 0 16,0 0-5-16,0 0-1 16,0 0 4-16,0 0-4 15,0 0-1-15,0 0 1 16,0 0 0-16,0 0-1 0,0 0-2 15,-2 0-5-15,-2 0 1 16,-1 0 0-16,3 2 3 16,-4 6-3-16,0 5-1 15,0 2 1-15,1 3 2 16,3 5-5-16,2 2 4 16,0 0 0-16,0-1-3 15,0-3 1-15,11-8-2 16,10-9-3-16,10-4 8 15,-1 0-5-15,4-3 2 16,-7-16 2-16,-8-6-1 16,-2 3 1-16,-9-3-2 0,-5 5 0 15,-3-1 5-15,0 0-6 16,0 3 2-16,0 1 0 16,-11 3 0-16,-6 6 2 15,4 0-1-15,-5 6-4 16,3 2 10-16,3 0-8 15,-2 0 2-15,4 0-2 16,-2 0 1-16,-2 12 3 16,1 10-5-16,1 5 1 15,2 3 5-15,1 3-6 16,7-3 2-16,2-8 0 16,0-5 0-16,0-7 0 15,0-7 1-15,8-3-2 0,5 0 5 16,4 0-5-1,-4-10 2-15,2-8-1 0,-3 1 0 16,-3 1 0-16,-3 0 0 16,-3 5-2-16,-3 2 7 15,0 1-8-15,0 4 3 16,0 1 1-16,0 0-1 16,0 3 3-16,0 0-4 15,0 0 1-15,0 0 4 16,-3 0-6-16,-5 6 2 15,5 8 0-15,1 6 0 16,0-3 1-16,2-2-1 16,0-2-3-16,0-4 5 15,0-5-4-15,9-4 2 0,16 0-2 16,6-4 5 0,-3-12-4-16,-11 1-10 0,-10 2-29 15,-7 6-109-15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34.54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251 253 90 0,'0'0'33'16,"0"0"-26"-16,0 0 28 15,0-5 2-15,6 2-12 0,3 1-9 16,-4 2-6-16,-1 0 7 16,0 0-16-16,-4 0 12 15,0 0 4-15,0 0-2 16,0 0 0-16,0 0 8 15,0 0 2-15,0 0 7 16,0 0-14-16,0 0-2 16,0 0-3-16,0 0-7 15,0 0-3-15,0 0-1 16,0 0-1-16,0 0 7 16,0 0-7-16,0 0-4 15,0 0 8-15,-8 0-7 0,-3 0 3 16,-6 5-1-1,-5 5 0-15,-2 2 4 0,-8 3-4 16,3 5-4-16,-3 0 8 16,5-3-7-16,9 1 5 15,3-3-1-15,5-3-2 16,4 0 2-16,6-1-2 16,0 1-2-16,0 0 8 15,0 1-9-15,6-1 7 16,10-1-4-16,6 1-1 15,1-2 6-15,1 2-5 16,-3 1-2-16,2 1 6 0,-4-1-3 16,-4-1 0-1,-5 3-1-15,-5 0 1 0,1-2 2 16,-3-4-4-16,-3-3-1 16,0-4 8-16,0 2-6 15,0-3 1-15,-11 1 4 16,-17 4-4-16,-5-5 2 15,-3 2-3-15,9-3-2 16,0 0 7-16,2-4-5 16,8-14 1-16,5-2-5 15,7 5-5-15,5 5-32 16,0 5-29-16,0 5-72 16</inkml:trace>
  <inkml:trace contextRef="#ctx0" brushRef="#br0" timeOffset="1891">458 479 112 0,'0'-5'29'15,"0"1"-20"-15,0-2 23 16,0-1-4-16,0 2-11 16,0 0-4-16,0 0 14 15,0 0-2-15,0 2 14 0,0 1-10 16,0-3-11-1,0 3 5-15,0-1-12 0,0 3-2 16,0 0-4-16,0 0-2 16,0-2 3-16,0-3-3 15,0-3-2-15,0 0 8 16,0 1 0-16,0 2-1 16,-3 3 0-16,-8 2-3 15,-7 0 2-15,-2 0-8 16,-5 7 0-16,6 13 5 15,4 0-6-15,8 3 4 16,7 1-3-16,0 1 0 0,0 2 4 16,0-2-4-1,3-2-1-15,16-1 5 0,-2-7-5 16,-1-2 3-16,4-4-1 16,-4-4 0-16,4-5 1 15,-2 0-2-15,0 0 1 16,-2 0 3-16,-5 0-4 15,2-13-1-15,-4-3 5 16,3-5-5-16,-8-1 4 16,-4 2-4-16,0-5 1 15,0 0 5-15,-11-2-5 16,-16 2 1-16,-4 3 0 16,-1 7 0-16,0 2 2 15,10 6-3-15,8 5-1 16,10 2 5-16,1 0-4 0,3 0 0 15,0 0 1-15,0 0-1 16,0 0 2-16,7 2-3 16,11 10-2-16,0-4 5 15,7 2-5-15,7-5 3 16,6-5 0-16,5 0 1 16,5 0-1-16,-2 0 1 15,1-12-9-15,1-1 6 16,-7-4-8-16,-3-1 0 15,-7-4 3-15,-3-5 7 16,-7-6 1-16,-4-1-1 16,-4-4-1-16,-4 1 6 0,-3 2-5 15,-3 0 0-15,-3 9 1 16,0 0 0-16,0 7 3 16,0 4-4-16,-14 4 1 15,-5 7 12-15,-6 4-10 16,-3 0 1-16,3 0-3 15,6 0 1-15,8 7 0 16,3 1 0-16,2-4-4 16,3 4 8-16,3 4-3 15,-2 3 4-15,2 12 2 16,-4 6 1-16,-1 7-4 16,-3 4-3-16,0 6 4 15,4-1-1-15,4 4-4 16,0-1-1-16,0-4 1 15,0-2-1-15,0-1 2 0,6-5-3 16,0-5-1 0,0-5 4-16,-1-5-3 0,3-6 0 15,1-6 1-15,5-6 0 16,4-7 1-16,11 0-2 16,-2 0-1-16,1-12 4 15,-4-13-5-15,-1-2 2 16,-4-3-2-16,-5 0 0 15,-1 0 2-15,-5 0 1 16,1 3-1-16,-1 7 4 16,-3 6-5-16,-2 6 2 15,0 3 1-15,-3 5-2 0,0 0 3 16,0 0-3-16,0 0 0 16,0 5 6-16,0 17-6 15,0 5-2-15,0 1 6 16,0-4-3-16,3-1 2 15,9-6-6-15,3-4 3 16,5-4 7-16,2-5-9 16,3-4 3-16,-6 0 0 15,3 0-3-15,-2-6 6 16,-4-11-5-16,0-3 1 16,1-5 4-16,-2-5-3 15,-4 0 0-15,-7 0 0 16,-4 6 0-16,0 4 1 0,0 10-2 15,0 3-1-15,-2 4 8 16,-11 0-8-16,-2 3-2 16,5 0 8-16,1 0-4 15,9 0 1-15,0 0-3 16,0 0-1-16,0 0 6 16,0 0-4-16,11 0-1 15,5 0 2-15,4 0 0 16,-4 0 2-16,4 3-4 15,-1-3 0-15,-2 3 4 16,-1-1-7-16,1-2-4 16,-3 3 0-16,2-3 5 0,-5 0 4 15,1 0-1-15,-1 2-1 16,-7 3 6-16,5 2-6 16,0 6 3-16,-4 2 0 15,-3 7 0-15,1 0 4 16,-3 1-3-16,0 2 0 15,0-3 5-15,0-2-8 16,4-3 1-16,0-4 1 16,3-4-2-16,3-1 2 15,-2-3-1-15,6-2-5 16,0-3 6-16,-3 0-26 16,0 0-86-16,0-8-122 15</inkml:trace>
  <inkml:trace contextRef="#ctx0" brushRef="#br0" timeOffset="2121">1770 218 204 0,'0'-18'8'0,"8"6"31"16,7 5 4-16,-6 7-38 0,-3 0-5 16,-6 0 2-1,0 5-9-15,-2 15-33 0,-11 0-186 16</inkml:trace>
  <inkml:trace contextRef="#ctx0" brushRef="#br0" timeOffset="3334">1814 574 26 0,'-12'-8'222'0,"7"8"-171"15,3-3-11-15,0 3-12 16,2 0-11-16,0 0-7 16,0 6 12-16,0 15-7 15,0 0-7-15,0 4 0 16,0 2-7-16,0-1-1 15,0-5 5-15,0-3-9 16,0-6 5-16,0-3-3 16,7-8 0-16,7-1 6 0,5 0-5 15,4 0-1-15,-5-18 5 16,2-6-5-16,-4-1 2 16,-4-3 1-16,-6 6-3 15,-1 5 4-15,-3 4-3 16,-2 9-1-16,2-2 6 15,-2 6-6-15,0 0 3 16,4 0 0-16,-4 0-2 16,3 0 6-16,2 0-9 15,-2 18 4-15,5 7 4 16,5-1-5-16,2-1 1 16,6-3 0-16,0-4-1 15,-6-4 4-15,6-8-8 16,-3-1 5-16,13-3 4 15,5 0-9-15,2-3 5 0,7-17 0 16,2-3-1-16,3-1 5 16,2-6-7-16,-3 0 1 15,-7 1-4-15,-6-1-26 16,-12 5 12-16,-10 2 18 16,-10 9 1-16,-4 6 7 15,0 6 5-15,-23 2-1 16,-8 0 3-16,-5 0-12 15,2 10 1-15,5 4-2 16,2 4 0-16,7 2 3 16,4 1-6-16,2 0 0 15,5 4 6-15,2-1-5 0,7-1 5 16,0 0-7-16,0-4 4 16,14-6 0-16,5-6-16 15,5-7-2-15,-2 0 13 16,3 0 6-16,0-12-3 15,0-10 4-15,-5-4-3 16,-4 4 3-16,-8 3-3 16,-5 1 0-16,-3 8 14 15,0 5-3-15,0 3 1 16,0 2-3-16,0 0-3 16,0 0 0-16,0 0 1 15,0 0-3-15,0 7 5 16,0 18-8-16,0 7 2 0,0 3-1 15,0 6-1-15,0-2 4 16,0 3-8-16,0 6 3 16,14 1 3-16,8 5-2 15,2 5 0-15,2-1-2 16,-10-3-6-16,-7 0 10 16,-9-6-9-16,0-4 6 15,-9-3 3-15,-18-10-3 16,4-7 4-16,2-12 5 15,6-8-2-15,2-5 1 16,-1 0-7-16,0-13-1 16,6-19 7-16,5-13-4 0,3-12-4 15,0-10 3-15,3-5-1 16,16 2 1 0,4 6-2-16,-1 11 1 0,5 15 6 15,-2 9 0-15,-3 12-3 16,3 4-2-16,-4 6-1 15,2 0 1-15,5-4-7 16,2-1-43-16,6-3-167 16</inkml:trace>
  <inkml:trace contextRef="#ctx0" brushRef="#br0" timeOffset="3708">3534 223 257 0,'0'-2'70'0,"0"2"-32"0,0 0 2 15,-9 0-13-15,-1 19-3 16,-1 7 4-16,0 4-15 0,0 3 4 16,2 0-3-1,6 4-4-15,3 4 7 0,0 1-4 16,0 0-12-16,0-3 4 16,0 1-7-16,0 0 5 15,0-5-5-15,0-5 0 16,0-6 3-16,0-4-14 15,0-5-7-15,0-7-26 16,6-8-20-16,3 0-87 16</inkml:trace>
  <inkml:trace contextRef="#ctx0" brushRef="#br0" timeOffset="4195">3874 323 240 0,'-11'-18'13'0,"11"12"-2"15,0 3 24-15,0 3-4 16,0 0-17-16,0 0-4 16,0 0 20-16,0 0-1 15,0 0-8-15,0 0 2 16,-12 11-4-16,-6 11-8 15,-2 2-2-15,0 8-8 16,1 3 0-16,6 7 1 16,-1 0-1-16,6 0-1 0,5 2-2 15,3-5 1-15,0-5 5 16,0-5-6-16,0-1 3 16,13-5 0-16,6-5-3 15,4-9 2-15,4-4-1 16,6-5-1-16,3 0 3 15,0-13-6-15,-2-11 7 16,-7-9-4-16,-4-1 2 16,-5-4 6-16,-9-2-6 15,-7-4 1-15,-2-4 4 16,0 4-7-16,0 2 3 16,-14 9-1-16,-1 10 1 15,-3 5 1-15,0 6-4 0,-3 3 0 16,6 4-1-16,-2 1-31 15,2 0-44-15,5 4-59 16</inkml:trace>
  <inkml:trace contextRef="#ctx0" brushRef="#br0" timeOffset="4697">4313 32 223 0,'-14'-10'99'15,"12"8"-71"-15,-2 2 38 16,4 0-26-16,0 0-11 15,0 0-16-15,0 0-8 16,0 0 1-16,14-3-2 16,8 3-3-16,0 0 5 15,-6 0-10-15,-4 0 4 16,-6 7 0-16,-6 15 2 16,0 4 1-16,0 1-1 15,-12 0-3-15,-5-2 10 16,4-3-9-16,1-4 4 0,3 0-2 15,0-4-1 1,-3 3 1-16,4-1-3 0,1 1-1 16,3 0 5-1,4 0-5-15,0 1 1 0,0-2-1 16,0-4 1-16,0-3 1 16,11-4 0-16,14-5-1 15,6 0 4-15,7 0-6 16,3 0 4-16,-5-12-12 15,-2-2-16-15,-12-2-40 16,-8-2-102-16</inkml:trace>
  <inkml:trace contextRef="#ctx0" brushRef="#br0" timeOffset="5266">4700 30 284 0,'0'-8'46'16,"0"3"-13"-16,-6 2 16 16,6 1-35-16,0 2-8 15,0 0-6-15,0-3 3 0,2 3-1 16,20-2-1-1,-2 2 4-15,-4 0-5 0,-2 0-2 16,-3 0 7-16,-9 0-7 16,2 10 3-16,-4 3 2 15,0 3 5-15,0 2 1 16,0 2 4-16,0 0-5 16,-8-3-3-16,-12-2-6 15,4-2 1-15,2-3 2 16,5-3-5-16,7-3-2 15,2-3-1-15,0-1-8 16,0 0 15-16,14 0-6 0,5 0 7 16,0-5 0-1,-8 5-3-15,-5 0 2 0,-1 0-3 16,4 4-1-16,7 9 9 16,-2 7-8-16,2-2 3 15,4-3 0 1,-7-3 1-16,-4-2-1 0,-7 2-2 15,-2 3 7-15,0 0 11 16,-11 5-14-16,-14-3 3 16,-2 1-5-16,-4-1 3 15,4-4-3-15,2-3-1 16,-2-6-3-16,7-4-12 16,4 0-37-16,5 0-215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42.97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190 423 121 0,'17'0'52'0,"-12"-8"-24"16,4 3 15-16,-9 5 14 16,0-3-20-16,0 3-18 0,0 0 4 15,0 0 8-15,0-2-6 16,-3-1-1-16,-8-2-15 15,0 3 5-15,-3 0 5 16,-3 2-5-16,1 0-6 16,-3 0-2-16,-1 0-3 15,-2 4 0-15,-1 14-3 16,2 2-1-16,2 2 5 16,8-2-5-16,2 3 1 15,6-2 0-15,3-3 0 16,0 4 3-16,0-1-4 15,9 1 2-15,13 0 3 0,6-2-4 16,1 0-1 0,5-6 0-16,4-8 0 0,4-6 0 15,2 0-1-15,1-5 0 16,2-23 3-16,-7-4-1 16,-6-3-1-16,-7 1 1 15,-7-1-3-15,-4 5-2 16,-5 4 0-16,-2 5 4 15,-4 6 3-15,-2 8-4 16,-3 4 3-16,0 3-1 16,0 0-1-16,0 0 1 15,0 0-2-15,0 10-3 16,0 15 9-16,0 5-4 16,0 2 1-16,2 0-1 15,13-2-4-15,1-8 8 0,4-2-7 16,-1-7 2-16,-3-6 2 15,4-2-3-15,-1-5 3 16,0 0-3-16,4 0 4 16,1-15-2-16,-2-12-2 15,1-3 1-15,-7-2 3 16,-8 2-2-16,-8 0-1 16,0 5 2-16,-11 5-3 15,-20 6 5-15,-1 6-5 16,-8 5 2-16,0 3 1 0,4 0-2 15,6 0 0 1,10 0 2-16,9 0-1 0,8 0-2 16,3 0 0-16,0 0-14 15,0 0 16-15,20 0-4 16,5 3 3-16,7-3-2 16,4 0-3-16,3 0 3 15,3 0-6-15,5 0 4 16,-6 0 3-16,-3 0-5 15,-4 0 1-15,-9 0 7 16,-7 0-2-16,-3 2 0 16,-2 6 1-16,-1 3 0 15,-1-2 6-15,-4 6-7 16,5 0 1-16,-3 2 3 16,-2 3-2-16,-1-3 0 0,2 3-1 15,-2-3-2 1,0 1 8-16,-1-6-11 0,-1-1 7 15,3-7-3-15,1-4 3 16,7 0-2-16,3 0 0 16,10-2-3-16,2-20 8 15,-3-4-7-15,2-4 1 16,-11 4 1-16,-4 1 1 16,-3 2-1-16,-4 11 0 15,-7 7-2-15,0 2 8 16,0 3-7-16,0 0 1 15,0 0 3-15,0 0-4 0,0 0 3 16,0 15-1-16,0 8-2 16,0 4 8-16,0 0-8 15,0 1 1-15,0-3-3 16,0-3 3-16,16-7 3 16,8-3-6-16,4-9 1 15,3-3 8-15,5 0-12 16,-6-13 7-16,1-13-1 15,-7-4-1-15,-5-4 3 16,-5-1-4-16,-3-1 1 16,0 1 3-16,-5 5-3 15,-1 5 0-15,-5 10 4 16,0 8-3-16,0 5 0 16,0 2 0-16,0 0 5 15,0 0 3-15,0 0-5 0,0 12-3 16,-9 10 0-16,4 4 2 15,1 5-2-15,-2 4 2 16,0 5 3-16,-3 2 1 16,1 5-5-16,1 1-1 15,1 1 0-15,3 4 0 16,3-1 1-16,0 1-2 16,0-7 0-16,3-1 3 15,7-11-5-15,-3-4 0 16,-7-7 5-16,2-11-3 15,-2-4-2-15,0-8-3 16,0 0 5-16,0 0-1 0,0-15-15 16,0-17 1-16,5-14 8 15,4-5-6-15,0-11 2 16,-5-6 5-16,-1 6 5 16,-3 2 4-16,0 11 2 15,0 9-1-15,0 6 10 16,0 4-2-16,2 2-4 15,7 1-1-15,7 0-4 16,4-3 4-16,0 7-4 16,1 3-4-16,-4 10 7 15,2 8-4-15,-4 2 5 16,1 0-5-16,-2 0-3 16,-3 5 5-16,0 17-5 0,-8 6 1 15,-3 4 3 1,0 0-1-16,-23 3-1 0,-9-5 1 15,1-3-1-15,1-7 5 16,2-5-8-16,5-8 5 16,4-3 0-16,8-4-6 15,9 0 7-15,2-6-7 16,0-12 2-16,0 4 5 16,2 4-5-16,9 5 2 15,6 5 4-15,-4 0-7 16,7 0 4-16,2 0-2 15,3 0-1-15,9 0 7 0,0 0-8 16,11 0-7-16,3-13-26 16,1-19-12-16,-2-10 32 15,-6-6 13-15,1-6 1 16,-10-3 7-16,-9-3 1 16,-3 3-5-16,-16 5 8 15,-4 10 1-15,0 9 10 16,0 13 2-16,-4 5-8 15,-5 8 3-15,-2 2-3 16,-3 3-2-16,3 2-5 16,3 0-5-16,0 2-1 15,-1 18 1-15,4 10 0 16,-1 4 4-16,4 4-5 16,-1 7-1-16,0 0 2 15,3 3-2-15,-6 0 0 0,4 2 3 16,-5-3-7-1,5-2 9-15,2-8-7 0,0-3-2 16,0-8 8-16,0-9-10 16,0-4 4-16,17-8 2 15,0-3-3-15,5-2 4 16,5 0-10-16,7 0-2 16,1-15 0-16,-2-2-10 15,-2-4-2-15,-1-1 10 16,-3-2 11-16,-1 0 0 15,-1-5 3-15,-7 4 0 16,-7 6 1-16,-4 3 2 0,-7 7 1 16,0 6 2-16,0 3 3 15,-15 0 0-15,-4 0-4 16,-5 0-3-16,1 18 3 16,1-1-5-16,6 3 2 15,5 2-3-15,5 2 0 16,6 0 3-16,0 0-4 15,0 1 0-15,0 1 3 16,0-7-3-16,17 1 1 16,2-5-1-16,9-6-1 15,8 0 2-15,10-8-8 16,9-1 8-16,9 0 1 16,-3 0-23-16,0 0-34 0,-10-7 3 15,-1-8 10 1,-7-6-38-16,-8-5 11 0,-3-4-41 15</inkml:trace>
  <inkml:trace contextRef="#ctx0" brushRef="#br0" timeOffset="503">2855 435 52 0,'5'-8'78'0,"-5"6"21"15,0 0 12-15,0 2-41 16,-14 0-31-16,-2 0-31 16,-4 0-3-16,0 0-3 15,-1 9 0-15,-1 9-1 16,0 2 1-16,-3 4-3 15,3 4 2-15,5 2-2 0,4 0 1 16,4-3 0-16,4-4-1 16,5-4 0-16,0-2 0 15,0-5-5-15,10-9 4 16,10-3-1-16,3 0-1 16,1 0-1-16,3-10 4 15,4-13 0-15,5-11-3 16,-1-5-1-16,1-7 5 15,-5 0-3-15,-6-8 4 16,-12-5 1-16,-7 0-2 16,-6 0 6-16,0 5-2 15,0 3 4-15,-6 14 8 16,-7 7-4-16,-1 8 0 0,3 6-4 16,2 9 2-1,2 5 2-15,1 2-8 0,0 0-2 16,-2 0 5-16,-1 17-11 15,-2 3 8-15,6 5-3 16,3 7 2-16,2 6 1 16,0 3 1-16,0 5-1 15,0 3-1-15,0 1-3 16,5-2 1-16,8-7 0 16,1-1-2-16,4-5-2 15,3-5-4-15,5-3-17 16,-5-8-17-16,1-6-55 15,-2-5-245-15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44.43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53 452 281 0,'11'-32'44'0,"-6"4"-41"16,-5 2 58-16,0 21-18 16,0 5-31-16,0-8-1 15,0 0-7-15,0-1 3 16,11-4-6-16,7-4 0 16,6-3 5-16,3 0-3 15,7 2 5-15,-7 7 0 16,-4 3 3-16,-5 8-2 0,-9 0-7 15,0 0-2 1,-9 27 6-16,0 10-4 0,0 8 1 16,-21 2-1-16,-8 1 0 15,-5-6 2-15,1-5-5 16,0-2-1 0,0-3 9-16,6-2-11 0,-2 0 4 15,13-1 0-15,5-5-5 16,11 0 6-16,0-7-5 15,9-4 0-15,27-3 8 16,2-8-7-16,3 0 4 16,-5-2-1-16,-2 0 0 15,-7 0 1-15,-3 0-3 16,2 0-21-16,-1-8-4 16,2-3-66-16,3-8-115 0</inkml:trace>
  <inkml:trace contextRef="#ctx0" brushRef="#br0" timeOffset="998">530 301 192 0,'0'-8'76'0,"0"8"-38"0,0 0 6 16,0 0-14 0,0 0-16-16,0 23 10 0,0 6-10 15,-2 4-5-15,-5 1 2 16,5-4-9-16,2 0-2 16,0-7 2-16,0-6-1 15,0-4-1-15,0-6-2 16,0-2 1-16,0-5 2 15,0 0 0-15,6 0-1 16,11-17-1-16,2-12 1 16,0-7 2-16,-2-4-4 15,-6 3 1-15,-3 9 4 16,-6 14-4-16,-2 9 3 0,0 5 6 16,0 0 0-1,0 0 3-15,0 0-12 0,0 0 4 16,0 12 5-16,0 11-8 15,0 1 0-15,0 1 3 16,9 0-5-16,5-2 5 16,-1-4-4-16,10-1-4 15,1-3 11-15,-1-5-8 16,4-3 2-16,1-7 1 16,2 0 0-16,0 0-3 15,3 0 2-15,1-17-8 16,-4-3 3-16,1-5-4 15,-6-3-7-15,-10-2 13 16,-8 1 2-16,-7-4 1 0,0 6-1 16,0 3 0-16,0 6 7 15,-9 6-5-15,-4 4 4 16,-1 6 7-16,-3 2-12 16,0 0 2-16,2 0-2 15,-8 17 1-15,-2 8 3 16,5 2-7-16,2 6 3 15,0-2 2-15,11-1-2 16,1 0 1-16,6-7-1 16,0-3-3-16,0-6 9 15,9-3-12-15,4-6 5 16,3-5 4-16,2 0-7 16,0-5 5-16,2-20-3 15,7-7 0-15,5-9 5 0,-11-1-4 16,3-7-1-16,-9-6 4 15,-7 0-1-15,-4 1-2 16,-4 0 2-16,0 14-2 16,0 7 6-16,-7 10-7 15,-4 11 4-15,-1 7 7 16,8 3-2-16,4-1-5 16,0 3 1-16,0 0-6 15,0 0 9-15,0 0-11 16,0 13 8-16,0 19 10 15,-6 8-3-15,1 7-1 16,-1 3 6-16,0 4-9 0,6-2 0 16,0 1-11-16,0-6 4 15,0-2-5-15,3-8-15 16,11-7-21-16,-1-8-26 16,-1-7-99-1</inkml:trace>
  <inkml:trace contextRef="#ctx0" brushRef="#br0" timeOffset="1254">713 800 182 0,'-6'0'71'0,"6"0"-50"16,0 0 38-16,0 5-8 16,0 0-28-16,0-3-1 15,0 1-19-15,0-3-1 16,0 0-2-16,0 0-3 16,8 0-29-16,12 0-164 15</inkml:trace>
  <inkml:trace contextRef="#ctx0" brushRef="#br0" timeOffset="1433">920 752 199 0,'-12'-4'112'16,"12"4"-81"-16,0 0 10 16,0 0-15-16,0 0-19 15,0 0 3-15,0 0-7 16,0 0-3-16,0 0 2 15,0 0-8-15,0 0-56 16,0 0-155-16</inkml:trace>
  <inkml:trace contextRef="#ctx0" brushRef="#br0" timeOffset="2324">1663 497 281 0,'-9'0'6'16,"7"0"37"-16,-10 3 3 15,-1 4-22-15,-10 6-4 16,-1-1-3-16,-6 7 0 15,-1 1-2-15,3 5 0 16,1 2-4-16,5-1-1 16,4 1-4-16,5 0 1 15,2 0 0-15,8-1-3 16,3-7-11-16,0-4 1 16,0-2 15-16,20-8-6 15,5-5 0-15,5 0 0 0,0 0-3 16,0-13 3-16,-3-9-4 15,0-5 1-15,-11-3 3 16,-8 0-3-16,-8-7 1 16,0 5 1-16,0-4 0 15,-19 4 0-15,-1 4-2 16,6 10-2-16,7 6 6 16,3 8-4-16,4 4-4 15,0 0 1-15,0-2 1 16,22-1 5-16,12 3-4 15,4-2-2-15,3 2 7 16,2 0-4-16,-5 0 0 0,-4 2 0 16,-7 16-3-16,-3 3 4 15,-1 5-2-15,-4 6-1 16,-5 0 5-16,-4 1-3 16,2-1-2-16,-4-2 2 15,-3-6-2-15,-1-3 5 16,-2-9-5-16,-2-5-1 15,0-2 5-15,0-2 1 16,0-3 2-16,0 0-6 16,0 0 0-16,-6-8-1 15,6-14-1-15,0-10 3 16,0-8 3-16,15-4-6 16,12 5 2-16,0 8-6 15,-2 8 6-15,-3 11 1 0,1 6-2 16,-4 6-1-16,-2 0 8 15,-1 0-16-15,4 0-26 16,5 0-50-16,5 0-41 16,12 0 21-16</inkml:trace>
  <inkml:trace contextRef="#ctx0" brushRef="#br0" timeOffset="3444">2498 509 54 0,'0'0'80'16,"0"0"-16"-16,0 0 36 15,0 0 6-15,0 0-42 0,-13 0-25 16,-14 0 2 0,-9 6 3-16,0 4-16 0,-5-2-14 15,8 6-2-15,1 2-12 16,7 8 1-16,10 0-3 16,3 4 1-16,9-1 1 15,3-1 0-15,0 1-2 16,0-8 1-16,3-6-8 15,11-4 1-15,-1-6 5 16,2-3 3-16,1 0 2 16,4 0-3-16,5-17 0 15,5-13 5-15,3-10-7 16,3-10 4-16,3-5-1 16,-3-14 0-16,-4-5 1 15,-6-6-1-15,-10 3-2 0,-16 9 7 16,0 19-8-16,0 17 2 15,-3 15 2 1,-7 9 0-16,7 6 3 0,-5 2-6 16,1 0 0-16,-1 0 6 15,0 0-9-15,-1 0 4 16,2 15 0-16,1 6 1 16,1 9 1-16,-2 8-2 15,0 4-1-15,-1 10 7 16,-1 3-8-16,6 0 3 15,3 0 1-15,0-6-2 16,0-1 1-16,0-7-2 0,20-5-1 16,-4-2 5-16,-2-8-15 15,-1-5-4-15,-1-6 0 16,-3-5 0-16,-5-5 13 16,3-5-2-16,6 0 2 15,6 0 7-15,12-5-13 16,9-20-12-16,11-5 12 15,2 0 9-15,-4 0-12 16,-13 0 8-16,-17 3 3 16,-19 5 9-16,0 5-7 15,0 7 12-15,-19 2 1 16,-3 6-3-16,-3 2-8 16,0 0-2-16,3 2-1 0,6 19 5 15,2 4-6 1,3 4 1-16,5 1 1 0,3 2 0 15,3 1 3-15,0-6-6 16,0-3 0-16,25-3 6 16,5-7-3-16,3-6-2 15,6-6 3-15,3-2-1 16,2 0 0-16,-5 0-3 16,-9-2-3-16,-8-13 11 15,-11-5-7-15,1-7 0 16,-1-1 3-16,-4-2-1 15,-1 8 3-15,0 8-7 16,-4 6 4-16,2 5 4 0,-2 3-7 16,9 0 2-16,0 0 2 15,3 8 0-15,-3 14 2 16,0 1-4-16,-3 4-1 16,-2 0 6-16,-1-2-8 15,-3-3 7-15,2-1-3 16,-4-7 0-16,0-4-4 15,0-7 5-15,0-3-1 16,0 0 7-16,0 0-9 16,0-13 2-16,0-9 2 15,0-10-4-15,0-8 5 0,16-5-1 16,0-2-6 0,2 4 10-16,-11 14-8 15,4 12 2-15,1 9 2 0,-1 8-2 16,5 0 1-16,1 0-3 15,-1 0 1-15,0 5-3 16,9 3-39-16,11-3-111 16</inkml:trace>
  <inkml:trace contextRef="#ctx0" brushRef="#br0" timeOffset="4290">4149 533 165 0,'0'-6'92'16,"0"6"-62"-16,0 0 25 15,-16 0-20-15,-2 0-10 16,3 0-5-16,1 0 2 15,1 0-4-15,-4-2-7 16,-8 2-4-16,-11 0 6 16,-6 0-3-16,4 17-2 15,2 7-3-15,8 3-6 16,9 6 9-16,9-3-7 0,6-3-1 16,4 1 1-16,0-9 0 15,14-6 3 1,14-5-4-16,8-8-1 0,3 0 2 15,2 0-6-15,-3-8 3 16,-4-13 2-16,2-3 0 16,-5-12 0-16,1 0 1 15,2-11-2-15,-10-7 6 16,1-8-5-16,-9-3 0 16,-5-1 3-16,-7 5-6 15,-4 6 6-15,0 11-3 16,0 12-1-16,-4 11 8 15,2 12-7-15,0 6 1 0,-1 3 7 16,3 0-8-16,-4 0 4 16,-4 0-4-16,0 22 4 15,-3 16 9-15,0 6-9 16,3 6-2-16,0-1 5 16,5 7-3-16,-1-7-2 15,4 3-3-15,0-7 1 16,0-2 5-16,0-9-8 15,0-1 1-15,0-6 6 16,4-5-6-16,9-2 0 16,4-3 3-16,-1-6-4 15,-1-4 4-15,1-7-5 0,7 0-1 16,1 0 5 0,3-10-2-16,4-14 0 15,5 0 1-15,-1-5-1 0,1-4 4 16,-5 6-4-16,-8 5-1 15,-8 9 7-15,-9 8-5 16,-6 5 2-16,0 0 1 16,0 0-5-16,0 3 9 15,0 18-6-15,0 5 0 16,-3-1 2-16,3-7-3 16,0-1 2-16,0-4-2 15,0-4 1-15,0-4 1 16,0-2-8-16,14-3-53 15,3 0-73-15</inkml:trace>
  <inkml:trace contextRef="#ctx0" brushRef="#br0" timeOffset="4480">4680 214 344 0,'-16'-20'19'0,"7"10"-19"16,3 10 33-16,6 0-6 16,4 0-16-16,21 10-11 15,-4 3-3-15,-6-4-36 16,-8 4-152-16</inkml:trace>
  <inkml:trace contextRef="#ctx0" brushRef="#br0" timeOffset="4882">5120 189 275 0,'6'-42'92'16,"-6"14"-92"-16,0 19 2 16,0 9 17-16,-15 3 11 15,3 11-23-15,-1-4-2 16,-12 2 12-16,-9 3-2 15,-4 2-4-15,2 1 3 16,9 4-2-16,2 5 0 0,5 6-3 16,7 7-3-16,5 0 1 15,8 4 0-15,0-2 2 16,0 1-4-16,0-6 2 16,0 2 4-16,2 1-12 15,6 0 1-15,-2 0 4 16,-3-4-4-16,-3 5-2 15,0-1 3-15,0-5-1 16,-3-1 0-16,-11-4-4 16,-5-5-5-16,-6-2 1 15,0-6-4-15,3-4-11 0,5-7-9 16,9-3 11 0,5-3-36-16,3 0-35 15,0-12-46-15</inkml:trace>
  <inkml:trace contextRef="#ctx0" brushRef="#br0" timeOffset="5395">4876 592 220 0,'0'-29'165'0,"0"13"-133"16,0 6-5-16,-6 10 3 16,6 0-12-16,9 0-17 15,22 0 5-15,7 0-6 16,3 0 0-16,3 0-1 15,7 0 1-15,-5 0 3 16,7-10-6-16,-2-5-3 0,6-6 12 16,3-3-11-16,-2-6 5 15,0-4 2-15,-3-3-4 16,-3-6 6-16,-5-2-5 16,-5 6-3-16,-18 2 11 15,-9 7-10-15,-15 10 6 16,0 5-1-16,-15 7 1 15,-21 6 4-15,-7 2-7 16,1 0-2-16,4 0 5 16,10 8-4-16,8 9 1 0,4 3 0 15,2 2 1 1,5 5 8-16,3 3-2 0,-3 2 3 16,3 6 4-16,0 7-7 15,1 1 4 1,2 5-7-16,0-5-1 0,3 2 3 15,-2-6-6-15,2 0-4 16,0-2 10-16,0-2-11 16,-2-5 5-16,-2-3 0 15,-1 0-1-15,-4-2 0 16,2-6-6-16,0-1 3 16,3-4-6-16,4-6-21 15,0 0-22-15,-4-6-75 16</inkml:trace>
  <inkml:trace contextRef="#ctx0" brushRef="#br0" timeOffset="5628">5284 683 262 0,'0'-22'114'0,"4"12"-107"15,1 0 21-15,4 10 15 16,9 0-30-16,16 0-3 16,2 0 0-16,0 0-4 15,2 0 4-15,3 0-10 0,3 0 0 16,6-10-6 0,6-4-34-16,5 1-215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01.65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244 0 143 0,'-11'11'30'0,"-10"4"-25"16,12-2 7-16,9-5 18 15,0-6-9-15,0-2-5 16,0 0 15-16,0 0 15 16,0 0-17-16,-2 0-7 15,-2 0-14-15,0 0-4 16,-5 0 10-16,-3 0-13 0,5 0 4 15,-7 0-4-15,3 0 1 16,0 0 3-16,0 0-1 16,5 0 7-16,0 0 6 15,4 0-12-15,-4 0-2 16,-1 0-2-16,-2 4-1 16,-2 22 2-16,0 6-3 15,-3 10 0-15,3-3 5 16,8-1-7-16,3-3 4 15,0-7-4-15,0-7 4 16,0-5-1-16,9-11-1 16,10-5 1-16,0 0 4 0,0 0-7 15,1-10 5-15,-9-13 3 16,0 1-4-16,-9-2 2 16,1-5-6-16,-3 3 4 15,0 1 3-15,0 4-6 16,0 7 4-16,0 4-1 15,-9 6 2-15,-4-1 5 16,-4 5-7-16,2 0 4 16,-5 0 0-16,-2 0-7 15,5 0 3-15,4 10-1 16,4 7 0-16,4 0 2 16,1 2-3-16,4 2-1 15,0-1 6-15,0-1-7 0,0-1 4 16,4-3-1-16,6 0 0 15,1-6 1-15,0-3-1 16,-2-4-2-16,2-2 6 16,-2 0-6-16,1 0 3 15,1 0-3-15,0-5 3 16,-3-10 0-16,-2 0 0 16,-3 0-3-16,-3 0 9 15,0 0-10-15,0 3 1 16,0 0 5-16,0 7-2 15,-9 1 1-15,-1 4-3 16,1 0-2-16,1 0 8 16,2 4-8-16,6 6 4 15,0 0-1-15,0 2 1 0,0 0 0 16,0 0-1-16,0 3-3 16,3-5 9-16,6 1-9 15,-1-4 3-15,-3-5 0 16,1 1 0-16,2 0 0 15,1-3-2-15,2 0 2 16,-1 0 3-16,2-3-4 16,-5-9 1-16,-3-3 1 15,-4 2-3-15,0-1 5 16,0 3-4-16,-6 9 0 16,-11 2 5-16,-2 0-6 15,-8 0 3-15,2 13-3 16,3 11 3-16,5 1 0 15,4 1-4-15,9 3 1 0,4-4 7 16,0-8-7-16,0-3 1 16,17-9 1-16,13-5-2 15,4 0-12-15,4-12-130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2:52.41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273 167 159 0,'-19'0'84'15,"5"0"-40"-15,9 0 10 16,5 0 6-16,0 0-35 16,0 0-17-16,0 0-1 15,0 0 0-15,16 0 2 16,6 0 3-16,-2 0-5 15,-4 0-2-15,-2 0-3 16,-3 0 0-16,2 0-2 0,8 0 0 16,6 0-2-16,6 0 7 15,3-18-8 1,-6-1 4-16,-3-7-1 0,-7 2 1 16,-6 0 0-16,-8 3-2 15,-4 6 1-15,-2 3 3 16,0 7-4-16,0 2 3 15,0 3 7-15,-8 0-7 16,-8 0 0-16,-4 0-4 16,1 0 0-16,-3 11 7 15,-1 0-7-15,4 7 1 16,0-3 2-16,0 4 0 16,4 4 2-16,4-1-5 15,7 4 2-15,4-1 7 0,0-1-10 16,0 3 4-16,7 3 0 15,22-2 0-15,1-2 0 16,3-2-2-16,0-7 1 16,0-2 5-16,0-7-8 15,0-4 1-15,-3-4 3 16,6 0-1-16,-3 0 0 16,3-10 1-16,0-12-6 15,0-1 9-15,-3-1-13 16,0-6 2-16,-6 0 1 15,-4 2 1-15,-6 1-1 16,-12 5 4-16,-2 5-2 0,-3 7 5 16,0 2-3-16,0 5 3 15,0 3-2-15,0 0-2 16,0 0 6-16,-19 0-3 16,-10 0-4-16,0 8 10 15,-2 2-11-15,6 2 10 16,6 3-4-16,2-3-1 15,9 4-2-15,2-2 4 16,6-1-4-16,0 0 6 16,0-3-7-16,0-3-3 15,0-2 5-15,0-3 0 16,3-2 2-16,15 0-3 16,6 0 0-16,3-12 7 15,0-11-9-15,-2 1 4 0,-5 5 2 16,-8 5-3-16,-10 9 1 15,-2 3 0-15,0 0-3 16,0 5 14-16,0 17-8 16,0 5-1-16,0 6 7 15,-2-1-5-15,-1 5 5 16,3 1-8-16,0 4-1 16,0 0 9-16,0 3-13 15,0 1 4-15,3 0 4 16,8 1-7-16,0-2 5 15,0-6-2-15,-4 3-3 0,2-3 7 16,-1-3-4-16,0-8-2 16,-1-8 4-16,-5-10-5 15,0-8 3-15,1-2 1 16,1 0-6-16,0-7 13 16,5-25-12-16,5-8 0 15,-1-8 4-15,1-9-5 16,0-5-2-16,-3 0 1 15,-2 2 1-15,-7 8 11 16,-2 10-10-16,3 5 2 16,-3 4 9-16,6 4-9 15,-2-1 4-15,3 0-3 16,4 0 0-16,5 0 5 16,4-3-6-16,1 2 1 15,4 5 3-15,-5 7-2 0,0 5-1 16,-10 10 2-16,-4 4-3 15,-1 0 6-15,-1 0-6 16,0 18 3 0,3 9 7-16,-3 3-9 0,5 2 3 15,-4 0-2-15,-2-4-1 16,1-3 4-16,-4-8-4 16,0-4-1-16,0-6 6 15,0-5-5-15,0-2 2 16,2 0-1-16,0 0-1 0,9-4 5 15,3-24-5 1,2-8-1-16,2 5 4 0,-7 4-3 16,-6 10 1-1,1 9 0-15,-4 3 0 0,-2 5 4 16,6 0-8-16,0 0 2 16,5 0 6-16,2 0-5 15,4 0 0-15,-1 0 1 16,1 0 0-16,-1 7 5 15,2 4-8-15,-5 1 0 16,-5 5 10-16,-5 0-8 16,0 1 2-16,-3-1-1 15,0-1-1-15,0-5-3 16,0-5-45-16,0-1-190 16</inkml:trace>
  <inkml:trace contextRef="#ctx0" brushRef="#br0" timeOffset="250">1358 433 216 0,'0'0'31'15,"0"0"-8"-15,0 0 1 0,6 0-9 16,5 0-4 0,-3 0-8-16,3 0-6 0,-5 0 8 15,2 3-18-15,1-1-28 16,-4-2-80-16</inkml:trace>
  <inkml:trace contextRef="#ctx0" brushRef="#br0" timeOffset="457">1568 391 238 0,'0'-3'38'15,"0"3"23"-15,0 0 12 16,0 0-58-16,0 0-14 0,0 0 2 15,0 0-6-15,5 0-1 16,-5 0-49-16,7 0-131 16</inkml:trace>
  <inkml:trace contextRef="#ctx0" brushRef="#br0" timeOffset="938">1823 170 238 0,'0'-33'92'15,"2"21"-77"-15,4 3 44 16,-6 9-28-16,0 0-28 16,0 0-3-16,0 0 6 15,0 0-3-15,0 0-3 16,0 0 2-16,-8 0-1 15,-4 0 4-15,-1 0 5 16,-5 0-2-16,-3 3-2 16,-4 15 0-16,0 4-5 15,3 3 3-15,5 0-4 16,3 2 1-16,9-4-1 16,5-3-2-16,0-5 3 0,3-4-2 15,22-3 0 1,2-3 4-16,1 0-4 0,-7 1 1 15,-1-1 0-15,-4 0 0 16,-5 2 3-16,3 3-5 16,1-3 1-1,-5 1 4-15,-4-1-5 0,-6 0 3 16,0-1 0-16,0 4-1 16,-3 2 8-16,-14-2-6 15,-2 0-3-15,0-3 3 16,8-7-7-16,-3 0-27 15,1 0-81-15,-1 0-206 0</inkml:trace>
  <inkml:trace contextRef="#ctx0" brushRef="#br0" timeOffset="1138">2358 403 383 0,'-38'-20'113'0,"12"10"-116"15,12 10 11-15,14 7-5 16,0 8-6-16,17-9-19 0,2-6-160 16</inkml:trace>
  <inkml:trace contextRef="#ctx0" brushRef="#br0" timeOffset="13632">0 1223 31 0,'0'0'8'15,"0"0"1"-15,0 0 4 16,0-5-5-16,3 0-6 16,-1-3-4-16,1-1 6 15,0 1-3-15,0-1 1 0,-3-2 1 16,0 4-15-16,0 7-51 16</inkml:trace>
  <inkml:trace contextRef="#ctx0" brushRef="#br0" timeOffset="14846">39 1029 124 0,'0'-20'41'0,"0"-4"-29"16,5-4 12-16,-5 8-3 16,0 5 1-16,0 7-2 15,0 8-10-15,0 0-2 16,0 0 1-16,0 0-6 16,0 0 7-16,0 0 3 15,0 0 10-15,0 0 14 16,0 0-21-16,0 0-7 0,0 0 1 15,3 0 4-15,3 23 1 16,-2 14-4-16,5 13-3 16,-3 10 8-16,-3-3-8 15,-3 0-5-15,0 0 2 16,0-2-2-16,0-1 0 16,0-4-6-16,2-7 1 15,4-7 8-15,0-6-6 16,-2-5 0-16,3-5 1 15,-5-7-2-15,0-6 2 16,-2-2-2-16,3-5 0 16,-3 0 2-16,0 0-2 0,4 0-1 15,-4-5 5-15,0-18-4 16,0-7 2-16,0 3-2 16,0-2-4-16,0 4 12 15,0-2-10-15,0 2 2 16,2-2 2-16,10-1-2 15,1-2 2-15,7 3-2 16,1 0 2-16,-1-1 3 16,-1 6-6-16,-2 5 1 15,-1 4 4-15,-5 9-6 16,-2 0 4-16,-5 4 0 16,5 0-4-16,3 0 7 15,-1 6-6-15,-4 16 1 16,-3 5 3-16,-2 1-3 0,-2-1 1 15,0-2 1-15,0 3-4 16,-2-6 8-16,-15-3-8 16,-2 2 3-16,-1-7 2 15,-2-4-3-15,6-5-1 16,-4-2 1-16,4-3 1 16,2 0 3-16,3-18-4 15,9-9-1-15,2 2 5 16,0 8-5-16,0 4 1 15,0 8 3-15,0 5-3 16,0 0 5-16,0 0-6 16,2 7 0-16,7 11 5 15,1 0-6-15,5 1 5 0,0 1-3 16,6-2 1-16,3 0 2 16,1-1-3-16,0-4 1 15,2 3 1-15,-2-2-2 16,-1 4 2-16,1-3-1 15,-2 3-1-15,-3-3 3 16,-4-5-8-16,0-3-12 16,-5-4-26-16,-2 4-269 15</inkml:trace>
  <inkml:trace contextRef="#ctx0" brushRef="#br0" timeOffset="15352">643 1322 190 0,'-11'0'14'0,"8"0"-10"15,3 0 2-15,0 0-2 16,0 0 7-16,0 0-2 16,0 8 23-16,0 4 10 15,0 6-12-15,0 6-3 16,0 6-7-16,0 1-12 15,0 10-2-15,0-4-7 16,0-4 1-16,0-8 2 16,0-8-2-16,0-12 0 0,0-5 0 15,0 0-1-15,6 0 6 16,2-8-6-16,1-14-1 16,-5-8 5-16,2-2-6 15,3 0 5-15,-1-5-4 16,-2 0 0-1,1 7 6-15,-1 7-6 0,0 13 0 16,-3 10 6-16,-3 0-4 16,3 0 2-16,2 0 0 15,3 0-1-15,3 0 8 16,4 7-9-16,-2 6 1 16,3 2 6-16,1 2-5 15,-6 8-1-15,-3 1 1 0,-4 4-1 16,-4 0 1-1,0 3-3-15,0-6 0 0,0-1 4 16,5-7-6 0,6-8-5-16,3-9-52 0,1-2-179 15</inkml:trace>
  <inkml:trace contextRef="#ctx0" brushRef="#br0" timeOffset="16593">1110 1345 42 0,'0'-7'115'16,"0"3"-95"0,0 2-1-16,0-5 1 0,0 2 11 15,0 5 6-15,0 0 20 16,-4 0-2-16,-11 2-24 15,1 18-10-15,1 5-12 16,1-3 0-16,3 6-5 16,7-3 0-16,2 2 0 15,0-3-6-15,0-4-1 16,0 1 7-16,0-2-5 16,11-7 2-16,3-4-2 0,2-3 1 15,4-5 2 1,-1 0-4-16,0 0-1 0,1-5 4 15,-6-9-6 1,-3-2 4-16,-3-1 0 0,-2-1 0 16,-4-4 3-16,-2-2-3 15,0-3 0-15,0-3 3 16,0 0-3-16,-16 2 1 16,1 6 1-16,2 5-1 15,5 7 0-15,1 4-1 16,7 4-1-16,-2 2 5 15,2 0-4-15,0 0-1 16,0 0 3-16,0 0-7 16,0 0 9-16,0 2-8 15,20 4 3-15,-2-1 3 0,5 0-3 16,-3-3 2-16,-2 0-2 16,-1 1-1-16,0-3 8 15,-1 2-7-15,-2-2-2 16,3 3 9-16,-6-1-10 15,-3 3 6-15,-4 2 3 16,-2 6-4-16,0 7 4 16,-2 2-4-16,0 6 0 15,0-3 1-15,0 2 2 16,0-3-5-16,0-4 2 16,9-2 0-16,2-3 4 15,-1-5-6-15,5-5-1 16,-1-5 9-16,2 0-8 15,-2 0 1-15,5-2 3 0,-2-16-2 16,-6-2 2-16,-3-4-3 16,0-1-1-16,-2-5 5 15,-1 2-4-15,1 6 2 16,-6 7-2-16,2 8 2 16,-2 7 2-16,0 0-3 15,0 0-1-15,0 0 3 16,0 0-3-16,3 0 2 15,-3 9 2-15,2 14-3 16,2 4 1-16,1-5-2 0,1 1-3 16,0-4 11-1,2-7-9-15,-3-1 2 0,3-4 1 16,4-4-2 0,-5 0 3-16,2-3-3 0,-1 0 1 15,0 0 3-15,7 0-4 16,-5-13 1-16,7-12 1 15,-3-4-1-15,-3-6 2 16,0-3-5-16,-8 1 2 16,-3 7 4-16,0 8-4 15,0 9 1-15,0 6 0 16,0 5 2-16,-5 2-2 16,-1 0 1-16,3 0-4 15,3 0 6-15,0 0-3 16,0 0-2-16,0 0 3 0,0 0-1 15,0 0 0-15,9 0 0 16,0 0-3-16,3 0 7 16,-1 0-6-16,0 2 0 15,-5 5 3-15,-1 4-1 16,1-5 1-16,-3 0-2 16,2-4-1-16,4 1 6 15,-1-3-7-15,-3 0 3 16,4 0 0-16,-4 0-1 15,-3 0 2-15,7 0-13 16,-4 0-23-16,-2 0-35 16,0 0-29-16,-3 0-5 0</inkml:trace>
  <inkml:trace contextRef="#ctx0" brushRef="#br0" timeOffset="16853">1927 1312 287 0,'-17'0'90'16,"8"0"-86"-16,5 0 26 15,2 3-12-15,-2 16-16 16,4 4-2-16,0 2 0 16,0-2 5-16,0-6-5 15,0 0 2-15,0 1 1 16,0-3-3-16,8-1 4 15,-2 2-4-15,-3-5-4 0,-3 5 7 16,0-7-12-16,0-1-26 16,0 2-87-16,0-5-131 15</inkml:trace>
  <inkml:trace contextRef="#ctx0" brushRef="#br0" timeOffset="17082">2024 1128 118 0,'-6'-29'166'16,"6"9"-158"-16,0 7 31 15,3 2 1-15,8 3-24 16,0 0-15-16,-2 3-3 15,-7 5 5-15,1 0-11 16,2 3-26-16,1 15-101 16</inkml:trace>
  <inkml:trace contextRef="#ctx0" brushRef="#br0" timeOffset="18273">2273 1384 241 0,'-25'0'13'16,"8"0"9"-16,-2 23 24 15,5 2-33-15,11 2-7 16,3-2 1-16,0-5-8 16,0-3 7-16,0-4-4 0,11-6 0 15,-3-2 11 1,3-5-8-16,3 0 1 0,2 0 0 16,7 0-6-16,-4-8 1 15,0-9-1-15,-2-5-2 16,-1-5 8-16,-2-3-7 15,-2-3 2-15,-4 1 3 16,-3 2 4-16,-3 10 4 16,2 10 9-16,-4 8-12 15,0 2 3-15,0 0-13 16,2 0 1-16,4 2 3 16,-3 19 0-16,2 3 0 15,-2 1-1-15,3 2-3 0,1 1 4 16,2-3-4-1,5-6 0-15,5-6 2 0,6-8-1 16,3-5 0-16,5 0-3 16,3-5 3-16,0-19 1 15,3-2-3-15,1-4-3 16,5-2 5-16,5 0 0 16,-7-1-1-16,-3 3-3 15,-11 6-2-15,-12 4 6 16,-9 5-3-16,-8 5 4 15,0 1-1-15,0 6 0 16,-16 3 2-16,-6 0-3 0,-3 0 0 16,-2 0 3-16,-1 0-4 15,2 14 3-15,-1 4 0 16,5 4 2-16,4 3-2 16,0 0 0-16,7 5-2 15,8-3 5-15,3-2-6 16,0-3 2-16,0-6 1 15,11-6-1-15,12-6-1 16,-1-4 2-16,3 0-5 16,-3 0 9-16,-3-7-6 15,-6-6 0-15,5-2 2 16,-4-2-1-16,1-3 1 16,-3-2-2-16,-1 1 0 15,-2 4 4-15,-7 10-2 16,0 1 6-16,-2 6 7 0,0 0-1 15,0 0 7-15,0 0-12 16,0 0-4-16,0 21 9 16,-4 6-11-16,4 10 0 15,0 1 1-15,0 2-2 16,0 4 1-16,0 1-1 16,11 3-4-16,14 3 9 15,0 4-7-15,2 0 1 16,-3 5 0-16,-1-3 0 15,-7-3-2-15,-2-2 1 16,-6-7-2-16,-8 0 8 16,0-9-6-16,-2 2-2 0,-18-8 7 15,-2-8-6-15,3-7 3 16,-1-7 0 0,2-8-3-16,0 0 7 0,0 0-8 15,-2-25 2-15,0-5 3 16,4-10-1-16,2-11-1 15,5-9-2-15,9-6 0 16,0 0 5-16,11 11-8 16,25 8 3-16,6 14 4 15,0 9-3-15,3 1 1 16,-5 6-1-16,1-1-1 16,1 1-6-16,-9-4-46 15,-11 15-223-15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15.71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256 326 119 0,'0'0'75'0,"0"0"-71"16,0-3 26-16,0-3-4 15,5-1-22-15,9-1 2 16,-1 2-1-16,-4 3 1 15,-7 0-3-15,1 3 1 16,-3 0 5-16,0 0-1 16,0 0 6-16,0 0 7 15,0 0 9-15,0 0 2 0,0 0 1 16,0 0-14-16,0 0 11 16,0 0-13-1,0-3 0-15,0-2-11 0,0 3-1 16,0-1-3-16,-12 3-2 15,-1 0-2-15,-1 0 8 16,1 0-9-16,-4 3 3 16,0 7-1-16,-2 0 4 15,0 4-2-15,0-2-1 16,0 3-1-16,-2 4 9 16,3 1-8-16,0 7 1 15,5 0-1-15,-1 8 1 16,1 5 1-16,-1 0-5 15,3 6 0-15,2 5 10 0,7-5-12 16,2-1 5-16,0-6 0 16,8-9 1-16,15-7-1 15,4-3 0-15,3-6-2 16,0-4 3-16,0-4-2 16,-1-6-3-16,-4 0 8 15,-4 0-6-15,-1-7 0 16,-9-11 6-16,0 3-8 15,-2-3 10-15,-4-4-9 16,-5-6 2-16,0 2 1 16,0-4-4-16,0 1 5 15,-5 11-2-15,-7 0-3 16,1 8 8-16,-8 8-7 0,-8 2 2 16,-5 0 1-16,2 8-1 15,3 14-1-15,8 2-15 16,4 4-25-16,5 9-123 15</inkml:trace>
  <inkml:trace contextRef="#ctx0" brushRef="#br0" timeOffset="512">506 501 153 0,'0'0'38'0,"0"0"-20"0,0 0-3 15,17 0 11-15,-3 0-1 16,-3 0-8-16,3 0 15 15,-7 0 13-15,2 18-10 16,3 8-9-16,-8 4-12 16,7 3-8-16,4-1 3 15,4 0-10-15,6-4 2 16,0-6 0-16,2-1-3 16,-5-7 2-16,-2-1-1 15,-8-3-4-15,-5-3-1 16,-5-5-49-16,-2 3-98 0</inkml:trace>
  <inkml:trace contextRef="#ctx0" brushRef="#br0" timeOffset="804">752 479 199 0,'0'-3'29'0,"0"3"-24"16,0 0 6-16,0 0 17 0,0 7-12 16,0 11 15-16,-11 8 9 15,-11 8-16-15,-3 3-7 16,-3 3 0-16,1-1-11 15,0 4 0-15,2-2-6 16,3 3-4-16,2-6 8 16,6-2-21-16,1-4-70 15,-4-2-113-15</inkml:trace>
  <inkml:trace contextRef="#ctx0" brushRef="#br0" timeOffset="1286">1238 411 191 0,'0'0'40'15,"0"0"-4"-15,0 2 32 16,0 8-22-16,0 13-24 16,-3 4 2-16,-5 3-15 15,-1 0-2-15,5-2-2 16,1-2-3-16,3 4 6 16,0-1-10-16,0 2 3 15,0 2 4-15,0-3-8 16,0-3 3-16,0-3 1 0,0-2-2 15,0-6-2 1,0-2-19-16,0-1-100 0,0 3-143 16</inkml:trace>
  <inkml:trace contextRef="#ctx0" brushRef="#br0" timeOffset="1815">1597 473 165 0,'-21'-2'60'0,"14"-3"-44"0,5-2 54 15,-9 5-32-15,-1 2-15 16,-3 0 1-16,-8 2-9 16,1 18 3-16,-3 4-7 15,2 6-3-15,2 3 3 16,-1 1-8-16,8 1-1 16,-1 2 2-16,11-2-5 15,2 1 2-15,2-9-1 16,0-3-1-16,0-5 3 15,13-3-5-15,6-3 2 16,0-6 5-16,4-5-6 0,2-2 3 16,2 0-1-16,4 0-1 15,7-15 4-15,3-11-5 16,-7-8 0-16,-4 3 5 16,-11-4-5-16,-5-1 4 15,-11 4-2-15,-3 1-1 16,0-2 7-16,0 4-10 15,0 1 4-15,-8 3 4 16,-7 2-5-16,-1 7 4 16,0 0-4-16,-4 4-4 15,4 2 5-15,-1 2-40 0,0 8-232 16</inkml:trace>
  <inkml:trace contextRef="#ctx0" brushRef="#br0" timeOffset="2492">1768 81 137 0,'-8'-19'125'16,"2"8"-109"-16,6 9 44 16,-5-3-4-16,5 2-39 0,0 1-6 15,0-4 6 1,0-1-11-16,14 0-2 0,2-1 1 16,-2 0-2-1,-3 8 0-15,0-1-1 0,3 1-4 16,-1 0 5-16,2 0-1 15,1 0-1-15,4 7 0 16,-4 5-2-16,-5 4 3 16,-6-2-3-16,-5 7-1 15,0 13 5-15,-22 3-4 16,-13 5 2-16,-4 3-2 16,3-3-1-16,3-3 5 15,11-3-4-15,6-12-1 16,9-3 5-16,7-12-4 15,0-1 0-15,0-4 0 16,23 2 2-16,5-6 0 0,5 0-2 16,0 0 0-16,3 0 4 15,-1 0-4-15,-1 0 1 16,-7-6-1-16,-7 4-1 16,-4-2 1-16,-5 1-5 15,-2 0-6-15,-5 1-52 16,-4 2-128-16</inkml:trace>
  <inkml:trace contextRef="#ctx0" brushRef="#br0" timeOffset="3143">2130 93 168 0,'0'-7'43'0,"0"-7"-19"16,0 4 33-16,14-1 5 15,-1-1-16-15,7 2-21 16,2 0-6-16,-1 0-10 15,-6 4 0-15,-7 6-2 16,-2 0-8-16,-3 0 1 0,-3 0 7 16,0 14-4-16,0 2-2 15,0 4-2-15,0 3 0 16,0-6 4-16,0-3-4 16,0 2-1-16,-12-2 6 15,1 1-6-15,-2-1 1 16,4-2 3-16,1-5-3 15,4 0 3-15,2-3-4 16,2-4-1-16,0 0 7 16,0 0-7-16,0 0 2 15,6 0 1-15,11 0 0 16,5 0 2-16,-4 0-3 0,0 0-2 16,0 0 6-16,-4 1-4 15,4 10-1-15,-7 2 3 16,-4 1-2-16,-3 3 2 15,-2 1-2-15,1-1-3 16,-1-4 11-16,2 1-8 16,-4-3-1-16,0-3 5 15,0 3-4-15,0 5 3 16,-18-2-2-16,-4-2-1 16,4 1 5-16,-2-5-4 15,1-6-1-15,2 0 1 16,3-2 0-16,3 0 1 15,0 0-9-15,3 0-20 0,2 0-180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27.0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1 308 83 0,'0'-4'66'16,"0"-4"-40"-16,0 8-3 15,0-3-6-15,0-4-1 16,4 0 1-16,3 2-1 16,-5 5 2-16,1 0-5 0,0 0 5 15,3 0 1-15,-4 0-2 16,7 0 5-16,-5 5-7 16,5 2-7-16,5 0 8 15,-3-1-4-15,0-1-3 16,-2-4-3-16,-2 5-2 15,0-4 4-15,-5 3-8 16,0 0 1-16,-2 1 1 16,3 3 1-16,-3 1 0 15,0 0-3-15,0-3 0 0,0 1 4 16,0-3-6-16,3-5 4 16,-3 2 0-16,0-2-2 15,0 0 2-15,0 0-2 16,0 0-3-16,3 0 8 15,-3 0-8-15,0 0 4 16,0 0 0-16,0 0 0 16,0 0 0-16,3 0-3 15,-3 0 2-15,0 0 3 16,0 0-5-16,0 0 3 16,0 0-1-16,0 0 1 15,0 0-1-15,0 0 0 16,0 0-3-16,0 0 11 15,0 0-13-15,0 0 4 16,0 0 5-16,0 0-9 0,0 0 6 16,0 0-3-16,0 0-2 15,0 0 3-15,0 0-13 16,0 0-37-16,0 0-59 16,0 0-47-16</inkml:trace>
  <inkml:trace contextRef="#ctx0" brushRef="#br0" timeOffset="777">98 330 99 0,'0'-1'22'0,"0"-2"4"15,0 0 8-15,0 3-27 16,0 0 3-16,2 0 0 16,4 0 9-16,1 0 4 15,-1 0-1-15,0 0 11 16,0 0-15-16,-3 0 12 15,-3 0-5-15,2 3-11 16,0 0-4-16,-2-2-2 0,0 4-8 16,3 1 9-16,-3-1-12 15,0 2 3-15,0-2 3 16,0 1 1-16,0 3-2 16,4 1 2-16,-4-1-4 15,2 3 6-15,0 2-7 16,1-4-1-16,0-4 6 15,0 0-5-15,-3-1 2 16,3-2-1-16,-3 1-2 16,0-1 6-16,0 5-5 15,0-3 0-15,0-2 4 0,0 3-2 16,0-1-2-16,0-2 1 16,0 0-1-16,0-2 6 15,0-1-8-15,0 0 3 16,0 0 4-16,0 0-2 15,0 0 2-15,0 0 2 16,0-7-7-16,0-17 6 16,0-6-8-16,0 3 3 15,0-3 2-15,0 7-3 16,0 4 2-16,0 6 0 16,0 5-3-16,0 5 11 15,0 3-7-15,0 0-2 16,0 0 7-16,0 0-10 15,0 0 7-15,2 0-7 16,-2 6 3-16,7 12 10 0,-7 6-6 16,0 9 1-16,2-1 13 15,-2 2-9-15,0-4-6 16,0-3 0-16,0-3-6 16,0-6 9-1,2 0-7-15,7-6-3 0,7-3 3 16,1-9-18-16,5 0-33 15,-3 0-261-15</inkml:trace>
  <inkml:trace contextRef="#ctx0" brushRef="#br0" timeOffset="1042">299 28 182 0,'0'-15'29'0,"0"10"-2"16,0-1 33-16,0 6-28 16,0 0-23-16,0 0-10 15,0 0 4-15,0 0-2 16,0 0 1-16,0 12-4 15,0-1-6-15,0-1-2 16,8 5-123-16</inkml:trace>
  <inkml:trace contextRef="#ctx0" brushRef="#br0" timeOffset="1627">431 392 166 0,'0'0'43'0,"0"0"-36"0,0 0 30 0,0 0-7 15,0 0-10-15,3 0 7 16,0 0-11-16,0 6 8 15,-3 6-1-15,0 6 4 16,0 3-6-16,-6 5-16 16,-4-3-1-16,3-4-1 15,5-6-2-15,2-1 3 16,0-5-6-16,0-5 0 16,0 1 5-16,0-3-3 15,11 0 1-15,3 0-1 16,-1-9-1-16,-2-6 6 15,3-3-9-15,-3-1 2 16,-2-4 5-16,2-4-4 0,3 2 2 16,-1-1-2-16,1 7 1 15,-1 2 4-15,-1 9-7 16,-3 3 0-16,-2 5 7 16,1 0-6-16,1 0 2 15,-3 7 2-15,2 16-4 16,-3 2 4-16,1 5-3 15,-1 0 1-15,-2-3 1 16,6-5-2-16,1-1 2 16,1-12-2-16,6-1 0 15,2-6 2-15,6-2-6 16,0 0-12-16,0-2-24 0,0-15-9 16,-3-2-11-16,-3-5-6 15,1-3-14-15</inkml:trace>
  <inkml:trace contextRef="#ctx0" brushRef="#br0" timeOffset="1841">931 308 186 0,'0'0'62'0,"0"0"1"15,0 0 7-15,0 0-20 16,0 0-29-16,-9 8-13 16,1 11 0-16,2 6-2 15,4 1-3-15,2-2 3 16,0-3-10-16,0-3 3 15,0 1 6-15,0-5-7 0,0-2 1 16,6-5 1-16,-1-1-10 16,0-4-1-16,6-2-71 15,-2 6-85-15</inkml:trace>
  <inkml:trace contextRef="#ctx0" brushRef="#br0" timeOffset="2029">965 125 210 0,'-18'-22'47'0,"8"4"-40"16,6 6 31-16,4 7-9 0,0 5-22 15,0 0-5-15,0 0-5 16,0 0 3-16,0 6-9 15,0 1-70-15</inkml:trace>
  <inkml:trace contextRef="#ctx0" brushRef="#br0" timeOffset="2361">1237 2 155 0,'-7'-2'47'16,"0"2"-40"-16,5 0 35 15,-4 11 4-15,1 16-12 16,3 4 11-16,-5 3-16 16,5-3 0-16,2 6-19 15,-3 2-4-15,3 5 4 16,0 1-6-16,0-1-2 15,0-4-1-15,0 2-3 16,0-6 5-16,-2-4-5 16,2-8-1-16,-4-4 2 15,1-6-4-15,3-4-4 16,0-8-2-16,0-2-26 0,-2 0-99 16</inkml:trace>
  <inkml:trace contextRef="#ctx0" brushRef="#br0" timeOffset="2774">1019 452 228 0,'0'-30'13'16,"9"11"-5"-16,15-1 5 15,3 5-6-15,-2 3-6 0,-5 4-1 16,-4 6-2 0,-7 2 5-16,0 0-3 0,2 0 4 15,3 0 1-15,-1 2-3 16,6 3 0-16,6 0-2 16,0 1-1-16,5-5 5 15,9 7-6-15,3-3 43 16,-3 5 16-16,-9 3-33 15,-11 4-5-15,-11 3-9 16,-5 6-1-16,-3 3 4 16,0-3-9-16,0-3-2 15,0-8 0-15,3-3-1 0,0-7 1 16,-1 0-3 0,-2-5 0-16,0 0 7 0,0 0-11 15,4 0-6-15,-2-12-83 16,0-6-92-16</inkml:trace>
  <inkml:trace contextRef="#ctx0" brushRef="#br0" timeOffset="2930">1599 251 162 0,'0'-2'47'0,"0"-10"-25"15,0-1 35-15,0 4-36 16,3 9-19-16,11 0-10 16,-3 0-42-16</inkml:trace>
  <inkml:trace contextRef="#ctx0" brushRef="#br0" timeOffset="3817">1906 482 177 0,'-3'0'61'0,"3"-12"-34"0,0-9 47 16,0 10-11-16,0 1-31 15,0 0-14-15,0 2 6 16,0 2-7-16,0 3 3 15,-11 3 11-15,-13 0-22 16,-10 0-6-16,-4 9 2 16,-1 14-7-16,8 5 7 15,8-4-8-15,10 3-1 16,5-2 8-16,8 1-6 16,0-2 4-16,0-4-4 15,3-6 2-15,19-6-2 16,6-7-2-16,8-1-1 15,4 0 3-15,2-13-8 0,-3-13 0 16,-9 2 6 0,-6-4-1-16,-9 1 4 0,-7-3-1 15,-6 0 1-15,2 9 4 16,-4 5-5-16,0 11 3 16,0 5-1-16,0 0 0 15,0 0 0-15,0 10 0 16,0 13-1-16,-11 4 7 15,2-3-4-15,7 5-1 16,2-5 0-16,0-2-1 16,0-4 2-16,8-6-5 15,16-4 1-15,7-8 7 0,3 0-9 16,-2 0-1-16,-1-20-7 16,-4 0 0-16,-2-5 4 15,2-5-1-15,-2-3-11 16,6-6 10-16,3-9-19 15,-2-9 13-15,1-4 11 16,-11-3 2-16,-10 8 10 16,-12 12-3-16,0 8 1 15,0 12 16-15,-18 3-11 16,0 10 2-16,-2 6-7 16,1 5 3-16,2 0-6 15,6 0-3-15,6 0-1 16,2 1 7-16,3 14-8 15,0 0 6-15,0 6 1 0,0 1 2 16,0 8 4-16,0 2-6 16,0 8 1-1,0 2 4-15,0 2-9 0,3 4-2 16,2-3 5-16,1-5-4 16,-1-3 3-16,6-3-2 15,1-6-6-15,3-2 10 16,12-2-12-16,5-4 2 15,6-4-1-15,7 0-47 16,2 2-180-16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32.03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278 275 99 0,'-14'-30'130'15,"5"9"-110"-15,9 6 12 16,-11 6 42-16,-3 9-38 15,-10 0-25-15,-6 3 12 0,-1 17-1 16,-1-1-10 0,7 4 8-16,2-4-12 0,4 3 0 15,5 4 0-15,0-2-3 16,6 6 0-16,5 0-5 16,3 3-1-16,0-3 6 15,0-6-7-15,5 0 2 16,21-6-1-16,7-6 0 15,9-6 2-15,3-6-3 16,3 0-5-16,-1 0 5 16,-11-16-6-16,-5-4 3 15,-7-2-2-15,-5-3 4 0,-2-5 3 16,-3 0-1-16,-3-1-1 16,-1 4 6-16,-3 4-6 15,-5 10 1-15,-2 10 7 16,0 3-1-16,0 0 5 15,0 0-6-15,0 0-6 16,-17 13 9-16,0 15-10 16,4-2 3-16,5 3 2 15,8-5-4-15,0-3 5 16,0-5-6-16,14-5 1 16,10-4 7-16,4-5-11 15,3-2 2-15,7 0-3 16,1 0 1-16,2-7 2 15,-2-13-3-15,-6 1 2 0,-9-1 10 16,-12-3-9-16,-6 6 8 16,-6-6-1-1,0 5-2-15,-6 1 1 0,-17 1-2 16,-2 1-1-16,1 5 6 16,-6 6-9-16,-6 4 5 15,3 0-2-15,3 0 1 16,5 8 0-16,14-1-1 15,5-2 0-15,6-5 1 16,0 3-11-16,0-1 2 16,13-2-11-16,12 0-1 15,-3 0 7-15,3 0 12 16,0 0 0-16,0 0 8 0,3 0-8 16,2 0 3-16,4 0 3 15,-2 0-2-15,-1 7 6 16,-4 4-3-16,-2 5-1 15,0 0 9-15,-5 4-8 16,-5-2-1-16,-3 2-3 16,-6-3 1-16,-3 3 0 15,-3-1-3-15,0 1 1 16,0-6 4-16,0-5-6 16,0-7 2-16,0 0 0 15,0-2 0-15,0 0 2 16,0 0-1-16,0 0-4 15,7-18 10-15,13-12-11 0,7-6 3 16,2-1 2-16,-2 2-1 16,-8 14-1-16,-8 7 1 15,-3 14-2 1,-5 0 6-16,3 0-5 0,-4 3 1 16,4 20 0-16,0-2 0 15,-1 4 2-15,3-2-2 16,1-4-2-16,1-4 7 15,5-1-9-15,-4-8 4 16,5 0 3-16,3-4-5 16,1-2 4-16,5 0-9 15,2 0-28-15,1 0-108 16,0-6-29-16</inkml:trace>
  <inkml:trace contextRef="#ctx0" brushRef="#br0" timeOffset="864">1545 326 185 0,'0'-6'110'16,"0"0"-108"-16,0 1 19 15,0 2 39-15,0 3-50 16,0 0-5-16,-11 0 6 16,-9 0 8-16,-1 0-2 15,-4 0-1-15,-4 5-8 16,2 10 4-16,3 5-11 15,1 0 0-15,4 4 0 16,2 2-1-16,4-1 1 0,4-2-1 16,6-2-2-1,3-3 8-15,0-6-10 0,0-4 3 16,0-4 2-16,6-1-1 16,13-3 0-16,4 0 0 15,1 0-2-15,1 0 7 16,-2-13-9-16,4-6 3 15,-5-3-1-15,3-5 0 16,0-3 5-16,-5-8-4 16,-2-4 0-16,2-7 5 15,-6-2-6-15,-3-3 1 16,0 2 2-16,-6 4-1 0,1 13 3 16,-6 15-3-16,0 11 1 15,0 6 7-15,0 3-9 16,0 0 5-16,0 0 3 15,0 0-3-15,0 0-2 16,0 0-2-16,-3 0-1 16,-3 0 8-16,2 0-8 15,-3 12 1-15,3 8 1 16,0 5-2-16,-1 5 6 16,2 5-6-16,-3 5-2 15,1 3 9-15,-1-5-8 16,1 0 1-16,0-1 3 15,1-2-2-15,4-2 2 0,0-3-4 16,0-3 0 0,4-8 9-16,12 1-12 0,-2-6 2 15,-1-5 6-15,1-5-4 16,-3-1 1-16,3-3-2 16,3 0-2-16,-3 0 7 15,8 0-11-15,-4-5 4 16,8-15-1-16,5-5-2 15,-4-5-2-15,-3-1 3 16,-3-7 3-16,-8 3 11 16,-5 10-12-16,-5 9 3 15,0 10 9-15,-3 6-5 0,0 0 1 16,0 0-2 0,0 0-2-16,0 12 12 0,0 13-2 15,0 1-10-15,0-2 5 16,0-4-2-16,0-2-2 15,5-4-1-15,6-2-3 16,3-4 9-16,3-5-14 16,4-3-9-16,5 0-16 15,-5 0-134-15</inkml:trace>
  <inkml:trace contextRef="#ctx0" brushRef="#br0" timeOffset="1084">1957 157 222 0,'0'-10'68'0,"0"0"-33"15,0-2 13-15,0 7-20 16,0 0-22-16,0 5-8 15,0 0-3-15,0 0-7 16,0 0-99-16</inkml:trace>
  <inkml:trace contextRef="#ctx0" brushRef="#br0" timeOffset="1432">2232 0 138 0,'0'-4'77'0,"0"4"-58"16,0 0 39-16,0 0 22 15,0 15-48-15,0 8-11 16,0 3-3-16,0 4-5 15,0 4 11-15,0-3-14 16,0 1 3-16,0 2 0 0,0-2-11 16,0-2 4-16,0 1-6 15,0-4-1-15,0 0 6 16,0-1-10-16,0-4 3 16,0-4 1-16,0-6-5 15,0-4-7-15,0-4-21 16,0-4-37-16,0 3-117 15</inkml:trace>
  <inkml:trace contextRef="#ctx0" brushRef="#br0" timeOffset="1834">2039 366 128 0,'0'0'103'0,"0"0"-91"16,20-7 2-16,13-2 17 16,3 0-20-16,-4 4-2 15,2 3 8-15,-9-3-5 16,-3-1-4-16,-4 4-1 16,-3 1-10-16,-1 1 4 15,-3 0-1-15,3 0-1 16,0 0 5-16,1 0-2 15,3 0 7-15,0 0 28 16,3 0-6-16,-3 0-14 16,-4 0-1-16,-3 0-8 15,-5 6 0-15,2 2-6 0,-5 4-2 16,0 1 6-16,2 2-6 16,-5 0 2-16,0 0-3 15,0-3 2-15,0 0 3 16,0-4-12-16,0-1 2 15,0-4-13-15,0 1-56 16,4 1-105-16</inkml:trace>
  <inkml:trace contextRef="#ctx0" brushRef="#br0" timeOffset="2023">2624 164 150 0,'-14'0'155'0,"6"0"-152"16,8-9 4-16,0-1-3 15,0 5 3-15,4 5-2 16,9 0-8-16,-2 0-5 16,1 0-64-16,-5 0-97 15</inkml:trace>
  <inkml:trace contextRef="#ctx0" brushRef="#br0" timeOffset="3134">2849 302 95 0,'0'0'23'15,"0"0"-21"-15,11 0 24 16,-9 0 22-16,-2 0-26 15,0 0 23-15,0 0 9 16,-6 0-4-16,-19 4-15 16,-2 16-15-16,2 0-4 15,9 2-2-15,1-1-9 16,8-2-3-16,4-2-2 0,3 1 0 16,0-3 3-16,0-3-6 15,10-2 1-15,13-5 6 16,-1-3-5-16,-2-2 3 15,-2 0-3-15,-4 0 0 16,-3 0 6-16,3 0-8 16,-3-3 1-16,0-13 6 15,-3 2-4-15,-2-6 0 16,0-3-3-16,-6-5 3 16,0 4 3-16,0-1-5 15,0 7 0-15,-20 7 3 16,-2 2-5-16,3 9-4 15,2 0 6-15,7 0-4 16,4 0 5-16,6 0-3 0,0 0-5 16,0 0 14-16,27 0-6 15,4 0 1-15,5 0 0 16,0 0 0-16,-4-1 3 16,2-3-6-16,-10 4 1 15,-1 0 10-15,-4 0-6 16,-5 0 5-16,-3 14-2 15,0 2 3-15,-5 2 1 16,-2 2-7-16,3 1-3 16,-3-5 13-16,3-1-13 0,-5-1 3 15,3-1-2 1,-1-2-1-16,-1-5 6 0,-1 0-8 16,0-2 0-16,2-1 6 15,-4-1-7-15,3-2 3 16,1 0-1-16,5 0 1 15,7-2 3-15,4-20-4 16,5-8-1-16,2-3 8 16,-2 1-7-16,0 7 2 15,-11 8 0-15,-6 13 0 16,-8 4 1-16,0 0 0 16,0 0-6-16,0 16 12 15,0 2-6-15,0-1 1 16,0 1-3-16,0-3 3 15,0 0 2-15,0-3-6 0,17-4 0 16,2-7 7-16,8 2-7 16,5-3 3-16,-3 0-2 15,2 0 0-15,-4 0 5 16,1-8-8-16,-1-1 2 16,2-6 5-16,-2-1-6 15,0-2 5-15,2-5 0 16,-4-2-3-16,-1 1 3 15,-5-1-5-15,-5 7 4 16,-3 8 1-16,-3 3-3 16,1 1 3-16,5 3-1 15,2-1-4-15,6 2 9 16,6 2-5-16,2 0 0 16,3 0 6-16,5 0-6 0,-2 0 5 15,0 0-1-15,-11 9 0 16,-5 12 7-16,-12-1-2 15,-5 5-7-15,-3-1 6 16,0 1-7-16,-11 0 0 16,-9-3-4-16,-5-2 3 15,4-2 0-15,-4-8-6 16,6-8-27-16,-6-2-61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37.1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158 11 92 0,'0'-3'94'16,"0"3"-76"-16,-2 0 19 15,0-5 11-15,-1 4-13 0,-1 1-11 16,2 0-4-16,-3 0-5 16,2 0 11-16,0 0-22 15,3 0 6-15,-3 0 1 16,-2 0-4-16,-3 0 7 16,-1 6-7-16,-5 11-5 15,1 6 7-15,-1 1-9 16,0-1 1-16,6 2-2 15,5-8 4-15,3-2-1 16,0-3-4-16,0-3-1 16,19-8 10-16,3-1-8 0,7 0 1 15,-5 0 1 1,-7-7-2-16,-1-5 3 0,-5 0-4 16,-2 0 1-16,-7-2 6 15,-2-2-8-15,0 0 2 16,0-4 2-16,0 3 0 15,0 4-1-15,0 1-1 16,-9 7-1-16,-4 0 9 16,-6 5-11-16,-6 0 6 15,0 0-2-15,1 0 1 16,1 2 2-16,6 15-6 16,1 1 0-16,5 7 11 15,6 2-13-15,1 3 6 16,4 0-1-16,0-8-1 15,0-2 6-15,11-7-10 0,9-8 4 16,2-5 7-16,1 0-11 16,-2 0 5-16,-1 0 0 15,-1-5 0-15,-5-8 1 16,-3 1-2-16,-6-1-3 16,-2 1 10-16,-3-3-8 15,0 0 2-15,0 6 1 16,0-2-2-16,0 4 3 15,0 7-1-15,-8 0-5 16,-7 0 10-16,2 0-10 16,-1 0 4-16,3 12 2 15,3 10-4-15,5 3 7 0,3-2-5 16,0-3-2-16,0-5 9 16,3-6-11-1,9-6 4-15,4-3 2 0,-2 0 0 16,-6 0 2-16,3 0-2 15,-6-5-1-15,-5-2 8 16,0-3-11-16,0-1 1 16,0 2 2-16,0 3-3 15,-2 2-2-15,-18 4-7 16,-3 0-22-16,2 0-141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50.42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47 189 0,'5'0'116'0,"-2"-7"-76"15,3-9 15-15,-1 4-21 16,-3 5-10-16,2 4-15 16,-4 3 11-16,0 0-5 15,0-2-2-15,2 2 7 16,-2 0-15-16,0 0 1 0,0 0 5 16,2 0-7-1,-2 0 0-15,3 0 3 0,3 5-5 16,-3 7 3-16,0 1-4 15,3 3 4-15,-6 3 2 16,2 2-4-16,-2 6 0 16,0-3 3-16,0 6-6 15,0 4 5-15,0-2-4 16,0 7 0-16,0-4 5 16,-6-1-8-16,4 1 1 15,-1-1 3-15,0-1-1 16,3-3-2-16,0 2 2 15,0-4-5-15,0 0 8 0,-2-2-8 16,-2-6 0 0,1-4 3-16,3-7-11 0,0-8 5 15,0-1-8-15,0 0-24 16,0 0-79-16,0-12-108 16</inkml:trace>
  <inkml:trace contextRef="#ctx0" brushRef="#br0" timeOffset="661">248 380 87 0,'0'-8'97'0,"0"8"-66"15,0 0 30-15,0 0-7 16,0 0-12-16,0-3-5 15,0-4 2-15,0 6-6 16,0-2-6-16,3 3-10 16,-3 0-3-16,2 0-4 0,2 0-3 15,1 4 10-15,1 18-12 16,-1 7 2-16,0 1-3 16,-2-3 1-16,0 0-8 15,0-7 4-15,3-1-3 16,-4-8 6-16,-2-4-11 15,3-7 6-15,-3 0 3 16,0 0-4-16,2 0 5 16,0-7-9-16,7-19-2 15,3 2 8-15,-1-3-8 16,-3 9 2-16,0 3 7 0,-2 9-2 16,-1 3 1-16,1 3 1 15,1 0-4-15,5 0 6 16,-1 0-3-16,6 0-1 15,0 0 4-15,-2 0-3 16,3 4 2-16,-2 12-3 16,-2 0 4-16,-6 5 2 15,-1 0-6-15,-3 3 1 16,-1 3 2-16,-1-3-2 16,1 2 0-16,0-7-4 0,0-4-7 15,4-3-23 1,2-2-156-16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51.62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74 153 0 0,'-13'-22'316'15,"4"7"-312"-15,4 6 29 16,-1 9 45-16,6 0-56 15,0-3-13-15,0 3-3 0,0 0 5 16,0 11 20-16,0 13-13 16,0 8 0-16,0 5-3 15,0 5-6-15,0 1-1 16,0 2-2-16,0 3-5 16,0 2 2-16,0-4-5 15,0 1-1-15,0-4 0 16,0-7-5-16,0 0 1 15,0-9-8-15,0-6-4 16,0-11-20-16,0-2-59 16,0-2-41-16</inkml:trace>
  <inkml:trace contextRef="#ctx0" brushRef="#br0" timeOffset="797">0 260 177 0,'0'-40'27'0,"0"11"2"16,11 2 23-16,11 6-24 16,-1 5-4-16,4 5 2 15,-10 4-5-15,-5 7-5 16,-1 0-5-16,2 0 3 0,2 0-8 15,5 9 1-15,0 12-2 16,5-2 0-16,-1 5 5 16,-6-5-2-16,-2 0 1 15,-8 4-3-15,-6 0 3 16,0 1 13-16,-14-2-13 16,-19 1 1-16,-1-1-3 15,10-3-7-15,1-9 2 16,4-6-3-16,6-4 0 15,-2 0-2-15,1 0-9 16,10-13-6-16,4-7 6 16,0-2 6-16,4 3 8 15,19 1-3-15,2 0 0 0,-1 6 4 16,3 0-3-16,5-1 1 16,1 3 3-16,-3 4-4 15,-2-1 0-15,0 7 0 16,-3 0 2-16,0 0 1 15,-7 0-1-15,4 0-1 16,1 11 12-16,-5 1-13 16,5 8 7-16,-6 3-1 15,-3-1-2-15,-3 3-2 16,-4-5-2-16,-1 3 0 16,-6-7 4-16,0-1-5 15,0-5 1-15,0 0 2 0,-2-5 0 16,-7-1 2-16,1-4-7 15,0 0-1-15,2-9 3 16,3-12-14-16,3-8 6 16,0-2 3-16,0-5-3 15,23 12 1-15,-4 6 8 16,-2 8 6-16,-1 8 1 16,-5 2-1-16,0 0 1 15,3 0-2-15,2 0 1 16,1 4 0-16,-1 11-4 15,1 3-5-15,-4 1 9 16,-2 2-8-16,1-7 2 16,-10 2-2-16,4-2 3 0,-6-1-12 15,0-2-14 1,0-3-37-16,0 2-71 0,0-2-120 16</inkml:trace>
  <inkml:trace contextRef="#ctx0" brushRef="#br0" timeOffset="1007">698 74 337 0,'0'-12'39'0,"0"6"-2"16,0 5 18-16,14-7-24 15,8 3-26-15,0 2-6 0,-8 1-5 16,-9 2-21-16,-1 0-41 16,-2 0-77-16</inkml:trace>
  <inkml:trace contextRef="#ctx0" brushRef="#br0" timeOffset="1460">957 296 121 0,'0'-10'104'16,"0"4"-79"-16,0 6 20 0,0 0-8 16,0 0-2-16,0 10 5 15,0 5 11-15,0 6-17 16,0-1-9-16,0-1-13 15,-2 2-7-15,0-5-3 16,2 1 0-16,0-4-1 16,0-2-2-16,0-9-3 15,0-2 6-15,0 0 0 16,0 0 1-16,8 0-1 16,2-9-1-16,5-14-1 15,-6 2-1-15,0 0 2 16,0-3 3-16,-4 5-6 0,1 3 2 15,-3 9 3-15,-3 7-1 16,0 0 1 0,2 0 1-16,0 3 2 0,5 17 3 15,-5 2-7-15,1 0 3 16,3 1-6-16,-3-1 2 16,-1-2-1-16,4-5-3 15,-1 0-7-15,6-7-16 16,3-7-93-16,2-1-2 15</inkml:trace>
  <inkml:trace contextRef="#ctx0" brushRef="#br0" timeOffset="2040">1653 333 132 0,'0'-5'60'0,"-5"5"30"16,-9 0-18-16,1 0-26 0,-4 0 4 15,-2 0-16 1,-1 0-8-16,0 0-8 15,4 7-8-15,0 5-6 0,2 4-2 16,3 4-4-16,2-1 12 16,5 1-16-16,0 1 3 15,4-5 8-15,0 0-7 16,0 1 0-16,19-4-1 16,6-3-4-16,3-6 1 15,5-4-19-15,-3 0 10 16,-2 0-6-16,-3 0 1 15,0-4 13-15,0-8-3 16,-1-4-13-16,-1-4 5 16,-2-4 12-16,-1-4 1 15,-6 0 8-15,-1 9 8 16,-7 4 9-16,-3 8 21 0,-3 3-5 16,0 4 0-16,0 0-24 15,0 0-1-15,0 14-2 16,0 9-2-16,0 4-6 15,0-2-1-15,0-4 1 16,0-4-2-16,0-1-2 16,14-9 0-16,-1-5 0 15,7-2-24-15,-2 0-52 16,3 0-54-16,1 0-77 16</inkml:trace>
  <inkml:trace contextRef="#ctx0" brushRef="#br0" timeOffset="2242">1957 131 333 0,'-11'-13'22'16,"3"10"-14"-16,4 3 51 15,4-2-32-15,0 2-22 16,0 0-5-16,0 0 1 15,0 0-1-15,9 0-5 16,-4 0-49-16,-1 5-82 16</inkml:trace>
  <inkml:trace contextRef="#ctx0" brushRef="#br0" timeOffset="2548">1957 131 264 0,'121'162'20'0,"-121"-162"2"0,6 0 21 15,2 3-9-15,1 17-13 16,-5 5 33-16,-4 2-16 16,0 2-8-16,0 10-6 15,-2 0-13-15,-6 5-6 16,0 3-5-16,-1 1 0 0,7 1 2 15,-1-6-5-15,0-1 2 16,3-5 1-16,0-5-3 16,0-7-2-16,0-2-9 15,0-6-12-15,0-4-5 16,0-3-66-16,0-6 20 16,0-4-33-16</inkml:trace>
  <inkml:trace contextRef="#ctx0" brushRef="#br0" timeOffset="3562">2056 485 76 0,'0'-33'240'0,"0"0"-230"15,3 6 13-15,25 6 32 16,-3 3-21-16,-2 6-28 15,-2 9-3-15,-2 0 9 16,1 1 6-16,-4 2-2 16,-2 0-11-16,-1 0-2 15,-2 0 1-15,-2 13-2 16,-3 9-5-16,2 5 4 16,-6 0-2-16,-2-2 0 15,0 1 1-15,0-2 0 16,-18-6 12-16,-13 0-9 15,1-4-1-15,-3-4 4 0,6-2-4 16,4-5-5-16,6-3 0 16,6 0-3-16,8 0 4 15,3-9-3-15,0-3 4 16,20 3 3-16,10 6-1 16,1 3 0-16,-1 0-1 15,-2 0-3-15,-7 1 8 16,-1 8-7-16,-4-5 1 15,-2-4 3-15,5 0-3 16,4 0-4-16,4-11-13 16,6-15-7-16,11-7 13 15,9-9 6-15,2-5 6 16,0-8 1-16,-5-7-1 0,-11 1 5 16,-14 2 1-1,-14 13 3-15,-11 11 20 0,0 9-8 16,0 7 2-16,-7 9-6 15,-6 3-7-15,-3 2-6 16,-1 2-2-16,4 1 2 16,2 2 6-16,7 0-7 15,2 0-2-15,2 0 2 16,-3 0-1-16,-3 16 4 16,1 10 2-16,0 9-3 15,-1 4 4-15,4 3-8 16,-5 6 1-16,5 0-2 0,-1-2 0 15,0-4 0-15,3-1-4 16,0-5-3-16,0 0 5 16,0-6-10-16,0-10 6 15,15-4 4-15,6-2-1 16,2-7 0-16,-4-2-5 16,5-3-5-16,1-2-6 15,-2 0-17-15,4 0-2 16,-3 0 0-16,-1 0 4 15,-1-14 13-15,1-4 16 16,-2-2 2-16,-7-4 13 16,-6 0-12-16,-8 2 9 15,0 2 6-15,0 5-7 0,0 9 10 16,0-1 1-16,0 7-11 16,-16 0 7-16,-1 0-10 15,0 4 5 1,-2 15 2-16,9 4-4 0,-1-1-2 15,2 0-1-15,6-2-4 16,3 0 9-16,0-2-4 16,0-3-7-16,16 0 10 15,4-4-7-15,5-2 0 16,8-8-9-16,3 2-17 16,8-3-27-16,8 0-8 15,1 0-54-15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56.65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88 316 199 0,'0'-11'66'0,"0"-7"-49"16,0 3 17-16,2 7 14 15,12 1-23-15,4 2 5 16,-9 2 0-16,0 3-12 15,-3 0 4-15,-6 0-11 16,0 8 7-16,0 22 0 16,0 7-14-16,0 4 4 15,0-5-4-15,5-3-6 16,4-6 8-16,4-1-8 16,1-10 2-16,-3-6 1 15,3-2 1-15,-3-5-1 16,9-3-2-16,-1 0-3 15,3 0 7-15,0-14-7 16,5-13-6-16,1-4 3 16,5-8-11-16,1-12 2 0,-7-3-2 15,-2-3 1-15,-9-3 13 16,-5 8-3-16,-5 10 6 16,-3 8 5-16,-1 15 4 15,-2 1 2-15,0 9 0 16,0 2 4-16,0 4 3 15,0 1-11-15,3 2 6 16,-3 0-7-16,0 0-2 16,0 0 2-16,0 2-2 15,3 24 2-15,3 15 9 0,2 4-11 16,3 9 3 0,-3 6 9-16,3 5-12 0,-5 5 0 15,-1-4-1-15,-3 1-4 16,2 4 4-16,-4-1-4 15,0 1 0-15,0-2 3 16,0-4-4-16,2-7 1 16,4-7-2-16,5-14-2 15,0-9 7-15,3-13-9 16,5-14 2-16,4-1 9 16,4-5-5-16,0-25 2 15,-2-3 0-15,-8-10-5 16,-7 1 9-16,-6 0-11 15,-4-6 4-15,0-1 7 16,-6-1-7-16,-19 6 3 0,0 5 2 16,-2 9-4-16,0 11 8 15,-2 7-9-15,4 8 3 16,7-1 1-16,6 2-2 16,10 3 1-16,2 0-9 15,0 0 5-15,17 0 9 16,19 0-6-16,10 0 2 15,4 0 1-15,-7-6 0 16,0-1-2-16,-11 2-3 16,-10 1-5-16,-2-1-14 15,-9-1-33-15,3 1-25 16,-5 1-82-16</inkml:trace>
  <inkml:trace contextRef="#ctx0" brushRef="#br0" timeOffset="284">0 71 299 0,'0'-20'84'16,"0"2"-60"-16,11 6 49 16,-4 2-20-16,2 4-41 0,0 3-12 15,-2 1 5-15,0 2-7 16,-5 0-11-16,3 0-24 16,-1 10-84-16,-4 12-135 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58.48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8 107 368 0,'0'-30'50'0,"0"9"-29"15,0 0 44-15,0 9-34 16,0 5-26-16,0 3-1 15,0 4-4-15,0 0-2 16,0 4 8-16,0 21-3 0,0 5 3 16,0 1 3-16,0-1-9 15,0 0 3-15,0 0-4 16,0-6-2 0,2-2 8-16,14-6-8 0,8-9-3 15,10-7 6-15,0 0-4 16,-2-15 4-16,-3-12-1 15,-5 0 1-15,-8-1 3 16,-5-7-6-16,-2 3 3 16,-6-3 3-16,-1 7-1 15,-2 6-2-15,0 14 3 16,0 4 1-16,0 4 3 0,0 0-8 16,0 0 2-1,0 0 7-15,0 26-6 0,-5 8 3 16,-4 7-6-16,7 3 3 15,0 8-2-15,2 7 0 16,-4 8-3-16,1 0 4 16,3 0-3-16,-2-2-1 15,2-3-1-15,-6-5 1 16,-4-4 4-16,-1-11-2 16,0-8-2-16,-3-6 6 15,3-12-8-15,0-9-1 16,2-7 5-16,-3 0-2 15,1 0-1-15,1-23-6 16,-7-11 7-16,1-10 6 0,-2-5-3 16,3-2 1-16,1-4-1 15,5 2 0-15,5 5 5 16,4 11-5-16,0 5 0 16,2 2 4-16,28-1-5 15,9 1 2-15,16-2 0 16,8-4-1-16,0 6 0 15,-4 6-4-15,-10-1-3 16,-7 0-1-16,0 0 2 16,-4-3 5-16,-5 5 1 15,-5 8-7-15,-11 1 9 0,-7 10-4 16,-4 4 0 0,-6-3 7-16,0 3-5 0,0 0 9 15,0-3-5-15,0 3 2 16,0 0-1-16,-3 0-3 15,-10 9-3-15,-7 14 5 16,4 7-1-16,5 6-3 16,5-5 0-16,6-1 0 15,0-1 0-15,0-8-5 16,19-1 4-16,6-10 3 16,3-5-8-16,-1-5 8 15,-3 0-5-15,-3 0 2 16,-8-13 4-16,-7-4-1 15,-6-2-5-15,0-1 7 16,0-2-4-16,0-9-1 0,-19 5-1 16,-6 2 0-16,5 6-2 15,-1 7 1-15,1 4 1 16,6 1 5-16,0 6-4 16,8 0-1-16,6 0 2 15,0 0-4-15,0 10 5 16,0 0-2-16,14-3-2 15,11 2 7-15,3-7-7 16,0-2 4-16,-3 2-2 16,-4-2 0-16,-2 0 3 15,-2 0-4-15,2 0 2 16,-2 0 4-16,6 0-6 0,-4 5 4 16,3 4-2-16,3-3 2 15,-6 4 3-15,0 2-4 16,-2 8 1-16,-7-2 4 15,-3 7 1-15,-7 2-2 16,0 0 0-16,0 1-3 16,0-7 1-16,0-11-3 15,0-1-2-15,0-5 5 16,0-4-7-16,4 0 4 16,11 0 1-16,6 0 0 15,11-22 1-15,-3-6-4 16,7-5 0-16,0-2 5 15,-4-1-6-15,-8 9 3 0,-10 7 0 16,-10 16 2 0,-4 0 0-16,0 4-3 0,0 0-3 15,0 0 17-15,0 16-8 16,0 8 2-16,0 2-4 16,0-4-4-16,0 2 4 15,0-3-7-15,3-7-2 16,12-2 4-16,3-6-12 15,8-4-19-15,9-2-75 16,12 0-116-16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3:59.9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134 380 144 0,'11'-21'54'16,"-11"15"12"-16,0 6 2 15,0 0 7-15,0 0-38 16,-4 0-15-16,-17 6 5 15,-7 21 5-15,3 2-15 16,2 1-5-16,5 0-8 0,6 2 5 16,4-2-1-16,5 0-9 15,3-1 2-15,0-1-1 16,0-3-1-16,11-6 3 16,14-3-14-16,3-9 4 15,3-5-6-15,1-2-16 16,-1 0 2-16,-1 0 11 15,-6-14 7-15,1-7 3 16,-5-3 2-16,0-3 5 16,-4-3 4-16,-2 3-6 0,-3-3 3 15,-9 7 6 1,-2 11 6-16,0 4 10 0,0 8 4 16,0 0-12-16,-5 0-4 15,-14 0-7-15,2 10 2 16,4 10-5-16,7 2 10 15,3 3-8-15,3 5-2 16,0 0-3-16,0-8 5 16,0 0-6-16,14-4-4 15,3-3 0-15,8-8 3 16,-4-4-2-16,1-3-5 16,3 0-1-16,-8-5 4 15,2-12-4-15,-8-6 12 16,-5 1 2-16,0-4 0 15,-6-4 3-15,0-6-5 16,0-4-3-16,0 5 12 0,-21 3-16 16,0 12 2-16,-7 6 3 15,-2 10-2-15,-1 4 3 16,6 0-4-16,9 0 3 16,11 3 8-16,5 7-12 15,0 3 5-15,3-5 1 16,19 3-2-16,8 0 5 15,1-4-5-15,1-2-3 16,-1 2 0-16,-3-2-19 16,-4-3 1-16,-1-2 10 15,2 0-6-15,-7 0 3 0,2 0 4 16,2-4 10 0,-4-4 8-16,3 1-4 0,-10 4 7 15,-3 3 5-15,0 0-2 16,-8 0 8-16,0 0 1 15,0 10-1-15,0 10 7 16,0 5-7-16,0 8-9 16,-3-4-2-16,-6 1-3 15,7-3-2-15,2-8-6 16,0-3-4-16,0-8 7 16,0-6-8-16,17-2 0 15,0 0 2-15,5 0-19 16,3-10 8-16,-7-9 8 15,5-9-1-15,-1-1 11 16,-3-1-4-16,-8 7 2 0,-3 3 6 16,-8 10 1-16,0 5 3 15,0-3 0-15,0 8-2 16,0 0 6-16,0 0-14 16,0 0 6-16,0 15-3 15,0 3 3-15,0 5-5 16,0-1 0-16,0 2-4 15,3-3 6-15,3-2-9 16,-1-5-3-16,9-1-1 16,6-5-4-16,7-5 6 15,6-3-9-15,1 0-1 16,4 0-3-16,-2-16-5 0,-3-6 15 16,3-6 5-1,-8-2 6-15,-3-3-2 0,0-15 2 16,-4-4 1-16,1 0 1 15,-5-1-9-15,-5 7 7 16,-10 3 0-16,-2 8 1 16,0 6-1-16,0 0 5 15,-20 8-6-15,-2 1 5 16,3 3-1-16,2 4 3 16,9 5 11-16,6 3-2 15,2 5-3-15,0 0-9 16,-4 0 1-16,4 26 20 15,0 8-2-15,-2 11-4 0,2 5-4 16,-3 5-2 0,-3-1-5-16,4-3 2 0,-1-3-5 15,3-3 0-15,0-5-6 16,0-2-4-16,0 1 2 16,0-9-2-16,9-5-13 15,10-5-30-15,5-6 2 16,10-4 9-16,4-5-36 15,7-2-22-15,2 0-62 16</inkml:trace>
  <inkml:trace contextRef="#ctx0" brushRef="#br0" timeOffset="494">1712 582 133 0,'-13'-15'189'0,"-12"5"-163"0,0 5 46 16,3 3-9-16,-1 2-34 15,1 0-16-15,1 0-8 16,-1 0-4-16,0 7 2 16,1 13 0-16,3 4 4 15,7 4-5-15,2-3 3 16,4-3-4-16,5-5-3 16,0 0 0-16,0-4-1 15,5-3-2-15,20-7 8 16,6-3-7-16,1 0-6 15,2-17 1-15,-4-6 7 16,0-5 1-16,4-6-3 0,-4-6-4 16,-5-4 10-1,-6-15-5-15,-7 3 2 0,-10-1-1 16,-2 3 5-16,0 6 0 16,0 8 1-16,-16 13-3 15,-4 6 5-15,-2 12 0 16,3 4 4-16,6 5-7 15,-2 0 1-15,4 5 1 16,3 22 0-16,2 11 2 16,6 7 6-16,0 4-9 15,0 2 5-15,0 0-3 16,0-9-4-16,4-2 1 0,-2-3-4 16,3 0-2-16,-2-7 4 15,0 2-8-15,0-4-8 16,-1 0-20-16,5-9-63 15,0 1-108-15</inkml:trace>
  <inkml:trace contextRef="#ctx0" brushRef="#br0" timeOffset="960">2634 431 137 0,'0'-13'120'16,"0"5"-78"-16,-3 6 6 15,-15 2-10-15,-4 0-4 16,-9 0-3-16,3 0-14 15,9 7-6-15,2 5 2 16,6 3-3-16,3 0-6 16,2 0 4-16,6 0-3 15,0-5-6-15,0 2 0 16,0 1 2-16,25-1-1 16,11 4 7-16,2-6-11 0,-4 7-2 15,-4-4 7-15,-7 4-1 16,-6-4 1-16,-10 1-1 15,-7-1-5-15,0-2 9 16,0 5-6-16,-18-4 2 16,-11-2 5-16,-3 3-1 15,-6-4-1-15,-2-1-4 16,4-3-3-16,-3-5-6 16,10 0-57-16,4 0-58 15,7 0-171-15</inkml:trace>
  <inkml:trace contextRef="#ctx0" brushRef="#br0" timeOffset="2525">3027 461 146 0,'0'-16'110'16,"0"2"-105"-16,0 10 50 16,0 2-3-16,-11 2-15 15,-12 0-7-15,-7 0-10 16,-3 15 8-16,0 6-9 0,6 9-4 16,2-1 1-16,8-4-16 15,5 4 6-15,5-4-7 16,7 0-1-16,0-2 2 15,0-9-8-15,16 1-5 16,6-11 9-16,8 0-20 16,-1-4 15-16,3 0-5 15,-1 0-1-15,-9-5 2 16,-5-8 9-16,-7-3 4 16,-7 0 8-16,-3-4-7 15,0-5-2-15,0-4 0 16,0 1 1-16,-13 1 6 15,1 1-7-15,-2 4-5 0,1 10 6 16,4 4 0-16,0 8 2 16,5 0 1-16,1 0 0 15,3 20 9-15,0 0-10 16,0 0-2-16,28-8 4 16,2-4-6-16,5-5-14 15,10-3-1-15,-1 0-3 16,0 0 7-16,1-13 4 15,-5-9 1-15,-1-6 7 16,-8-2-2-16,-4-2 3 16,-7-4-2-16,-6-3 4 15,-3-5 2-15,-9-5-4 0,0-4 1 16,-2 1 3-16,0 4-4 16,0 11 2-16,-18 15-1 15,-13 12 3-15,2 10 10 16,-3 0 1-16,3 18 5 15,6 11 8-15,7 1-6 16,1 5 5-16,8 0-10 16,4 4-6-16,-1 6 5 15,2-3-9-15,2 4-1 16,-2-2 3-16,-1 1-8 16,3-5 2-16,0 1-5 15,0-1 2-15,0-5 2 16,0 3-4-16,0-7-4 0,0-1 10 15,0-5-12 1,0-2 8-16,0-8-6 0,0-3-1 16,0-2 0-16,0-5-11 15,16-3-7-15,9-2 9 16,6 0-3-16,4 0-17 16,-2-14-20-16,-1-6-2 15,-8 0-21-15,-2-2 8 16,-5-1 15-16,-4 6 58 15,-2-3 7-15,-8 8 21 16,-3 1 32-16,0 6 15 16,0 3-39-16,0-3-27 0,0 5-4 15,0 0-1 1,0 0 4-16,0 0 3 0,3 10 1 16,0 8-2-16,0-1 3 15,1 3-6-15,3 0-1 16,0-3 1-16,2-2-10 15,7-3 3-15,-1-2-2 16,-1-2-4-16,1-4 4 16,-3-1-11-16,-1-3 2 15,0 0 11-15,3 0 0 16,-1 0-1-16,-2-12 0 16,3-3 1-16,-3-8 4 15,0-2-6-15,1-5 1 16,-5 4 2-16,1 3-4 15,-1 6 8-15,-5 5 4 16,-2 11 2-16,0 1 0 0,0 0-5 16,0 0 0-16,-2 0 5 15,-13 5-9-15,10 8-4 16,5 0 1-16,0 1-3 16,0 2 7-16,0 0-11 15,11-3 1-15,8-4 5 16,3-1-5-16,3-3 1 15,4-5 1-15,3 0-9 16,6 0 19-16,4 0-15 16,2-8 8-16,3-6 3 15,0-4-9-15,-3-5-7 0,-2 2-7 16,-12-2 3-16,-13 4 12 16,-13 1 2-16,-4 3-1 15,0 2 2-15,-2 5-2 16,-17 4 12-16,-5 4-6 15,-5 0-1-15,4 0 6 16,3 3-7-16,1 14 4 16,1-2 10-16,7 5-6 15,-1 2-3-15,5 1 6 16,4 4-4-16,-1-3 2 16,4 4-9-16,2-1 4 15,0-4 4-15,0-3-8 16,2-3 1-16,21-5-3 15,7-7-2-15,5 1-4 16,10-6-34-16,2 0-25 0,0 0-3 16,-3 0-96-16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19.0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25 266 117 0,'0'0'29'15,"0"0"-10"-15,-2-3 8 16,2 0 31-16,0 0-40 16,0-8 24-16,0 1-4 0,-3 1 2 15,0 1-17-15,0 0-5 16,-3 3-6-16,4 0-5 16,0 5-1-16,-2-3 5 15,4 3-11-15,0 0 3 16,0 0-2-16,0 0-1 15,0 0 4-15,0 0-8 16,0 0 2-16,0 0 10 16,4 0-7-16,12 0 3 15,8 0-1-15,4 0 1 0,-1 0-2 16,9 0-4 0,0-5 2-16,-2 3 4 15,4 0-6-15,0 2 2 0,-2 0 0 16,6 0-1-16,2 0 3 15,1 0-4-15,-5 2-1 16,5 5 8-16,-6 1-9 16,-3 0 3-16,-3-3 3 15,0-1-5-15,-3 0 6 16,6 0-3-16,0-2-2 16,0-2 5-16,3 0-6 15,-3 0 2-15,-3 0 0 16,-6 0-1-16,-4 3 5 0,-10-1-6 15,-5 1 2-15,-2 2 5 16,-6-3-5-16,3 3-1 16,-3-5 2-16,0 4-2 15,0-4 2-15,0 0-2 16,0 0-6-16,0 1-2 16,0-1-17-16,-14 0-29 15,-8 2-117-15</inkml:trace>
  <inkml:trace contextRef="#ctx0" brushRef="#br0" timeOffset="564">953 34 173 0,'-12'-12'42'15,"1"-6"-43"-15,11 14 35 16,-2 4 1-16,0 0-27 15,-1 0 6-15,-6 2 7 0,4 13-8 16,1-2 1-16,2-1-6 16,2-2 1-1,0 2-8-15,6-2 6 0,19 0 0 16,3 0-4-16,5 0 3 16,3 0-4-16,2 0 1 15,-2 5-2-15,-4 0-1 16,-7 2-4-16,-5 3 8 15,-9 0-8-15,-8 0 8 16,-3 0-3-16,0-3 1 16,-6 3-1-16,-15-3 4 15,-7 5-7-15,-3-1 11 0,1 1-13 16,-1-2 4-16,7 0 0 16,-1-2 1-16,2-6 2 15,10-3-8-15,-1-4 4 16,5-5 9-16,4 0-14 15,3 0 6-15,-2 0-3 16,4 0-7-16,0-8-25 16,0-1-111-16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21.87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161 318 82 0,'0'0'63'0,"0"-7"-58"16,0 1 8-16,0 4 18 15,0-2-10-15,0 1-11 16,-3-2-6-16,0 3 8 16,0 0 0-16,3 2 9 15,-2-3 10-15,0 3-8 0,-1-3 4 16,-3 0-11-16,-3 3-4 16,-1 0 1-16,-7 0-9 15,-2 0-2 1,0 0 1-16,-2 9-1 0,3 3-2 15,7 6 0-15,2 0-4 16,7 3 11-16,2 1-7 16,0-2 1-16,0 0 1 15,4-1-2-15,14 2 3 16,0-6-6-16,5-3 0 16,-1-1 9-16,1-10-17 15,2-1 10-15,2 0 0 16,0-1-2-16,4-18-4 15,-2-3 1-15,1-8-12 16,-1-3 8-16,2-6-19 0,-6-3 8 16,-4-4-5-16,-4-4-15 15,-5-3 17-15,-8 8 17 16,-1 5 4-16,-3 10 7 16,0 11-2-16,0 7 6 15,0 1 4-15,-7 9-3 16,-2-1 5-16,6 3 4 15,1 0 2-15,2 0 8 16,0 0-18-16,0 0-1 16,0 3 32-16,0 22-12 0,-7 9-10 15,5 4-10 1,-7 5-2-16,5 3 0 0,-5 1-7 16,4 1 1-1,1 0 2-15,4-4-3 0,0-2 0 16,0-2-1-16,0-2 0 15,15-7 7-15,1-1-11 16,-2-5 3-16,-1-8 3 16,1-7-8-16,-3-5 5 15,0-5-7-15,6 0 1 16,2 0 7-16,4-25-16 16,4-5-1-16,0-3-9 15,-7-1 1-15,-4 4 13 16,-10 4 4-16,-6 6 2 15,3 4 14-15,0 2-3 16,3-2 0-16,-1 4 8 16,3 0-6-16,-3 4 12 0,1 3-1 15,-6 1 14-15,0 4-4 16,0 0-18-16,0 0-6 16,0 0 1-16,6 3 4 15,-4 11-4-15,4 8-4 16,-3 2-2-16,3 0 8 15,1-4-8-15,-1-3-1 16,6 0 3-16,-5-7-9 16,1 0 3-16,-2-3 0 15,0-1-4-15,-3-4 2 0,5 0-14 16,8-2-4-16,6 0-24 16,8 0-4-16,4-11 28 15,-1-12 18 1,-3-4 6-16,-2-1 11 0,-11-2-7 15,-7 4 11-15,-4-1 17 16,-6 10 8-16,0 4 3 16,0 10 1-16,0 3-21 15,0 0-8-15,-8 0-16 16,-7 3 7-16,5 13 3 16,2 3-5-16,5 4-2 15,-1 2 3-15,4 0-4 16,0-2 8-16,0-4-11 15,21-1 1-15,0-4 3 0,7-4-4 16,-3-2-1 0,-3-3-1-16,-4-5-4 0,3 0 8 15,-2 0-4-15,-5 0 5 16,0 0 3-16,-1-7-4 16,1-9-1-16,3-1 2 15,-3 2-11-15,-7-4 6 16,4-4 3-16,-2 2 3 15,-3-1 2-15,-3 5-1 16,-3 4 7-16,0 6 3 16,0 6-1-16,0 1 3 15,0 0-13-15,0 0-1 16,-9 0 6-16,-2 1-5 0,6 12 1 16,-1-3 3-1,4 2-3-15,-4 0 6 0,6 3-5 16,0 0 0-16,0 0 5 15,0 0-10-15,8 3 6 16,8-6-3-16,4 0-5 16,2-4 7-16,3-2-7 15,5-5 0-15,3 1 4 16,1-2-9-16,0 0 2 16,-7 0 3-16,-3 0 4 15,-1 0 3-15,-7-14-5 16,0-1 3-16,-5 0 2 15,-2-3-2-15,-4 1-1 0,-1-3 1 16,-2 3-3-16,0-1 7 16,-2 6-8-16,0 5 4 15,0 5 7-15,0 2-2 16,-8 0-4-16,-13 0 1 16,-4 14-4-16,3 6 7 15,4 2-7-15,11 3 1 16,1 0 4-16,6-2-4 15,0-4 0-15,0-1 1 16,8-1-2-16,11-5 4 16,3 1-7-16,7-6 1 15,3 0 4-15,10-7-5 0,8 0 3 16,4 0-8-16,0 0 0 16,-5-9-2-16,-3-9-25 15,-6-1-37-15,-10-4 9 16,-11-4 48-16,-8 0 8 15,-5 0-11-15,-1 3 0 16,-2 2 12-16,2 10-28 16</inkml:trace>
  <inkml:trace contextRef="#ctx0" brushRef="#br0" timeOffset="528">1835 0 284 0,'-23'0'14'0,"4"5"12"15,4 7 39-15,2 9-49 16,5 3-9-16,8 6 10 16,0 6-10-16,0 3 2 15,0 3 0-15,10-2-3 16,-1 2 3-16,-1-1-4 16,-5-5-4-16,0 4 3 0,-3-5-5 15,0-2 2 1,3-2-2-16,0-3 0 15,4-6 3-15,4-4-11 0,3-6 1 16,-3-4 1-16,3-7-19 16,-5-1-51-16,4 0-42 15,1 0-44-15</inkml:trace>
  <inkml:trace contextRef="#ctx0" brushRef="#br0" timeOffset="1587">2193 487 205 0,'-11'5'40'0,"11"-5"4"16,0 0 24-16,0 0-29 16,0 0-34-16,0 0 6 15,0 0 4-15,14 0-7 16,3 0-3-16,-4-7-7 15,-2-5 3-15,-2-1 0 16,1-1-2-16,5-7 0 0,-1-4 0 16,4-1-1-16,0-2 3 15,-7 0-3-15,-9 6 2 16,-2 7 11-16,0 6-1 16,-17 6 2-16,-15 3 0 15,-10 0-6-15,0 22 4 16,9 5-9-16,8 1 0 15,9 2 3-15,7-4-3 16,7 4-3-16,2-4 3 16,0-2-2-16,16-3 2 0,15-7-3 15,5-4 0 1,2-2 5-16,4-6-6 0,-4 0-4 16,-2-2 3-16,-3 0-4 15,1 0 6-15,-7 0-5 16,-2-12 4-16,0-5 10 15,-6-6-11-15,0 2 5 16,4-5-1-16,-2 4 0 16,2 4 4-16,-4 6-5 15,0 4-3-15,-2 6 11 16,2 2-8-16,7 0 2 16,1 0 2-16,3 0-3 15,-2 2 4-15,-1 11-4 16,-2 4-4-16,-8 1 9 15,-9 0-8-15,-8 3 3 0,0-1-1 16,-12 3 4-16,-15 0-3 16,-6-6 3-16,3-1-6 15,5-5 6-15,5-4-6 16,9-7-4-16,9 0-12 16,2 0-20-16,2-15-105 15,29-12 41-15,8 0 28 16,-1-1 48-16,-2 3 24 15,-9 11 18-15,-2 2 21 16,-7 4 7-16,-2 3-12 16,0 2-11-16,-5 1-8 15,7-3 0-15,-3 2 2 0,6-1 7 16,3-4-2-16,6 2 27 16,3-8-4-16,-6 6-12 15,-4 3-11-15,-10 3 0 16,-4 2-14-16,-1 0 8 15,-4 2-6-15,-4 11 4 16,0 4 0-16,0 1-5 16,0-1-6-16,0 3 5 15,-14-3-8-15,-4 1 0 16,2-6-5-16,-4 3 2 16,10-7-3-16,-2-1-9 15,7-5-6-15,3 2-20 16,2-4-72-16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26.21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192 544 132 0,'-16'-20'28'15,"0"-2"-9"-15,2 0 24 16,11-6 7-16,3 6-18 0,0 5 4 16,0 7-9-16,0-1-11 15,0 2-14-15,3 0-1 16,0 3 0-16,2-1-2 15,-5 2 1-15,0-1-5 16,0-1 5-16,0 2 10 16,0 1-10-16,-5-2 3 15,-11 4 2-15,-4 2 0 16,4 0 2-16,-2 0-2 16,4 0-5-16,3 0 6 15,1 8-7-15,-2 6 1 16,1 0 4-16,1 4-3 15,4-2 5-15,1 1-7 0,1-2 4 16,4-1 3-16,0-1-8 16,0-1 2-16,4-4 1 15,14-3-2-15,2-3-1 16,-1-2 0-16,-2 0-1 16,-1 0 9-16,-5 0-7 15,1 0 0-15,1-15 3 16,-2 0-2-16,3 0 1 15,-3 0-2-15,-6 3-2 16,1 2 8-16,-3 6-6 16,-3 0 2-16,0 4 3 15,0 0-2-15,0 0 3 16,0 4 11-16,3 18-1 16,3 7 1-16,-4 1-10 0,7 2-5 15,-4-2 0-15,3-6 2 16,4-3-7-16,1-6 0 15,1-13 0-15,8-2 5 16,8 0-8-16,1-14 5 16,3-13 1-16,-4-9-6 15,-9 2 4-15,-2-6-4 16,-10-6 1-16,-7 3 4 16,-2-8-7-16,0 2 0 15,0-1 1-15,4 1 2 16,4 4 2-16,0 5 0 15,3 7 3-15,-3 11 7 16,-5 8-6-16,-3 8 11 0,0 4-1 16,0 2-8-16,0 0 5 15,0 0-5-15,0 22 5 16,0 8 6-16,0 5-9 16,0 0 1-16,0 2 4 15,0 3-2-15,0 2 1 16,0-2-2-16,0 0-4 15,0 0 7-15,0-1-13 16,0 3 7-16,0-2-5 16,6-5-2-16,7-3 4 15,4-7-8-15,0-2-2 16,-1-11 10-16,-3-2-7 0,-2-7 1 16,7-3 4-16,0 0-1 15,5 0 0-15,-1-21-7 16,-6 1 0-16,-2-4 13 15,-5-3-7-15,-7-1 1 16,-2-2 3-16,0 5 0 16,0 6 1-16,-5 6-3 15,-12 5-1-15,1 5 4 16,-3 3-11-16,-1 0 9 16,0 0 4-16,4 0-5 15,7 3 3-15,5 0-2 16,4 2-8-16,0-2 10 15,8-1-5-15,22-2 0 16,11 0 5-16,4 0-5 16,6 0 0-16,-3 0-8 0,-6 0-3 15,-9 0-8 1,-9 0-8-16,-6 0 16 0,-5 0 10 16,-2 0 1-16,3 0 3 15,-1 0-6-15,4 0-6 16,0 0 8-16,-3 0-3 15,-5 0 6-15,-7 0 3 16,-2 0 3-16,0 0 1 16,0 0 15-16,0 0 1 15,-17 0 3-15,-2 13-12 0,2-1-3 16,0 6 2 0,4-1-8-16,4-3 4 0,4 4-6 15,3-3-2-15,2 0 11 16,0-3-16-16,2 1 4 15,14-3 8-15,4-3-9 16,3-2 1-16,-5-2 1 16,4-3 1-16,-2 0 6 15,-4 0-10-15,1 0 2 16,0-15 5-16,-4-2-5 16,-1-1 7-16,-7-3-5 15,-3-3-2-15,-2 2 8 16,0-1-1-16,-11 4-9 15,-14 6 12-15,-3 3-12 16,4 7 5-16,-1 3-1 0,5 0-5 16,7 0 12-16,10 0-10 15,3 8-3-15,0-1 7 16,9-1-2-16,18-4 0 16,4-2 0-16,2 0-2 15,0 0 9-15,0 0-9 16,-8 0 0-16,-2 0 9 15,-8 0-8-15,-1 3 4 16,-5 1-1-16,-4 6 8 16,1 3 6-16,-1-1-16 15,4 3 6-15,-2 0 4 16,2 0-3-16,-3 5 1 16,-1-3-1-16,-2 0-6 0,-1-1 9 15,2-6-9-15,-2-3-7 16,1-2 13-16,-1-5-6 15,4 0-2-15,8 0 1 16,0 0-4-16,8-5 11 16,0-15-14-16,3-2 1 15,-3-3 7-15,-5 0-3 16,-7 7 3-16,-7 9 1 16,-3 6-3-16,0 3 11 15,0 0-8-15,0 9 0 16,0 12 10-16,0-1-7 15,0-3 1-15,0 1-5 0,0-4 0 16,0-3 5-16,12-4-9 16,9-5 1-16,7-2 8 15,5 0-10-15,3 0 6 16,0-2-5-16,-6-10 0 16,-7-1 10-16,-10 1-11 15,-2-1 3-15,-2-4 4 16,-2-8-5-16,0-7-5 15,-3-9-2-15,3-5-2 16,-2-11 6-16,4-3-2 16,-5-2 2-16,-1 7 11 15,-3 14-3-15,0 23 9 0,0 6-7 16,0 12 3 0,-7 0 1-16,-11 0-11 0,4 0 6 15,3 21 4-15,0-1 2 16,6 3-1-16,3 2 5 15,2 6 1-15,0 5-1 16,0 3-5-16,0 6-5 16,0 2 5-16,0-2-8 15,2 0-1-15,9-3-1 16,-2-5 0-16,-2-2 3 16,2-5-9-16,-4-7-11 15,1-9 2-15,-1-4-17 16,2-4-42-16,-3-6-97 15</inkml:trace>
  <inkml:trace contextRef="#ctx0" brushRef="#br0" timeOffset="212">1612 374 262 0,'0'0'7'0,"14"-1"5"16,24-10 48-16,3 5-34 16,2-2-18-16,-7 4-2 0,-9 0-4 15,-3 4-7 1,-3-2-6-16,-3 2-61 0,2 0-118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26.99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63 11 211 0,'-6'-9'22'0,"1"9"2"16,-4 0 71-16,2 3-31 16,-8 18-37-16,8 8-8 15,0 1 9-15,2 7-5 16,5 5-14-16,-2 2 3 16,2 2-10-16,0 2 2 15,0 1-3-15,0-1 1 16,5-6 3-16,6-1-8 15,-6-8 1-15,-5-4 4 16,4-10-6-16,-4-4 0 16,2-7-7-16,0-6 6 15,10-2 2-15,4 0 1 0,4-13-1 16,4-17 7 0,-1-7-6-16,-1-2 1 0,-3-1-4 15,1 6-4-15,-7 6 10 16,-4 16-7-16,-1 4 1 15,-5 5 11-15,2 3-11 16,0 0 6-16,3 0 2 16,4 0 2-16,-1 0 3 15,0 13-5-15,0 4-2 16,1 4 8-16,-8 3-9 16,3-2 1-16,-5 3-1 15,0 0-1-15,1-8 4 16,0 1-7-16,6-8-6 15,1-2 0-15,10-4-14 0,-1-4-26 16,8 0-145-16</inkml:trace>
  <inkml:trace contextRef="#ctx0" brushRef="#br0" timeOffset="892">651 359 223 0,'-11'-10'58'16,"-3"-2"-14"-16,3 2 38 16,-5 8-50-16,2 2-25 15,3 0-7-15,0 0 8 16,2 0-5-16,0 17 5 0,0 3-4 16,0 3 1-16,0 3 1 15,4-1-7-15,-1 3-1 16,6-4 5-16,0-4-6 15,0-2 3-15,17-2-4 16,8-10 0-16,0-3 4 16,3-3-3-16,-4 0-5 15,-2 0 12-15,-5-15-8 16,-6-3 8-16,-7-1-4 16,-4-5 5-16,0-5-3 15,0 2-5-15,-13 0 3 16,-8 4 2-16,1 5-5 15,4 8 1-15,-1 4-2 0,5 3 2 16,5 3 1 0,1 0-2-16,6 0-2 0,0 3 9 15,0 4-8-15,27 2 1 16,4-3 2-16,2-4 0 16,3-2-3-16,0 0-5 15,-3 0-1-15,-2 0 11 16,-6 0-3-16,-7 0 6 15,2 0 2-15,-6 0 1 16,2 8 5-16,-2 4-4 16,-3 4-4-16,0 4 9 15,-5 1-13-15,-6 2 3 0,0 0-1 16,0-4-1-16,0 4 1 16,0-9-4-16,0 2 1 15,0-9 3-15,5-5-5 16,6 1 3-16,6-3-1 15,5 0-5-15,6 0 6 16,-1-15-3-16,0-5-6 16,5-3 11-16,-7 1-7 15,-7 0 4-15,-6 3 2 16,-6 5 1-16,-6 9 4 16,0 5-7-16,0 0-3 15,0 0 13-15,0 5-6 16,0 12 3-16,0 4-4 15,0-4 1-15,0 3-1 0,11-2-1 16,-1-6-4 0,9 0 8-16,4-6-7 0,7-6 1 15,3 0 2-15,3 0-1 16,-3-3 4-16,0-15-4 16,-9-1 2-16,-3-4 16 15,-13-2-1-15,-8-2 0 16,0-3-9-16,0 0-8 15,-20 2 1-15,-10 12-10 16,-9 8-18-16,-2 8 4 16,0 0-50-16,1 10-270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30.1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0 478 123 0,'0'0'40'0,"0"0"-5"16,0-5 12-16,0-2 16 15,0-1-27-15,0 8-4 0,2 0 21 16,4 0-17 0,-3 18-23-16,0 2 9 0,1 5-11 15,7-1-9-15,1-1 1 16,1-4 1-16,5-1-6 15,-4-6 8-15,-1-4-9 16,-4-4 2-16,-7 0 4 16,1-4-3-16,-3 0 0 15,2 0-2-15,-2 0 1 16,0 0 6-16,3 0-8 16,3 0-2-16,-1-13 11 15,1-2-7-15,-1-3 1 16,6 4-1-16,0-4 0 15,0-1 5-15,3 1-7 16,-3-3 2-16,0 2 4 0,3-1-4 16,-1-2 2-16,5-1-1 15,-2 6-3-15,-5 1 9 16,-8 10-8-16,0 4-1 16,-3 2 7-16,0 0-6 15,0 0 3-15,0 22 0 16,0 8-3-16,0 2 9 15,0 0-11-15,8-5 3 16,3-3 6-16,3-3-9 16,-1-6 6-16,7-5-6 15,1-5 2-15,8-2 9 16,-2-3-14-16,-2 0 2 0,-9 0 4 16,-7-3-2-16,-1-7 2 15,-5-2-1-15,2-6-1 16,-1-5 3-16,1-1-7 15,-3-3 3-15,4-1 8 16,-3 6-5-16,-3 5 4 16,0 4-2-16,0 6 3 15,0 2 2-15,0 1-7 16,0 4 0-16,0 0 1 16,0 0-8-16,0 0 3 15,0 0 4-15,0 0-3 16,8 0 11-16,11 0-10 15,10 0-1-15,3 0 10 0,10 4-12 16,4 1 5 0,5-3-1-16,1 1-5 0,2-3 3 15,-4 0-10-15,-11 0 3 16,-13 0 2-16,-10 0-5 16,-5 0 10-16,-6 0 0 15,1 0 3-15,-6 0 5 16,0 0-4-16,0-3-3 15,0-2 14-15,0-1-7 16,0 5 4-16,-11-2 0 16,-12 3-8-16,-1 0 6 15,-3 3-2-15,-7 16-4 0,4 2 6 16,1 0-7 0,2 5 5-16,5-1-4 0,6-1 0 15,5-3 5-15,9-2-7 16,2-5-4-16,0 2 13 15,18-3-10-15,13-6 2 16,5-5-2-16,2-2 0 16,3 0 6-16,2-2-4 15,-7-16-3-15,0-1 8 16,-9-1-4-16,-5-5 1 16,-3 2 2-16,-11-4-6 15,-3 5 12-15,-5-1-10 16,0 5 0-16,0 10 10 15,0 0-5-15,0 5 2 16,-5 3-4-16,-1 0 0 0,4 0 6 16,-1 7-6-16,3 11 1 15,0 5 10-15,0 2-6 16,0 2-3-16,0 0-2 16,9 0-3-16,13-3 2 15,3 0-6-15,4-10-5 16,5-1 9-16,-2-10-6 15,4-3 5-15,4 0-5 16,4-3-1-16,3-19 8 16,-1-8-7-16,7-5 4 15,-6-5 1-15,-9-5-7 16,-11-5 5-16,-6-2-4 16,-13-7 5-16,-8-1 6 0,0 1-9 15,0 1 6-15,-6 11 5 16,-8 15-5-16,1 9 5 15,-1 16 3-15,5 7 1 16,4 0-1-16,1 0-8 16,2 5 7-16,0 17 8 15,2 6-9-15,0 2 4 16,0 3 0-16,0 11 0 16,0 2 2-16,0 7-8 15,0 1-2-15,0-2 4 16,0-1-8-16,0-6 0 15,0-6-4-15,2-6-9 16,4-9 8-16,-3-9-7 16,-1-5-13-16,-2-5 8 0,6-5-6 15,0 0-50-15,2-5-269 16</inkml:trace>
  <inkml:trace contextRef="#ctx0" brushRef="#br0" timeOffset="991">1509 349 112 0,'0'-3'76'0,"0"1"-42"16,0 2-3-16,0 0 6 16,0 0-21-16,0 0-10 15,0 0-1-15,0 0 6 16,0 0 9-16,0 0-3 16,6 0 5-16,17 0 3 15,4 0-15-15,12 0-9 16,5 0 2-16,11 0-4 15,3 0 3-15,-3-4-7 16,-11 1-4-16,-16 3 3 0,-15 0-5 16,-7 0-8-16,-6 0-24 15,0 0 12-15,0 0 18 16,0 0-16-16,0 0-11 16,0 3 27-16,6-3 3 15,0 0 8-15,2 0 2 16,-3-3 6-16,-3-5 23 15,-2 1 25-15,0-1 14 16,0 4-25-16,-4 1-20 16,-10 3-12-16,-1 0-6 15,2 0-4-15,2 0 4 16,-4 0-6-16,5 5 6 0,-1 2 8 16,-3 3-12-1,0 3 9-15,3 4-1 0,4-2 0 16,0 5 0-16,7-1-3 15,0 2-6-15,0-2 6 16,20-2-11-16,5 4 4 16,0-6-2-16,0-3-1 15,-3-3 1-15,-6-3 1 16,0-3-4-16,-4-3 10 16,5 0-11-16,2 0 4 15,0 0 0-15,8-9-2 16,-2-5 3-16,3-6-3 15,2-3 0-15,0 1 14 0,-5 0-17 16,-5 0 9 0,-9 7-1-16,-6 6 0 0,-1 8 0 15,-4 1 4-15,0 0-8 16,4 0 11-16,-1 10-7 16,6 10 0-16,0 5 2 15,-4-3 5-15,1 3-2 16,-2 0 2-16,-1-1-4 15,0-4 6-15,-3-1-14 16,0 2 5-16,0-8 0 16,0-4 3-16,-8-1-1 15,0-8-2-15,-1 0 0 0,4 0 9 16,5-8-7-16,0-17-2 16,0-7 0-16,11-5 1 15,14-3 1-15,2 1-3 16,0 6-1-16,-4 7 9 15,-4 13-9-15,-2 5 4 16,-4 8-2-16,1 0-2 16,3 0-2-16,2 0-32 15,6 8-76-15</inkml:trace>
  <inkml:trace contextRef="#ctx0" brushRef="#br0" timeOffset="2438">2669 538 218 0,'-3'5'19'0,"3"-5"50"16,0 0 19-16,0 0-56 15,23-5-19-15,-1 0-5 16,3 2 5-16,11 3-13 16,5 0 6-16,11 0 1 15,13 0-4-15,9-3-1 16,8-1 0-16,9-1-2 15,6-4 6-15,0 6-8 16,-9 3-3-16,-5-3 10 16,-14 3-9-16,-5 0 5 15,-14 0-1-15,-14 0-4 0,-9 0 5 16,-14 3-6-16,-2-3-4 16,-2 2 3-16,-4-2-12 15,4 0 1-15,-5 0-30 16,3 0-32-16,-7 0-19 15</inkml:trace>
  <inkml:trace contextRef="#ctx0" brushRef="#br0" timeOffset="2777">3578 340 247 0,'-6'-3'20'0,"6"0"0"0,0 3 26 15,0 0-27-15,9 0-3 16,18 0 5-16,6 3-3 16,6 9-6-16,2 6-2 15,1-5-2-15,-1 5-2 16,-8 3-1-16,-8 0-3 15,-12 3-2-15,-6-2 8 16,-7 1-3-16,0 4 1 16,-15-6-2-16,-10 5-4 0,1-6 5 15,-1-3-13 1,0 0 2-16,0-2-13 0,3-2-71 16,3-1-63-16</inkml:trace>
  <inkml:trace contextRef="#ctx0" brushRef="#br0" timeOffset="4410">4304 368 137 0,'-14'0'45'16,"14"0"-16"-16,0-1 30 15,0-2 16-15,2-2-33 16,10 0-12-16,-3 5-8 0,-5 0-13 16,2 0-1-16,-1 0 13 15,-5 20-14-15,0 4 6 16,0 6-6-16,0 3-2 16,6-6-3-16,2 0-4 15,5-6-3-15,8-4 9 16,3-2-10-16,3-8 3 15,2-2-3 1,-1-5 4-16,-6 0 0 0,-8 0-6 16,-1 0 4-16,-5-12 8 15,3-6-7-15,-3-5 1 16,-1-4 3-16,-3-4-4 0,-4-7-2 16,0-2-4-16,0 5 3 15,3 8 8-15,-3 8-3 16,0 6 0-16,0 8 2 15,0 0 0-15,0 5 1 16,0 0-4-16,0 0-1 16,3 0 6-16,8 0-10 15,6 0 5-15,10 2-1 16,7 8-9-16,9 1-20 16,11-5-41-16,-3 2-1 15,-1-5 25-15,-5-1 23 16,-9-2 13-16,-6 0 13 15,-8 0 0-15,0 0 1 0,-5 0-1 16,-4 3-1-16,-5-3 5 16,-5 0-7-16,0 0 5 15,-3 0 8-15,0 0 3 16,0 0-2-16,-16 0 20 16,-4 0-4-16,-1 0-3 15,-10 8 7-15,-3 8-5 16,-2 4-8-16,4 6-6 15,1-2 1-15,9 3-8 16,5-2-2-16,9-3 8 16,8-1-13-16,0-6 2 15,0-6 0-15,28-4 1 0,5-5-3 16,0 0-1 0,3 0-5-16,-9 0 13 0,-7-14-6 15,-4-1 1-15,-4-6 1 16,-1 2 5-16,-1-6-5 15,2-3 1-15,-5 4-5 16,0 4 12-16,-7 10-7 16,0 4 8-16,0 6 5 15,0 0-7-15,0 0-5 16,0 0 5-16,0 18-5 16,0 6 13-16,0 2-15 15,0 2 0-15,0-6-3 16,0-2 3-16,0-3-2 0,16-4-6 15,6-10 2 1,9 1 3-16,3-4-5 0,9 0 3 16,-10 0-2-16,-1-4-14 15,-7-8 6 1,-2-7-17-16,-3-3-14 0,-2-8 9 16,0-5 8-16,-2 0 7 15,-5-2 18-15,-6 2 5 16,-5 8 12-16,0 5 27 15,0 9 20-15,-5 6-27 16,-15 7-18-16,4 0-4 16,2 0 0-16,5 15 0 0,2 5-1 15,3 5 2 1,2 2-7-16,2 0 12 16,0 3-6-16,0 2-1 0,0 3-2 15,0-3-2-15,0 3-6 16,0-3 1-16,0 3-5 15,0 0 10-15,0 3-11 16,0-3 2-16,0 3 3 16,0-5-13-16,0-3 3 15,-5-5-3-15,-1-13-7 16,-3 0 14-16,6-4-13 16,3-4-7-16,0-4-17 15,0 0-80-15</inkml:trace>
  <inkml:trace contextRef="#ctx0" brushRef="#br0" timeOffset="4788">5389 319 210 0,'0'-20'14'16,"22"10"27"-16,-3 1 28 16,1 4-11-16,-2-1-31 15,0 6-15-15,-3 0-5 16,-3 0-6-16,-3 8-2 0,-9 14 8 16,0 3-3-16,0 5 2 15,0-4-9-15,-18 3 4 16,0-7 5-16,-3-2-5 15,-6-5-1-15,0-3 6 16,-6-4-9-16,-1-3 3 16,9 0-6-16,9-4-6 15,7 2 11-15,7-3-22 16,2 0-15-16,5 0 27 16,28 0-7-16,12 0-25 15,-1 0-103-15</inkml:trace>
  <inkml:trace contextRef="#ctx0" brushRef="#br0" timeOffset="5986">5897 284 124 0,'-6'-4'21'16,"1"4"0"-16,-4 0 27 15,-7 0 7-15,-1 2-15 16,-8 10 0-16,3 6-6 16,-3-1-12-16,4 3 0 0,4 5-19 15,6-1 1 1,3-1 1-16,4-1-6 0,2 1 1 16,2-6 0-16,0 0-4 15,0-2 10-15,0-4-14 16,14-7 5-16,3-1 3 15,2-3-7-15,-2 0 3 16,-4 0 2-16,1 0-2 16,-11-15 15-16,-3-3-16 15,0-4 6-15,0 2 2 16,-3-2-5-16,-14-1 2 16,3 4 1-16,7-1-4 15,7 2 3-15,0 6-11 16,2 2 3-16,20 3 10 15,3 4-6-15,0 3 7 16,0 0-6-16,-1 0 5 0,1 0 3 16,1 0-8-16,-8 0 3 15,2 5 2-15,-7 0 2 16,-1 3-2-16,-1-1 2 16,-3 0 0-16,-3 4 6 15,4 1-8-15,-6 3 5 16,-3 4 6-16,0 7-3 15,0-1 0-15,0-1-1 16,0-3-9-16,0-3 5 16,0 0-8-16,0-6 0 15,0-1 5-15,0-4-5 0,11-7 1 16,11 0 2-16,0 0-6 16,3 0 5-1,-4-12-4-15,1-8-2 0,1-2 7 16,-4-3-6-16,-2-2 4 15,-4-2 0-15,-1 2-5 16,-7 5 8-16,1 5-2 16,-6 7 1-16,0 8 6 15,0-1-4-15,0 3-1 16,0 0 0-16,-6 0 4 16,-2 17-1-16,2 3-3 15,6 0 0-15,0 3 3 16,0-6-4-16,0 0-1 0,0-2 1 15,6-3 1-15,8-4-1 16,5-3-5 0,2-3 4-16,0-2 4 0,1 0-6 15,-4 0 2-15,-4 0 3 16,4-9-5-16,-3-6 5 16,2-3-5-16,2 1-3 15,-2-3 7-15,2 0-5 16,-7 6 3-16,-3 1 3 15,-7 8-3-15,0 5 3 16,-2 0-5-16,0 0 3 16,0 2 5-16,0 14-4 15,0 1 1-15,0 0 1 0,0 0-4 16,0-1 7-16,0-2-9 16,0 0 3-16,5-2 3 15,7 0-3-15,-6-6 0 16,-1-3 0-16,1 0-3 15,-6-3 5-15,0 0-2 16,0 0 0-16,0 0 7 16,0 0-11-16,0-3 6 15,0-18-4-15,0 0 4 16,0-9 0-16,0-2-5 16,0-3 0-16,5 6 10 15,9 7-12-15,-1 9 5 16,2 8 2-16,-5 5-2 15,5 0 3-15,1 0-6 16,11 0 1-16,15 7 2 16,10 1-13-16,14-3-34 0,1-5-120 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39.05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246 196 198 0,'15'-12'10'0,"-15"-2"-9"15,0 3 8-15,0 10 4 16,0-3 11-16,0-1-8 16,0 0-3-16,0-6 27 15,0-3 20-15,0 2-17 16,0 0-30-16,0 0-5 15,0-2 7-15,-8 2-16 16,-6 0 2-16,5 2 5 0,-2-2-5 16,0 4 3-16,0 1-2 15,-1 1-5 1,5 6 11-16,1 0-9 0,-5 0-2 16,-5 0 9-16,2 3-9 15,-6 12 4-15,4 4-2 16,0 2-1-16,-4 2 8 15,6 4-11-15,-2-1 2 16,1 4 7-16,8 2-7 16,1-2 3-16,6 0-3 15,0-2-3-15,0-6 8 16,17-8-6-16,4-6-4 16,5-4 9-16,1-4-2 15,3 0 1-15,1-16 0 16,-1-10-1-16,-5-4 6 0,-8 4-7 15,-6 4 1-15,-8 4 6 16,-3 10-4-16,0-1 0 16,0 6 2-16,0 1-4 15,0 2 8-15,0 0-9 16,0 0-1-16,0 0 10 16,0 0-7-16,0 0 2 15,-3 0 2-15,0 19 1 16,0 2 9-16,1 7-7 15,2 2-3-15,0 6 5 16,0 0-9-16,0 9 2 16,0-3-2-16,2 4-1 15,10 1 9-15,-4 1-10 0,-1-2-3 16,5-2 12 0,-1-5-10-16,-2-2 4 0,-7-2 0 15,-2-13-2 1,0-2 5-16,0-2-7 0,-11-6 2 15,-12-2 6-15,5-2-6 16,0-8-1-16,3 0 1 16,3 0-7-16,-1-6 6 15,2-16-11-15,-3-4 4 16,0-8 10-16,3 1-10 16,0 3 7-16,6-8 1 15,5 3 0-15,0-5 5 16,0-5-7-16,30-6 1 15,10-7 5-15,14 2-4 16,-7 1 1-16,-4 9 0 0,-9 9 0 16,-11 14 2-16,-2 11-3 15,-4 8-1-15,-4 1 5 16,7 3-5-16,5 0 1 16,5 0 1-16,3 0-1 15,1-3 3-15,-2-1-8 16,1-2 3-16,-5 3 11 15,1-1-11-15,-11 3 3 16,-7 1-2-16,-6 0 0 16,-5 0 8-16,0 0-10 15,0 5 2-15,-16 4 8 0,-2-2-7 16,-3-2 3-16,-1 0-2 16,-5 4 1-1,-4 5 1-15,-1-2-3 0,-2 6-3 16,7-2 9-16,5 4-9 15,8-3 6-15,5-1-3 16,9-4-2-16,0 3 5 16,0-3-4-16,0 0-1 15,14-1 7-15,6-4-9 16,2-4 5-16,-1-3 0 16,1 0-2-16,-2 0 5 0,-4 0-6 15,-2-12 1 1,-3-6 7-16,-2 0-7 0,0 1 3 15,-2-2-2 1,-1 1 1-16,-3 7 2 0,-3 6-3 16,0 3-1-16,0 2 6 15,0 0-6-15,0 0 2 16,0 2 2-16,5 17-2 16,1 1 5-16,5-2-5 15,0 1-2-15,5-1 7 16,1-4-7-16,0 2 2 15,-4-7 0-15,-1-6 0 16,-1 1 2-16,-7-4-4 16,8 2-5-16,1-2 15 15,10 0-15-15,1 0 6 0,4-2-1 16,-1-18 1-16,2-3 2 16,-7-4-3-16,-3-3-5 15,-3 3 16-15,-7 0-11 16,-3 8 3-16,-1 6 0 15,-3 6-2-15,0 1 5 16,10 3-6-16,-3 3 0 16,6 0 9-16,6 0-10 15,-8 6 6-15,7 9-2 16,-2 5 0-16,3 1 2 16,0 0-5-16,-2 4 0 15,1-1 6-15,-6 0-6 16,-10-3 2-16,-4 2 0 0,0-1-1 15,0-2 6-15,-2-1-5 16,-11-3-2-16,-1-2 5 16,1-4-5-16,4-5 0 15,3-2-5-15,0-3-4 16,6 0-13-16,0-5-84 16,0-17-87-16</inkml:trace>
  <inkml:trace contextRef="#ctx0" brushRef="#br0" timeOffset="675">1813 440 178 0,'-42'-3'42'0,"6"3"-35"16,25-2 15-16,5 2 11 15,6 0-23-15,0 0-4 16,3 0 18-16,22 0 6 15,6 0-4-15,1 0 9 0,4 0-16 16,0-2-6 0,6 0-6-16,8-1-2 15,10-5 0-15,9 3-7 0,12-5 0 16,4 3 10 0,1-1-9-16,-3 7 0 0,-11 1 0 15,-4 0 0-15,-7 0 2 16,-6 0-6-16,6 14-4 15,0-2 9-15,5 1-6 16,3-4-5-16,3-1 0 16,-4-3-10-16,2-5-10 15,-7 0 0-15,-7 0 11 16,-18 0 22-16,-15 0-4 16,-19 0 8-16,-4 0 8 15,0 0-11-15,0 0-6 0,-11 0-15 16,-2 0-12-16,-1 0-37 15,5 0-36-15</inkml:trace>
  <inkml:trace contextRef="#ctx0" brushRef="#br0" timeOffset="989">3143 341 39 0,'-11'-6'159'0,"5"1"-137"16,4 0 29-16,2-2 8 16,0 3-26-16,0-2-24 15,0 2 3-15,13-1 6 0,-1 1-10 16,-3 4 3-16,-3 0 4 16,3 0-3-16,0 16-1 15,-1 3 0-15,6 6-4 16,3 3 4-16,1-6-12 15,0 4-3-15,-7-5 8 16,-4-3-4-16,-7 1 2 16,0 4-3-16,-7-1 0 15,-22 4 4-15,-1-3-19 16,3 3-37-16,5-3-127 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4:41.04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0 655 168 0,'14'0'97'15,"-14"-5"-95"-15,0-7 50 0,0-6-3 16,0 3-28-16,0 0 15 16,9-2-38-16,18-7 0 15,6-4 7-15,3-6-6 16,-2-4 3-16,-4-7 0 16,-3-7-2-16,-7-4 7 15,-9-2-11-15,-8 3 4 16,-3 6 4-16,0 9-4 15,0 8 1-15,-11 9-2 16,-1 10-1-16,5 4 9 16,1 1-11-16,1 3 2 15,5 3 7-15,-4 0-8 0,4 2 7 16,0 0-1-16,-2 0 0 16,2 0 9-16,-8 0-6 15,-1 0-4-15,-8 29 16 16,1 9-13-16,5 11 5 15,0 1-3-15,8 2-3 16,0-5 2-16,3 0-7 16,0 1 0-16,0-6 6 15,0-2-8-15,0-3 6 16,3 3-6-16,19-8 3 16,3-2 0-16,3-6-5 15,2-6-6-15,3-11 9 16,0-7-7-16,3 0 2 0,0 0 3 15,0-10-5-15,-3-12 8 16,0-8-4-16,-9-2-3 16,-6-3 12-16,-13 5-5 15,-5 3 2-15,0 5-1 16,0 7 4-16,0 7 0 16,0 1-5-16,0 7-1 15,0 0 5-15,0 0-4 16,0 7 4-16,2 10 3 15,2 6-3-15,-1 2 8 16,1 2-12-16,5 1 3 16,3-11 0-16,3 3-6 0,6-10 0 15,0-5-2 1,5-5-16-16,-1 0-72 0</inkml:trace>
  <inkml:trace contextRef="#ctx0" brushRef="#br0" timeOffset="219">575 131 292 0,'-9'-12'30'16,"9"4"-7"-16,0 3 29 0,0 5-23 15,0 0-26-15,0 0-7 16,0 0 5 0,0 0-39-16,0 0-106 0</inkml:trace>
  <inkml:trace contextRef="#ctx0" brushRef="#br0" timeOffset="1548">1022 337 225 0,'0'-12'8'16,"-8"7"31"-16,-11 5-9 15,-9 0-12-15,-2 0 2 16,-1 0-18-16,6 10 6 16,1-3 2-16,5-4 0 15,-1-3 14-15,4 5-8 16,-4 0-5-16,2 5 4 16,-5 4-13-16,3 6 4 0,1 2-4 15,5 6-1 1,3-1 0-16,11 3-2 15,0-7-3-15,0-3 9 0,15-8-8 16,12-5 1-16,3-4 2 16,6-3-6-16,-3 0 4 15,0 0-10-15,-8-17 1 16,-9-1 12-16,-5 1-2 16,0-6 2-16,-2 1 2 15,-1-1-2-15,0-1 4 16,-3 4 0-16,1 3-7 15,-6 4 14-15,0 8-5 16,0 2 7-16,0 3-2 16,0 0-5-16,0 0-5 0,0 3-1 15,0 16-1 1,0 11 10-16,0 0-7 0,0 3 7 16,0-1 1-16,0 1-8 15,0 4 1-15,0-7-8 16,0 2 1-16,0-7 9 15,3 2-10-15,6 0 3 16,-4-4 1-16,1-1-6 16,-6-5 2-16,2 1-1 15,-2-6-3-15,0 1 11 16,0-6-8-16,0-5 1 16,0-2-4-16,5 0 8 15,10 0 0-15,1-7-1 16,3-17-1-16,-2-5 5 15,0-1-5-15,0-6 1 0,-1-4 2 16,2-5-4-16,0-5 0 16,-2 1-5-16,-5 5 0 15,-5 6 11-15,-6 10-7 16,0 11 5-16,0 0 0 16,0 4-1-16,0 8 3 15,0 1-2-15,0 4-1 16,0 0 8-16,0 0-11 15,0 0 1-15,0 0 5 16,0 9-2-16,0 14 2 0,0 7 1 16,0-6-8-1,0 1 12-15,0 0-12 0,6-2 4 16,7-15 0-16,1 6-4 16,-1-10 3-16,1-4 0 15,3 0-8-15,-1 0 17 16,4 0-14-16,-1-14 3 15,3-11 4-15,-2 1-4 16,-6-6 4-16,-6 2-2 16,-5 3-2-16,-3 3 10 15,0 7-6-15,0 8 4 16,0 7-2-16,-7 0-1 16,0 9 4-16,-4 17-4 15,5-2-2-15,6 1 9 16,0 0-9-16,0-2-1 0,0-6 5 15,0-2-5-15,17-10 2 16,4-3-1-16,1-2-2 16,3 0 6-16,-2 0-12 15,-7-2 2-15,1-11 6 16,-1-4-2-16,-2 2 2 16,-3-3-1-16,0-4 0 15,-5-5 6-15,-3 7-7 16,-1 2 3-16,-2 8 4 15,0 6-3-15,0 4 1 16,0 0-7-16,0 0 3 16,0 20 10-16,0 4-8 0,0 1 7 15,0 0-4-15,0-5-2 16,0-5-4-16,3-3-1 16,3-4-3-16,6-6 3 15,1-2-11-15,1 0-11 16,4 0-59-16,2-7-167 15</inkml:trace>
  <inkml:trace contextRef="#ctx0" brushRef="#br0" timeOffset="1730">1577 148 235 0,'0'-14'8'0,"0"4"3"0,6 2 43 16,8 3-17 0,-1 5-36-16,-4 0-7 0,-2 0-15 15,-4 8-43-15</inkml:trace>
  <inkml:trace contextRef="#ctx0" brushRef="#br0" timeOffset="2471">1950 385 83 0,'19'0'69'0,"-15"0"-43"16,-4 0 39-16,0 1-24 15,-9 12-21-15,-9-5 8 16,3 1-8-16,3-1-7 16,1-3 2-16,0-3-2 15,1 1 12-15,-1-3-12 16,-4 0-6-16,-6 0 5 16,-2 5-13-16,-7 0 2 15,2 12 6-15,-1 1-7 16,4 4 1-16,5-2-1 0,6 3-3 15,8-1 8-15,3-4-5 16,3-4-3-16,0-4 10 16,14-2-8-16,11-4 0 15,4-4-2-15,3 0 2 16,1 0 6-16,1-15-9 16,-10-3 2-16,-5 2 9 15,-4-1-8-15,-7-1 3 16,0-4 0-16,-3-3-1 15,1-7 6-15,-1-9-12 16,4-3 2-16,0-8 6 16,-7-5-3-16,-2 7-1 0,0 4 2 15,0 16-4 1,-2 4 6-16,-16 14-5 0,5 4 0 16,-4 8 9-16,8 0-10 15,5 0 3-15,0 15 7 16,4 4-1-16,0 4 19 15,0 2-16-15,0-1 10 16,0 6-2-16,0 6-4 16,0 1-4-16,0 3-5 15,0 2-3-15,0-2 5 16,0-1-12-16,11-6 3 16,1-1 5-16,-1-1-7 15,2-2 2-15,-1-7 3 0,-1 0-7 16,-1-5 4-1,-1 1-7-15,-1-6-6 0,-2-3-5 16,-1-3-13-16,3-6-17 16,4 0-93-16,-1 0-93 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6:32.75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 78 165 0,'7'-7'42'0,"-7"2"-34"0,0-1 22 15,0 6 15-15,0 0 9 16,2 0-35-16,-2 0 26 15,0 0-8-15,0 0-8 16,0 0-7-16,0 0-11 16,0 0-3-16,0 0 14 15,0 0-19-15,0 0 6 0,0 0 11 16,2 11-10 0,-2 6 3-16,0 2-5 0,0 5 1 15,0 0 4-15,0 0-8 16,0 4-5-16,-2-2 6 15,0 4-7-15,-2 0 3 16,4 4-3-16,0-1-3 16,0-3 12-16,0-1-16 15,0-5 4-15,0-4 3 16,0-1-1-16,0-1 1 16,0-6-5-16,0-1-7 15,0-3 12-15,0 3-10 16,0-5-3-16,-5-1 3 15,2-5-4-15,0 0-14 0,-3 0-27 16,-2 0-59-16,5-4-57 16</inkml:trace>
  <inkml:trace contextRef="#ctx0" brushRef="#br0" timeOffset="736">11 48 128 0,'0'0'12'0,"0"0"14"15,6 0 6-15,9 0-13 0,-2 0 20 16,1 8-10-16,-3 2 1 16,0 2-4-16,0 2 0 15,-6 7-4-15,4-1 1 16,-5-1-3-16,8 4 5 16,1-1-13-16,1 5-4 15,4 3 8-15,-3 5-13 16,6 3 3-16,-3-1-4 15,2-3-5-15,-1-4 11 16,-2-4-12-16,-4-7 1 16,-1-4 9-16,-1 0-9 15,-6-9 3-15,1-3-1 16,-1 1-2-16,-5-4 9 0,3 0-6 16,-1 0 6-16,7-8-1 15,-3-24-6 1,-4-4 4-16,-2-3-3 0,3-5-4 15,-1 1 13-15,1 1-14 16,3 7 6-16,-1 5 11 16,1 5-4-16,-3 2 0 15,-1 9-5-15,-2 2 1 16,0-2 4-16,0 8-10 16,0-4 1-16,0 3 5 15,0-1-8-15,0 0 1 0,-2-1-5 16,-1 0-6-16,1 5-19 15,-4-1-70-15,6 2-64 16</inkml:trace>
  <inkml:trace contextRef="#ctx0" brushRef="#br0" timeOffset="1787">545 383 71 0,'9'-7'65'16,"-2"2"-26"-16,1 0 8 0,0 3-13 15,3-3-8 1,3-4-3-16,3 5-11 0,5-8 12 15,-1-1 5-15,-3-2-15 16,-2 2 1-16,-11 4 29 16,1 2-10-16,-3-1-8 15,-3 2-18-15,0 0-4 16,0-4 6-16,0 0-11 16,0 0 1-16,0-2 2 15,0 6 0-15,0 0 8 16,0 6-3-16,-3 0 0 15,-6 0 2-15,-2 0-9 16,-2 0 7-16,-1 6-5 16,3 9-3-16,0 8 4 15,3-1-4-15,0 6-2 0,1 2 7 16,3-4-8-16,4 1 3 16,0-1 2-16,0-4-13 15,0-2 11-15,0-5-3 16,0-5-4-16,0 3 8 15,13-6-4-15,10 0 6 16,1-2 0-16,6-2-1 16,1-3 1-16,-1 0-4 15,-5 0-2-15,-3 0 8 16,-4 0-9-16,-5 0 5 16,1 0-3-16,-1-3 2 15,4-9 2-15,4-3-3 0,2-7-7 16,2-6 10-16,-5 1-9 15,-1 0 7-15,-6 3 2 16,-5 4-3 0,-5 7 7-16,-3-4-4 0,0 10-1 15,0 1 9-15,0 0-10 16,0 3 1-16,0-1 1 16,0 2-1-16,-3-1-2 15,-10 3 7-15,-1 0-5 16,1 0 11-16,2 0-5 15,-1 0-4-15,3 3 1 16,1 6-2-16,1 3 0 16,1 1-3-16,-2 2 1 15,4 0 8-15,1 6-12 16,3-2-3-16,0 3 9 16,0 0 0-16,0-2-1 0,0 1-3 15,9-4-4-15,5-4 9 16,2 1-8-16,4-3 3 15,0-4 2-15,1 0-9 16,4-2 0-16,-3-5-11 16,3 0-15-16,-3 0-9 15,0 0-21-15,1 0-50 16,-2 0-65-16</inkml:trace>
  <inkml:trace contextRef="#ctx0" brushRef="#br0" timeOffset="2377">1353 329 127 0,'5'-10'89'0,"-2"-1"-83"15,-3 9 37-15,0 0 32 16,0 2-35-16,0-4 1 16,0 4-2-16,0-1-13 15,-5 1-5-15,-8 0-14 16,-2 0-4-16,-4 0 4 15,0 15-7-15,0 0 2 16,-2 6 0-16,3 5-5 16,4-1 11-16,3 2-15 15,5-5 5-15,6-4-5 16,0-4-6-16,0-2-6 0,17-6 1 16,11-6 3-16,-1 0 13 15,1 0-2-15,-3 0-1 16,-8-9 10-16,-2-6-6 15,-1-7 5-15,-3-4-4 16,-2-1-3-16,2-10 11 16,-2-10-13-16,-2-9 4 15,4-2 7-15,-2 0-6 16,-2 11 8-16,-3 7 0 16,-1 12 6-16,-3 14 14 15,0 4-17-15,0 8 1 0,0-2 3 16,-3 4 1-16,-8 0-11 15,0 0-1-15,2 0-5 16,7 0 12-16,-1 0-13 16,3 4-2-16,0 10 10 15,0 12-5-15,0 4 5 16,0 9-4-16,0 6-6 16,0-2 11-16,0 4-8 15,3-2-1-15,-1-2 2 16,-2-5-3-16,2-6-5 15,2-2-16-15,-1-8-14 16,5 2-51-16,13 2-73 16,13-7-108-16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6:36.74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2 304 120 0,'0'-13'136'0,"0"3"-98"15,0 8 21-15,0 2 5 0,0 0-14 16,0 0-42-16,0 0 1 16,0 25 12-16,0 4-14 15,0 3 1-15,0 6-4 16,0-6-3-16,3 0 5 15,6-4-9-15,-5-6-2 16,7-4 10-16,-2-6-9 16,-3-5 3-16,0-4 1 15,-6 0 2-15,2-3 2 16,4 0-5-16,4 0-2 16,8-16 9-16,4-11-12 15,5-5-1-15,3-3 2 0,-1 5 2 16,-11 5 7-1,-7 7-5-15,-4 12 4 0,-5 3 14 16,-2 3-14-16,0 0-1 16,0 0 0-16,0 0-2 15,0 0 3-15,0 0-3 16,2 3-3-16,3 11 13 16,1 8-11-16,0 4 4 15,-3-1 0-15,2-1-4 16,4-1 3-16,2-6-7 15,3-3-3-15,-1-6 16 16,4-3-14-16,2-5 5 16,4 0 3-16,1 0-4 0,1 0 6 15,0 0-10 1,2-13 0-16,1-3 8 0,-4-1-12 16,-1-4-3-16,-4-3 7 15,0-4-2-15,-5-4 4 16,1 2-1-16,-6 3 3 15,-3 2 5-15,-3 13-1 16,-3 1 4-16,0 5 4 16,0 5-3-16,0-2 0 15,-16 3 1-15,-1 0-5 16,-4 0 17-16,1 0-18 16,6 10-1-16,0 6 5 15,6 1-4-15,3 3 2 16,1 5-3-16,4 2-6 0,0 3 11 15,0 0-8 1,0-6 0-16,0-1-3 0,11-3-10 16,3-5 12-16,3-3 0 15,0-10-2-15,4-2 7 16,7 0-8-16,-1 0-7 16,5-2-3-16,-3-15-6 15,-1-1-2-15,0-4 8 16,-1 0 2-16,-7-5 16 15,-2 4-4-15,-3-5 4 16,-7 1 1-16,1 5 0 16,-1 7 4-16,-5 7 2 15,-3 2 0-15,0 6 8 0,0 0-6 16,0 0-2 0,0 0-1-16,0 4 5 0,0 14 0 15,0 6-8-15,0 3-4 16,0 1 16-16,0 0-17 15,0 1 0-15,2-7 1 16,12 1-4-16,-3-11 6 16,3-2-5-16,3-5-2 15,-1-5 10-15,0 0-7 16,-2 0-1-16,4-7 3 16,-5-11-5-16,1-1 2 15,-1-8-6-15,-2 1 1 0,1 1 13 16,-7 6-12-1,1 6 5-15,-6 5 4 0,0 6-2 16,0 2 4-16,0 0-6 16,0 0 0-16,0 15 11 15,0 7-11-15,0 3 2 16,0 0 0-16,0-5-2 16,4-5 1-16,11-3-4 15,2-4 0-15,2-3 12 16,0-5-10-16,4 0-1 15,-5 0 7-15,0 0-7 16,-5-3 7-16,1-10-5 16,-3-4-2-16,0-4 9 15,0-5-8-15,1-1-2 16,-5-6 9-16,-7 4-4 16,0 1 5-16,0 8 7 15,-3 6-6-15,-16 8 9 0,-2 4-19 16,3 2-3-16,2 0-5 15,2 0-19-15,8 13-58 16,6 4-114-16</inkml:trace>
  <inkml:trace contextRef="#ctx0" brushRef="#br0" timeOffset="975">2123 0 309 0,'0'0'69'15,"-9"0"-66"-15,5 0 37 16,4 0 14-16,0 10-25 15,0 6-19-15,0 3-7 16,0-2 13-16,0 1-13 16,0-1 2-16,0-2 10 15,0 2-3-15,0-1 3 16,0-2-7-16,0-1-2 16,4-3 5-16,-1-8-14 15,0 1 2-15,-3-1 8 0,0-2-8 16,0 0 5-1,0 0-3-15,0 0-5 0,0-5 9 16,0-7-13-16,0-1-2 16,0 4 9-16,0 1-5 15,0 6 7-15,0-1 1 16,0 3-6-16,0 0 8 16,0 0-9-16,0 0 4 15,0 0 7-15,0 0-9 16,0 0 4-16,0 0 1 15,0 0-1-15,0 0 8 16,0 0-12-16,0 0-1 16,0 0 7-16,-8 0-8 0,-12 0 5 15,-7 0 4 1,-4 0-6-16,1 5 11 16,5 10-15-16,5-3 2 15,4 3 8-15,5 0-10 0,6 0 6 16,2 0-6-16,3-2-3 15,0-4 15-15,0 4-13 16,0-6 4-16,19 3 11 16,6 0-13-16,9-2 10 15,2 2-4-15,2-2-2 16,3 3 4-16,1 2-5 16,-1 1-6-16,-5 7 15 15,-6-4-10-15,-11-3 7 16,-7 2-3-16,-7-2-3 0,-5-5 8 15,0 3-9-15,-8 0 3 16,-22 0 10 0,-12 6-12-16,-5-4 5 0,0-3-3 15,6-4-5-15,5-7 7 16,12 0-11-16,3 0-9 16,13-7 7-16,5-12-7 15,3 5-13-15,0-2-31 16,0 7-50-16,14 5-76 15</inkml:trace>
  <inkml:trace contextRef="#ctx0" brushRef="#br0" timeOffset="1403">2407 97 302 0,'-2'0'37'16,"2"0"-12"-16,0 0 21 15,0 0-13-15,11 0-13 16,5 0 1-16,-2 0-12 15,-12 0 10-15,-2 0 6 0,0 18-16 16,0 7 17-16,0 4-12 16,-2 4-10-16,-3 1 7 15,5 1-8-15,0 3-3 16,0-4 16-16,0 3-15 16,0 1 1-16,5-1-1 15,-3 0-2-15,2-2 5 16,-2-5-8-16,-2-5-5 15,0-5 11-15,0-8-12 16,3-4-2-16,-1-4-12 16,-2-4-15-16,0 0-51 15,0 0-157-15</inkml:trace>
  <inkml:trace contextRef="#ctx0" brushRef="#br0" timeOffset="2738">2385 305 137 0,'0'-4'40'16,"2"2"-27"-16,-2 2 12 0,0 0 28 15,0 0-22 1,0 0-12-16,0 0 5 0,0 0-11 15,0 0-1-15,6 2-7 16,13 1 7-16,6-2 3 16,6-1-10-16,5 0 1 15,0 0 13-15,-4 0-10 16,-1 0 1 0,-4 6 1-16,-6 4-3 0,-3 4 6 15,-3 9-11-15,-2-1-3 16,1 1 8-16,-6-1-12 15,-2-2 6-15,-2 0 1 16,0 0-3-16,-1-8 2 16,-3 1-4-16,0-9-4 15,0 2 9-15,0-4-13 0,0-2 11 16,0 0 10-16,0 0-13 16,0 0 1-16,0-16 3 15,0-8-9 1,0-3 18-16,0-3-15 0,5-2-1 15,12 4 6-15,-1 9-5 16,0 4 2-16,2 5-2 16,0 2-16-16,2 4-1 15,5 0-19-15,0 4 11 16,2 0-12-16,4 0-5 16,2 0-3-16,0 0 16 15,-6 0 14-15,4 0 9 16,-4 0-21-16,5 0-38 15,-5 0 24-15,0 0 66 0,-5 0-3 16,-5 0 14-16,-9 0 10 16,-3 0 11-16,-5-1-18 15,0 1 32-15,0 0 10 16,0 0-12-16,0 0-15 16,-16 0-29-16,-11 1-8 15,-6 20 4-15,-3 3-15 16,8 3 1-16,1 3 2 15,7 6-5-15,6-6 0 16,6 0-1-16,8-3-4 16,0-5 7-16,0 0-14 15,0-7 4-15,22-4 5 0,0-9 1 16,3-2 3-16,-3 0-2 16,-1-8-1-16,0-12 5 15,-6-2-10-15,-6-3 8 16,-3-5 0-16,-1 3 2 15,-2 0-4-15,-3 4 2 16,0 9-2-16,0 6 18 16,0 5-11-16,0 3-2 15,0-2 8-15,0 2-4 16,0 0-4-16,0 0-4 16,0 0 1-16,0 0 4 15,0 0-1-15,0 13-4 16,0 6 9-16,8 2-8 0,-3 6 2 15,7 0-3 1,1-5-9-16,2-2 15 0,4-5-12 16,-3-6 3-16,4-3 4 15,-4-6-4-15,6 0-9 16,1 0 5-16,1-6-5 16,3-13 6-16,-2-8-15 15,7-6-19-15,-3-8-14 16,-4-4-1-16,-5-6 33 15,-7-3 12-15,-4 5 3 16,-6 6 18-16,1 8-5 16,-4 12 16-16,0 9 18 15,0 2-1-15,0 7-17 0,0 2-1 16,0 1-7 0,0 2 8-16,0 0-10 0,0 0-10 15,0 0 13-15,0 0-8 16,0 0 1-16,0 5-1 15,0 7-3-15,0 7 10 16,0 9-13-16,0 4-1 16,0 11 6-16,0-1-7 15,4-2 2-15,3 0-1 16,2-5-2-16,-3-6 8 16,-3 1-13-16,-3-10-1 15,0-2 4-15,0-7-31 0,0-3-9 16,0-5-13-16,0-1-30 15,0-2-73-15</inkml:trace>
  <inkml:trace contextRef="#ctx0" brushRef="#br0" timeOffset="4674">3524 365 64 0,'-6'-7'228'16,"6"-4"-251"-16,0 10 43 16,0-2-5-16,2 1-11 15,14 2 0-15,-2 0-1 16,-4 0 15-16,2 0-1 0,1 0-4 16,5 0-3-16,9 0-8 15,4 0-4-15,8 0 1 16,-1-2 0-16,3-2 2 15,4 0-8-15,-2-4 5 16,-1 1 10-16,-1 0-14 16,-5 2 4-16,-3 0-8 15,1 5 4-15,-4-3 6 16,-5 3-7-16,-6 0 6 16,-7-3 10-16,-10 1-7 15,-2 2 12-15,0 0 9 16,0 0 11-16,0-4 5 0,0 4-21 15,0 0-15 1,0 0 8-16,-2 0-6 0,-16 0 8 16,-6 4-8-16,-6 16-4 15,-4 4 8-15,7 2-6 16,7 3-3-16,9 1 7 16,11-4-14-16,0-2 8 15,0-2-4-15,17-4 3 16,8-1-6-16,2-4-7 15,7-4-4-15,-2-4 12 16,4-5-2-16,6 0-7 16,-1 0-10-16,4-7-5 15,-6-13 17-15,-1-2-11 16,-2-1-1-16,-7-1 10 16,5-6-7-16,0 3 3 0,-1-1-17 15,-6 8 24-15,-11 6 12 16,-7 6 1-16,-9 3 14 15,0 2 17-15,0 3-13 16,-11 0-11-16,-14 0-5 16,0 0-2-16,-6 0 4 15,6 5-8-15,0 6-1 16,7 0 12-16,-2-3-10 16,4 5 4-16,-2 4-1 15,5 1 5-15,2 1 5 16,6 6 8-16,5-5-14 15,0 0-3-15,0-5-6 0,2-6 3 16,21-3-3-16,2-6-7 16,5 0-5-16,0 0-10 15,-3-14 9-15,-2 0 18 16,-2-2-3-16,-10 3 4 16,-4-5 8-16,-4 1-6 15,-2-1 0-15,-3 3 5 16,0 5 6-16,0 5 12 15,0 1-6-15,0 4 4 16,0-3 5-16,0 3-7 16,0 0-11-16,0 0-9 15,0 0 0-15,6 0 6 16,0 10-8-16,-1 8 8 16,-3 6 1-16,-2 1-4 0,0 7 10 15,0-2-9-15,0 5-7 16,0-3 8-16,0-4-12 15,0-1 3-15,0 1 0 16,0-1 1 0,0 2-1-16,0 4-1 0,0-3 0 15,0-1 5-15,0 1-6 16,0-5-3-16,0 0 4 16,0-3-1-16,0-4-2 15,0 2 0-15,0-6-1 16,0 1 8-16,0-4-12 15,0-6 4-15,0 4-13 0,0-4-10 16,-2-2 1-16,-15 4-28 16,-2-2 17-16,3-5 6 15,-2 0 11-15,5 0 3 16,1 0 15-16,5 0 2 16,1-12 5-16,6-8 0 15,0-10 1-15,0-2 6 16,0-5-5-16,13-6 8 15,10-2 2-15,4 1-1 16,4 1 2-16,2 6-4 16,3 0-7-16,-6 0 0 15,4-4-10-15,-5 2-2 16,-1 2 4-16,1 2-2 0,-5 5 4 16,-1 6-2-16,-5 0 2 15,-2 10 12-15,2 1-11 16,-5 4 1-16,1 7 6 15,0-2-4-15,-3 4 4 16,3 0-8-16,-6 0 6 16,3 0 13-16,-6 8-14 15,1 12 1-15,0 0 0 16,0 4-3-16,-1-1-3 16,3 2-1-16,0-4-1 15,1-5 5-15,-3-3-12 0,1-6 6 16,1-7 0-1,-2 0-2-15,5 0 12 0,0 0-6 16,6 0-3-16,-1-20 9 16,7-2-11-16,-5-5 1 15,0-6 5-15,0-1-6 16,0-1 1-16,-5 5 5 16,-2 10-7-16,-5 8 12 15,-6 7-4-15,0 5-4 16,0 0 9-16,0 0-2 15,0 0 6-15,0 0-3 16,0 0-3-16,0 9 4 16,0 7-9-16,0-2 5 15,0 4 5-15,2 4-8 16,2 5 5-16,-4 6-1 0,0-1-1 16,0 5 8-16,0-2-18 15,0 0 7-15,0-5 4 16,0-1-8-16,0-1 3 15,0-5-4-15,0 4 0 16,0 0 8-16,0 0-8 16,0 0 0-16,0 0 5 15,0-3-4-15,0-5 1 16,0-2-3-16,-9-4-5 16,-2-3 3-16,-5 3-16 15,-4-4 18-15,-5-1 9 16,3-6-10-16,3-2 5 0,0 0-5 15,-2 0-1-15,3-7 2 16,2-8-13-16,1 0 3 16,4 3 7-16,3 3-9 15,-3 0-21-15,5 4-93 16,1 0-120-16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7:19.22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0 372 3 0,'0'0'73'15,"0"0"-30"-15,0 0-19 16,0 0-8-16,0 0-5 0,0 0 0 15,0 0 9-15,0 0-6 16,0 0-2-16,0 0 6 16,0 0-13-16,0 0 5 15,0 0-6-15,0 0 4 16,0 0 17-16,0 0 2 16,0 0-2-16,0 0 2 15,0 0-14-15,0 0 6 16,0 0-2-16,0 0-7 15,0 0 1-15,0 0-7 16,0 0-1-16,0 0 9 0,0 0-14 16,0 0 4-1,0 0-3-15,0 0-1 0,0 0 8 16,0 0-9-16,0 0 1 16,0 0 8-16,0 0-6 15,2 0 1-15,7 0 3 16,3-7-8-16,-5-2 12 15,4-1-10-15,-2 2 0 16,0-2 6-16,-2 2-6 16,1 4 2-16,4-2 1 15,-1 3-3-15,0-1 6 16,0 1-7-16,3 1 0 0,-1 2 8 16,4 0-7-1,0 0 2-15,2 0-1 0,-6 0 1 16,5 0 3-1,-5 10-5-15,-2 2-4 0,1 1 13 16,-5 1-10-16,2-1 3 16,-7 3 1-16,4-2-6 15,-3 2 13-15,0-3-10 16,-3 4-1-16,2-1 8 16,-2 1-5-16,2 2-1 15,-2-8 1-15,0 2-1 16,0-1 4-16,0-3-8 15,0-3-1-15,0-3 7 16,0 0-7-16,0-3 7 16,0 0 9-16,0 0-5 15,0 0 2-15,0 0-9 0,0-16 1 16,0-4 7-16,0-1-8 16,0 0 4-16,0 3-3 15,0 1 0 1,0-2 6-16,4-2-7 0,1 1 0 15,1 1 7-15,-1-1-8 16,-2 3 4-16,-3-1-1 16,6 4 0-16,-3 2 5 15,5-2-6-15,-1 4-3 16,5-2 6-16,-1 4-3 16,0 1 0-16,0 3 5 15,-2 4-9-15,-2 0 8 0,4 0-6 16,-2 0 2-16,0 0 8 15,1 7-14-15,-2 16 10 16,-2 2-3-16,2 1-1 16,-1 2 7-16,-3-1-8 15,2-3-1-15,-3-1 10 16,2-4-10-16,-2-2 2 16,0-9 2-16,-3-3-2 15,0-2 4-15,0 0-4 16,0-3-1-16,0 0 9 15,0 0-8-15,0 0 2 16,0-6-2-16,0-11 0 0,0-2 4 16,0-2-7-1,0 1 1-15,0 1 9 0,5 4-10 16,6 3 3-16,0-4 2 16,1 4-1-16,-1 2 2 15,2 0-3-15,-1 0 2 16,1 0 4-16,-2 0-10 15,3 0 7-15,-3 3-3 16,0 0 0-16,-3 4 5 16,-2 0-7-16,3 3-1 15,-2 0 12-15,4 0-11 16,0 0 3-16,3 6-1 16,-5 8 1-16,2 6 3 15,-4 2 0-15,2 5 6 0,-3-4-1 16,2 0-8-16,0 0 0 15,-3-1 2-15,4-6 1 16,-3 2-1-16,2-2-4 16,0-2-2-16,1-2 12 15,-1-1-11-15,0-7 3 16,-3 1 0-16,1-5-1 16,-4 0-8-16,5 0 5 15,1 0-2-15,-2-2-7 16,1-16-55-16,-3 2-64 15,0-3-156-15</inkml:trace>
  <inkml:trace contextRef="#ctx0" brushRef="#br0" timeOffset="290">1019 233 209 0,'0'-6'56'0,"0"6"-33"16,0 0 23-16,0 0-28 15,0 0-25-15,0 0 8 16,0 0 2-16,0 0 1 16,0 9 18-16,0 3-4 15,0 6 26-15,0 0-12 16,0 5-13-16,0-4-4 16,0 2-6-16,0 2-7 0,0-3 13 15,0-4-16-15,8-3 2 16,6 0 0-16,-3-6-3 15,0-2 2-15,-2 0-10 16,-4-2-12-16,-5 0 0 16,0-3-44-16,0 0-59 15</inkml:trace>
  <inkml:trace contextRef="#ctx0" brushRef="#br0" timeOffset="515">1068 68 228 0,'-5'-26'42'0,"5"12"-40"15,0 2 23-15,3 1-6 16,8 8-19-16,-3 1-1 15,-5 2-10-15,0 0-28 16,-3 0-74-16</inkml:trace>
  <inkml:trace contextRef="#ctx0" brushRef="#br0" timeOffset="1084">1446 233 153 0,'0'-12'43'0,"0"9"-8"0,0 2 25 15,0-3-5-15,0 4-17 16,0 0-2-16,0-1-16 16,0-2-7-16,0 3 2 15,-2 0-2-15,-3 0 2 16,-1 0-9-16,1 0-7 15,-6 0 7-15,-3 0 0 16,-4 0-5-16,3 9 3 16,-6 15-5-16,6-3 2 15,1 4 1-15,1 3-5 16,1-4 11-16,3 1-12 16,4 0 1-16,-1-2 7 0,6-4-10 15,0-2 4 1,0 1-4-16,9-3-5 0,14-3 7 15,1-3-3-15,1-8 1 16,0-1 4-16,-3 0-3 16,-1 0-3-16,1 0-3 15,-2-5-3-15,3-6 6 16,-2-8-27-16,-2-1-18 16,-2 1-10-16,-6 2-48 15</inkml:trace>
  <inkml:trace contextRef="#ctx0" brushRef="#br0" timeOffset="1797">1797 217 132 0,'0'0'33'15,"0"0"-3"-15,0 0 18 16,0 0-6-16,0 0-19 16,3 4 7-16,-1 17-9 15,-2 0-7-15,0 9 4 16,0 0-8-16,0-3 5 15,0-1-5-15,0-4-11 16,0-6 1-16,0-2 0 16,4-5-3-16,-2-3 6 0,-2-1-6 15,0-4 0 1,0-1 13-16,0 0-3 0,0 0 0 16,0 0-3-16,0-10-7 15,0-11 6-15,-6-2-1 16,1-2-4-16,3 5 11 15,2 3-7-15,0 1 5 16,0 6 4-16,0-4-4 16,0 1 3-16,0 6-5 15,0-3-2-15,0 3 4 16,5-1-8-16,12-2-1 16,2 3 2-16,3 0-2 0,0 1 4 15,-3 5-4 1,-2 1-1-16,-3 0 7 0,0 0-6 15,0 0-3-15,-3 0-4 16,2 0-27-16,3 0-61 16,-1 0-80-16</inkml:trace>
  <inkml:trace contextRef="#ctx0" brushRef="#br0" timeOffset="2316">2241 198 166 0,'-13'-7'33'15,"5"7"24"-15,-3 0 20 16,0 0-35-16,0 0-13 16,-7 0-4-16,5 18 5 15,1 0-20-15,5 3-4 16,5-1 2-16,-2 0-7 16,4 2 5-16,0-2-7 0,0 0 1 15,0-2 7-15,0 0-13 16,6-6 1-16,1-1 3 15,8-2-5-15,4-8 8 16,6-1-5-16,3 0 4 16,-4 0 6-16,2 0-11 15,-10-5 4-15,-2-3-2 16,-9-6 7-16,1 1-2 16,-6 2-1-16,0-7-2 15,0 1 10-15,0-6-11 16,0-1 3-16,0 1 3 15,0-2 1-15,0 5 3 16,-6 6-2-16,-10-2-5 16,0 10 5-16,-4 0-10 15,-3 4-9-15,7 2-27 0,3 0-79 16,2 0-105-16</inkml:trace>
  <inkml:trace contextRef="#ctx0" brushRef="#br0" timeOffset="2892">2698 206 253 0,'-29'0'22'16,"18"0"9"-16,1 0 7 16,1 0-14-16,-2 0-17 15,3 0-1-15,0 3 16 16,-3 5-9-16,-2 2-2 15,-5-4-1-15,2-1-4 16,0 4 6-16,5-6-13 0,0 8 2 16,5-4 3-1,0 3-8-15,6 2 3 0,0-2-5 16,0 0-13-16,0-3 21 16,16-1-7-16,16-1 8 15,4-3 3-15,0 1-4 16,-4 2 1-16,1-1-5 15,-8 7-6-15,-5-4 12 16,-1 3-13-16,-8-1 9 16,-1 0 1-16,-1-2 2 15,-6 0 7-15,0 0-5 16,-3 2-6-16,0-2 22 16,-3 4-11-16,-22-4-10 15,-6 5 9-15,4-1-11 0,2-8 6 16,5 1-5-16,7-4-10 15,5 0-10-15,8-4-70 16,0-16-113-16</inkml:trace>
  <inkml:trace contextRef="#ctx0" brushRef="#br0" timeOffset="3374">3083 176 183 0,'-13'-7'12'0,"11"7"10"15,2 0 19-15,0 0-8 16,0 0-13-16,0 0 0 16,-7 0 29-16,-3 0-17 0,-1 0 2 15,-6 2-10-15,1 14-16 16,2 1 4-16,-6 3-14 15,4 6 0-15,2 2 9 16,6 2-10-16,6-5 6 16,2 0-3-16,0-4-3 15,0 0 5-15,13-8-5 16,20-4-2-16,-1-6 1 16,8-3-13-16,4 0-10 15,-6 0-34-15,5-11 4 16,-5-8-10-16,-8-4-18 15,-2 1-57-15</inkml:trace>
  <inkml:trace contextRef="#ctx0" brushRef="#br0" timeOffset="3794">3387 167 245 0,'0'-10'64'0,"0"5"15"16,0 2 11-16,0 0-58 15,0 3-27-15,-13 0 2 16,-1 0-11-16,-5 0 6 15,0 7 4-15,-1 11-8 16,2 8 6-16,3-2-3 16,4 3 0-16,5 2 5 15,6-3-9-15,0-1-2 16,0 0 8-16,0-6-8 0,23 1 2 16,-1-5-7-1,3-8 7-15,2-2 4 0,-2-2-7 16,-5-3 3-16,1 0 8 15,-4 0-5-15,-3-8 4 16,-1-8 0-16,-2-10-3 16,1 1 5-16,-3-5-8 15,-2 1-1-15,-5-3 8 16,-2 4-7-16,0 9 3 16,0 4 0-16,-5 8-5 15,-17 2 11-15,0 2-10 16,1 3-5-16,3 0 12 15,7 0-14-15,8 0-5 16,3 0-3-16,0 0-12 16,0 0-38-16,0 0-10 0,3 0-43 15</inkml:trace>
  <inkml:trace contextRef="#ctx0" brushRef="#br0" timeOffset="4154">3757 153 216 0,'11'0'41'0,"-2"0"-13"0,2 0 40 15,-2 0-17-15,-2 0 0 16,-3 8-28-16,-2 13-5 15,-2 3 1-15,0 8-4 16,0 7 5-16,0 1-19 16,0 3-1-16,0-3 10 15,0-1-13-15,0-2 6 16,3 2-3-16,5-5 0 16,0 1 3-16,1-2-6 15,-1-3-3-15,-5-3 2 16,-1-3-4-16,1-4 4 15,-3-2-6-15,3-4-6 16,-3-6-10-16,3-4-74 0,-3 0-70 16</inkml:trace>
  <inkml:trace contextRef="#ctx0" brushRef="#br0" timeOffset="4858">3808 284 105 0,'0'-36'3'16,"0"5"21"-16,0 1 6 0,0 4-19 16,0 4 8-16,0 8 29 15,0 3-6-15,7 4-5 16,-1 4 21-16,2 3-14 15,3 0-15-15,6 0-6 16,4 0-18-16,8 0 6 16,3 10-9-16,4 5 3 15,-4 0 2-15,-5 5-2 16,-8-1-1-16,-8 4-3 16,-8-1-2-16,-3 4 10 15,0-3-14-15,0-4 7 16,-3 1 0-16,-16-6 4 15,-4 2-4-15,-1-2 3 16,-1-2-9-16,-2-1 11 16,4-4-15-16,7-5 5 0,2-2 1 15,8 0-4 1,6 0 0-16,0 0-1 0,0 0-16 16,3-4 33-16,19-1-13 15,3-1 2-15,-3 5 0 16,3 1-6-16,-2 0-6 15,-2 0-17-15,-2-4 2 16,-2 2 24-16,0-5-12 16,-1-3 7-16,4-5 8 15,-4-6 1-15,1 0 2 16,-1-2 1-16,-4 0 3 16,1 1 15-16,4 3-10 0,0 1-2 15,-6 9 4 1,-4 1-1-16,-7 8 3 0,0 0 4 15,0 0-5-15,0 0 16 16,3 17-24-16,3 9 3 16,3 5-1-16,-2 1-3 15,4 4-2-15,3-6-2 16,-3-8-2-16,-2-2 4 16,0-8-9-16,-7-5-5 15,0-5-8-15,1-2-43 16,-1 0-116-16</inkml:trace>
  <inkml:trace contextRef="#ctx0" brushRef="#br0" timeOffset="5031">4301 19 291 0,'0'-7'26'0,"-2"5"-25"15,2 0 12-15,0-1-16 16,0 3-7-16,8 0-85 16</inkml:trace>
  <inkml:trace contextRef="#ctx0" brushRef="#br0" timeOffset="5415">4655 109 216 0,'11'0'-6'0,"-4"0"20"16,0 0 9-16,-7 0 1 16,0 0 11-16,0 0-1 15,-16 0-11-15,-9 5-14 16,-4 8 2-16,5 4 10 15,-1-3-13-15,2 4 9 16,8 0-1-16,-6 5-9 16,8-2 4-16,2 4-8 0,3 0 0 15,6-1 8-15,2-1-16 16,0 0 3-16,0-5 9 16,21-2-9-16,4-1 3 15,11-8 4-15,2-2-9 16,4-5 11-16,-3 0-13 15,-6 0 4-15,-3 0-3 16,-3 0-17-16,-9-6-5 16,-5-9-30-16,-10 5-55 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7:26.1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0 321 63 0,'0'-5'36'0,"0"0"-7"0,0 2 11 16,0-3-9-16,0 2 11 16,0 2-2-16,0-3 4 15,0 1-5-15,0 3-15 16,0-4 9-16,0 2-2 16,0 3 1-16,0 0-17 15,0 0-6-15,5 0 14 16,6 0-18-16,14 0-1 15,8 6 6-15,8-3-8 16,6 3 3-16,3-3-1 0,4-3-3 16,0 0 6-1,4 0-8-15,8 0-1 0,3-3 8 16,3-4-8-16,2-1 1 16,1 1 2-16,2 2-2 15,1 2 3 1,-3 3-5-16,-3 0-1 0,-11 0 8 15,-7 0-11-15,-7 0 4 16,0 0 1-16,0 5-1 16,-3-5 4-16,5 0-4 15,1 0 1-15,8 0 7 16,3 0-9-16,-3-11 4 16,0-1 0-16,-8 3-1 15,-11 4 4-15,-12 0-4 16,-14 5-4-16,-13 0 7 15,0 0-22-15,0 0 5 0,0 0 2 16,0 0 12-16,0 0-1 16,-13 5-19-16,-4-3-21 15,0-2-22-15,1 0-57 16,0 0-34-16</inkml:trace>
  <inkml:trace contextRef="#ctx0" brushRef="#br0" timeOffset="423">1601 0 186 0,'0'0'26'0,"0"0"-15"15,9 0 38-15,2 0-13 16,5 12-18-16,0 0-7 16,1-1 0-16,2 1 5 15,1 1-4-15,-2 1-1 16,7 2 4-16,-2 3-8 16,-1 0-4-16,3 5-3 15,0-3-1-15,-1 5 12 0,-1-1-12 16,-7-1 9-16,-2 3 0 15,-8 0-1-15,-4 1 8 16,-2 2-5-16,0 0-2 16,0 0 7-16,0 0-17 15,-13 0 2-15,-8-4 2 16,0 0-4-16,0-4 7 16,-8-4-15-16,7-4-2 15,5-7-31-15,4-7-28 16,4 0-100-16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7:32.77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0 353 0,'0'0'-154'0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7:27.54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16 227 199 0,'-5'-2'25'0,"1"-3"-20"16,4 2 15-16,0 3 6 16,0 0 9-16,0 0 4 15,0 8-2-15,0 12 4 16,0 2-11-16,0 8-2 15,0 2-16-15,0 3-8 0,0-2 4 16,7-2-10 0,4-1-1-16,-4-7 8 0,-1-8-7 15,-3-5 3-15,-3-7-2 16,0-3-6-16,2 0 15 16,2 0-12-16,-1 0-4 15,-1-6 2-15,2-19 1 16,3-10 5-16,-2-6-2 15,6-4-4-15,-2 2 14 16,2 4-10-16,3 2 0 16,-1 8 9-16,1 7-5 15,-1 5 1-15,-4 7 1 16,2 5-6-16,1-1 9 16,3 6-10-16,3 0 2 15,0 0 7-15,5 0-8 0,-7 4 7 16,4 19-3-16,-7 4 0 15,-7 5 4-15,-3 2-8 16,-3 2 2-16,0-1 5 16,0-1-5-16,0-6 0 15,0-6 1-15,0-7-5 16,0-8 8-16,0-5-8 16,0-2 0-16,3 0 5 15,6 0 3-15,4-8-2 16,1-22-2-16,4-3-5 15,0-4 6-15,-3-1-13 16,0 5 3-16,-2 9 11 16,-5 6-6-16,-1 6 4 15,-5 10 4-15,-2-2-4 0,0 4 11 16,3 0-10 0,2 0-5-16,4 0 15 0,4 0-13 15,5 0 3-15,0 11 1 16,0 8-2-16,-5 7 9 15,-2 1-9-15,-5 3-1 16,-4-3 10-16,0 1-12 16,-2-3 3-16,4-6-7 15,1-3-12-15,1-7-19 16,2-4-85-16,3-2-55 16</inkml:trace>
  <inkml:trace contextRef="#ctx0" brushRef="#br0" timeOffset="599">927 208 185 0,'0'-21'18'0,"0"12"30"16,0 1 6-16,0 1-7 16,0 2-3-16,0 2-5 0,0 1-4 15,-4-2-12 1,-9 4-12-16,-6 0 2 0,-6 0-10 16,-3 6-1-1,3 15 0-15,-2 1-5 0,8 2 11 16,2 1-13-16,4 1 3 15,1-4 11-15,10-3-15 16,-1 2 6-16,3-4-2 16,0-1-3-16,0 0 8 15,14-3-10-15,4-3 5 16,7-3 8-16,-2-7-11 16,1 0 1-16,-3 0-10 15,-3-4 2-15,-3-9 9 0,-2-5 0 16,-2-2 1-16,-3-2 7 15,1-5-6-15,-5-1 5 16,0 3 1-16,-1 7 2 16,-3 6 8-16,0 7-15 15,0 3 2-15,0 2 9 16,0 0-12-16,0 0 4 16,0 5 0-16,0 15 0 15,2 8 3-15,4-4-7 16,5 3-4-16,-1-2 13 15,8-6-16-15,-2 2 1 16,-2-8-10-16,3-6-26 0,-7-6-43 16,5-1-84-16</inkml:trace>
  <inkml:trace contextRef="#ctx0" brushRef="#br0" timeOffset="985">1430 217 165 0,'-9'-12'1'16,"4"2"-1"-16,-1 2 12 15,3 4 0-15,1 0 18 0,-4 4 25 16,-8 0-31-16,0 0-7 15,-5 0 1-15,-2 0 11 16,0 4 1-16,2 6-12 16,2 0-11-1,2 4 18-15,1 2-14 0,3-2-1 16,0 6 2-16,-1-3-8 16,4 4 0-16,1 1-3 15,3-2-5-15,4 1 11 16,0 3-15-16,0-6 6 15,17 0 2-15,10-3 2 16,1-2-15-16,5-8-9 16,5-2 0-16,1-3-30 0,3 0-16 15,-4 0-40-15</inkml:trace>
  <inkml:trace contextRef="#ctx0" brushRef="#br0" timeOffset="1517">1712 165 156 0,'-3'0'14'15,"3"0"17"-15,0 5 21 0,0 15-20 16,0 3-1-16,0-1-12 16,0 5-7-16,0 0-2 15,0 1-3-15,0 2-6 16,0-3 2-16,0-3-4 16,0-3-1-16,0-9 8 15,0-4-8-15,0-4 5 16,0-4 4-16,0 0 2 15,0 0-5-15,0 0-10 16,0-9 0-16,0-11 9 0,0-8-7 16,0-1 2-16,0-4 5 15,0-2-3-15,0 6 4 16,-4 7-7 0,2 6 7-16,2 9 11 0,0 1-6 15,0 5 2-15,0-2 6 16,0 1-9-16,0-3-1 15,9 2-4-15,9-2-5 16,6 2 9-16,8 3-14 16,-5 0 0-16,-2 0-3 15,-3 0-17-15,-2 0-5 16,-4 0-6-16,0 0-53 16,2 0-5-16</inkml:trace>
  <inkml:trace contextRef="#ctx0" brushRef="#br0" timeOffset="1930">2194 136 290 0,'0'-3'21'15,"0"1"25"-15,0 2-16 16,-11 0-28-16,-8 0 13 16,-1 7-2-16,-7 10 1 15,0 4 5-15,0 1-11 16,0 2-1-16,3 1-4 15,10 5-7-15,3-2 15 16,6-1-21-16,5 0 11 16,0-6 6-16,0 3-7 0,0-7-3 15,16-1 0-15,6-10-5 16,9-3 13-16,2-3-7 16,-3 0-12-16,0-3 14 15,-5-14-1-15,-2-5 3 16,-10-2 3-16,-2 1-2 15,-5-2 10-15,-3 0-10 16,-3 0-3-16,0 8 11 16,0-1 2-16,0 9-3 15,0-2-1-15,-12 4-7 16,1 0 9-16,-2-1-10 16,1 1-3-16,4 2 7 15,1 2-9-15,1 0-10 0,3 3-23 16,3 0-50-1,0 0-89-15</inkml:trace>
  <inkml:trace contextRef="#ctx0" brushRef="#br0" timeOffset="2440">2707 133 207 0,'-25'-8'54'16,"12"8"-31"-16,-1 0 35 15,1 0-11-15,-4 0-25 16,4 0 1-16,-7 0-19 15,0 11-3-15,1-1 7 16,2-1-7-16,7 6 0 16,1-6-2-16,1 7 1 15,6-2 5-15,-1-1-8 16,3 4-6-16,0 1 11 16,0 0-10-16,16-1 2 0,9-2 0 15,2-3 3 1,4 1 12-16,-1-5-9 0,1-1 0 15,-6 0 10 1,-7-2-6-16,2 0 2 0,-6-1 0 16,-5 0-5-16,-5-4 8 15,-4 0-11-15,0 2 7 16,0 1 17-16,-25 0-20 16,-7 6-2-16,-10 0 0 15,-1 2-1-15,7-4 1 16,3-4-16-16,7-1-21 15,13-2-22-15,9 0-55 16</inkml:trace>
  <inkml:trace contextRef="#ctx0" brushRef="#br0" timeOffset="2860">3166 168 322 0,'-8'-8'2'0,"-11"6"22"16,-4 2 5-1,8 0-14-15,-3 0-7 0,0 0-4 16,0 12 9-16,4 1 9 16,-4 2-9-16,0-4 2 15,2 7 7-15,-4 0-14 16,4 4-5-16,-1 3 0 16,7 0-2-16,7 0-1 15,3 0-1-15,0-3-4 16,3-1 8-16,22 0-8 15,2-9 2-15,3-1-2 16,6-7-6-16,2-4-3 0,2 0-32 16,-2 0-47-16,-4 0-6 15,-5-12 2 1</inkml:trace>
  <inkml:trace contextRef="#ctx0" brushRef="#br0" timeOffset="3296">3407 185 156 0,'-4'-2'118'15,"-7"-2"-108"-15,-3 4 44 16,3 0 2-16,-3 0-25 16,3 6-12-16,-2 14-6 0,-1 2-1 15,3 1 10 1,0 2-20-16,3 2 1 0,-1-2-3 15,7-3-1-15,2 1 2 16,0-3-8-16,0-5-3 16,5-3 11-16,22-3-6 15,5-6 0-15,1-3-7 16,-1 0-5-16,-1 0 2 16,-6-3 10-16,-7-11 6 15,-3-2 9-15,-10-3-3 16,1 2 1-16,-6-5 4 15,0-4-9-15,0 4 3 16,0-1-1-16,-3 6-9 16,-20 4 19-16,-4 7-15 0,0 3 2 15,2 3 1 1,3 0-4-16,5 0-2 0,9 0-12 16,5 0-14-16,3 0-1 15,0 0-43-15,0 0-16 16,17 0 3-16</inkml:trace>
  <inkml:trace contextRef="#ctx0" brushRef="#br0" timeOffset="3647">3713 125 212 0,'0'6'26'0,"0"6"-23"16,0 5 24-16,0 6 7 15,0 2-9-15,0 2 1 16,0-2 20-16,0 2-5 16,0 3-3-16,0 0-26 15,0 2 1-15,0-1-7 16,0-1-4-16,0 6 0 15,0-4-3-15,0-2 1 16,0 1 4-16,0-1-5 0,0 0-4 16,3-1 4-1,-1-7-7-15,1 0 3 0,0-5-14 16,-3-2-15-16,0-5-21 16,0-2-24-1,0-5-35-15</inkml:trace>
  <inkml:trace contextRef="#ctx0" brushRef="#br0" timeOffset="4372">3680 314 178 0,'0'-22'5'15,"0"5"30"-15,15 2 7 16,0 2-19-16,-1 1 0 16,-4 4 9-16,5-2 1 15,-4 2 3-15,5 4-11 16,3 2-2-16,4 2-15 16,-4 0 4-16,0 0-4 15,0 0-4-15,-2 10-2 16,0 4 4-16,-1 6-4 15,-5-2 8-15,-6 1-13 16,-5 2 7-16,0-7-2 16,0 4 3-16,0-1 3 0,-21 1-6 15,-7-1-3-15,-8 1 6 16,-5-4-5-16,2-1-6 16,6-4 8-16,8-4-6 15,11-2-10-15,5-3-4 16,9 0-14-16,0 0 5 15,0 0-38-15,7 0 49 16,15 0 21-16,6-8-4 16,-4 2-1-16,6 0 4 15,1-1-6-15,-4-1 8 16,1 2-9-16,0 0-4 16,-7-1 2-16,2-4-16 0,-4 2 6 15,4-6 4-15,-4-3 2 16,-2-2 19-1,2-5-10-15,5-1 4 0,1-4 18 16,0 4-10-16,-3 7 8 16,-8 4 9-16,-6 10-5 15,-8 3 2-15,0 2-7 16,0 0 2-16,0 0 0 16,0 3-12-16,0 16 3 15,0 3 0-15,0 3-9 16,0 5 10-16,0-3-12 15,0 0 1-15,0 1 4 16,0-6-5-16,0-3-2 0,0-1 1 16,0-6-7-1,0-1 1-15,0-7-29 0,3-4-35 16,-1 0-83-16</inkml:trace>
  <inkml:trace contextRef="#ctx0" brushRef="#br0" timeOffset="4593">4213 4 264 0,'0'-3'5'0,"0"3"-12"0,0 0 13 16,0 0-4-16,11 0 3 15,3 0-10-15,-3 0 5 16,-1 0-17-16,-1 0-67 16</inkml:trace>
  <inkml:trace contextRef="#ctx0" brushRef="#br0" timeOffset="4996">4598 165 211 0,'12'0'29'0,"-1"0"-15"15,-5 0 47 1,1 0-22-16,-4 0-6 0,1 0-3 16,-4 0-1-16,0 0 21 15,0 0-32-15,0 0-14 16,0 0 12-16,-4 0-16 15,-12 0 3-15,0 0-1 16,-9 0-3-16,-4 5 5 16,2 4-7-16,0 5 1 15,5 1 8-15,2 2-8 16,4 1 1-16,7-1 1 16,4 3-5-16,5 2 7 0,0-2-8 15,0 2 1-15,5-2 12 16,13-4-12-16,3 2-2 15,7-2 2-15,-1-4 5 16,7-4 5-16,-5-3-9 16,3-4 0-16,-3-1-4 15,-4 0-10-15,-5 0-44 16,-7 0-75-16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22.37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 17 337 0,'-11'-7'81'16,"4"-1"-70"-16,7 6 38 16,0 2-10-16,0 0-39 15,0 0-1-15,0 0-1 16,0 0-9-16,0 0 0 15,0 0-5-15,-2 0-10 0,2 0 6 16,0 0-92-16,0 2-66 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22.0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36 37 94 0,'0'-2'50'0,"-6"0"-29"15,2 2 15-15,-5-2-4 16,3 2-12-16,0 0-3 16,4 0 8-16,-1 0 0 15,3-3-14-15,0 3 10 16,0 0-6-16,0-2 9 15,0 2 5-15,0 0-13 16,0 0-2-16,0-3-1 16,0 3-8-16,0 0 10 15,0 0-10-15,0 0-2 16,0-3 6-16,0-2 1 0,8 3 1 16,3-3-6-16,-2 2 0 15,-7 1 8-15,0 0-13 16,2 2 2-16,-1 0 2 15,-3 0-5-15,2 0 3 16,1 0-1-16,0 0-1 16,-3 0 9-16,0 7-5 15,0 8 0-15,0 5-3 16,0 0 0-16,0 5 2 16,0-3-4-16,0-1 0 15,0-5 8-15,0-2-12 16,0-1 7-16,3-2-1 0,6 1-1 15,-4-2 1 1,3-3-4-16,0 0 0 0,1-4 4 16,-1 0-9-16,3-3-4 15,0 0-1-15,6 0-18 16,-1-13-14-16,4-10-89 16,-4 1-103-16</inkml:trace>
  <inkml:trace contextRef="#ctx0" brushRef="#br0" timeOffset="1836">677 75 68 0,'-17'-20'83'0,"6"8"-69"16,5 4 32-16,-2-1 4 15,0 1-5-15,3 3-5 16,-1 2 10-16,-2 1-17 0,-7-1-21 16,2 3-1-16,-4-2-5 15,-2 2-7-15,5 0 10 16,-2 0-13-16,-1 0 4 16,0 0 2-16,4 0-1 15,-3 0-1-15,1 2-1 16,1 11 1-16,1 2 6 15,-4 2-9-15,6 3 3 16,0 3 3-16,6 1-5 16,-1 1 4-16,6-3-3 15,0 1-1-15,0-6 4 16,0-4-5-16,18-6-1 0,6-7 6 16,6 0-4-16,-6 0 3 15,4-5-1-15,-6-14-1 16,-2 1 7-16,-1-4-8 15,-2-4 0-15,-1 2 6 16,-5 2-4-16,-2 1 2 16,-1 7 1-16,-2 1-8 15,-4 6 16-15,1 2-10 16,-3 5 3-16,0 0 3 16,0 0 0-16,0 0-5 15,0 0 1-15,0 0-4 16,0 0 6-16,0 0-8 15,0 0 7-15,2 5 3 0,2 7-5 16,-2 8 2 0,-2 0-2-16,0 5-2 0,0 2 7 15,0 3-11-15,0 0 3 16,0 0 9-16,0 3-12 16,0 3 6-16,3-1-2 15,3 0-3-15,-1-1 8 16,0 4-9-16,-1 3-5 15,-2 1 4-15,-2 1-5 16,0-5 3-16,0-6 6 16,0-5-5-16,0-2 11 15,0-5-10-15,0-5 3 16,-6-5 6-16,-2-1-7 0,0-3 4 16,3-4-1-16,-4-2 0 15,4 0 4-15,-4-8-8 16,1-14 3-16,5-5 8 15,1-3-3-15,2-2 3 16,0 0-2-16,0-3-1 16,0 0 4-16,0-1-8 15,0 2-1-15,7 0 5 16,8-1-6-16,1 1 5 16,9-4-6-16,-3-2 2 15,5-2 5-15,-1-2-4 16,-4 1-6-16,0 3 8 0,-5 10-5 15,-4 8 2 1,-2 7 0-16,-2 8-2 0,-4 2 8 16,3 5-9-16,0 0 2 15,3 0 6-15,6 0-6 16,0 0 4-16,5 12-4 16,-4 1 2-16,2 4 5 15,-4 2-5-15,-5 2-2 16,-4 0 7-16,-7 3-2 15,0-2-4-15,0 0 3 16,0-4-2-16,0-5 5 16,0-2-10-16,0-5-1 15,0-6 8-15,0 0-5 16,0 0 3-16,0 0 0 0,0 0-1 16,0-28 5-16,2-4-8 15,12 2 2-15,-1 3 6 16,-4 9-6-16,0 7 3 15,-4 10 0-15,1-2-1 16,-1 3 7-16,3 0-9 16,4 0-1-16,-2 0 10 15,1 0-6-15,4 0 0 16,1 0 0-16,-2 4-1 16,1 5 4-16,0-2-5 15,-4 3-2-15,-1 2 7 16,-1 4-5-16,0-2 2 15,-6 4 0-15,-3-1-4 0,0-2 3 16,0-4-14 0,0-2-20-16,0-4-10 0,5-2-142 15</inkml:trace>
  <inkml:trace contextRef="#ctx0" brushRef="#br0" timeOffset="3102">1527 48 121 0,'0'-5'67'0,"0"2"-39"15,0 0 47-15,0 3 12 16,-2 0-43-16,-7 0-3 16,-2 0-27-16,-9 0-1 15,1 8 1-15,0 12-7 16,0 0 4-16,6 2-9 16,1 1 0-16,3-4 9 15,7 4-12-15,-2-1 3 16,4-2 0-16,0 0-3 0,0 0 0 15,0-3-8-15,0-4-4 16,0-3 10 0,18-6-3-16,4-4 2 0,3 0 3 15,-4 0 0-15,-2-4 2 16,-4-11-3-16,-4 0 1 16,-3-2 7-16,0-9-6 15,-2-1 0-15,3-3 0 16,-4 0 0-16,-1 6 3 15,-4 3-3-15,0 9-1 16,0 5 8-16,-13 2-7 16,-8 5-1-16,-4-2 1 15,3 2-1-15,4 0 2 16,11 0-2-16,1 0-2 16,6 0 6-16,0 0-7 0,0 0-2 15,0 0 3-15,6-4 2 16,19 4 2-16,-1-4-1 15,3 2-2-15,3-1 4 16,-3 3-4-16,-6 0 2 16,1 0 1-16,-6 0-1 15,1 0 2-15,0 0-3 16,-4 0 0-16,-2 9 6 16,1 7-6-16,-1-2 2 15,-3 4 4-15,0 2-5 16,1-5 3-16,2 3-5 15,0-4 0-15,0 2 6 0,-4-2-5 16,2-4 0-16,-3 0 1 16,-1-5-1-16,-5-4 3 15,3 3-3-15,-3-4 1 16,0 0 13-16,0 0 2 16,0 0-10-16,0 0-1 15,0-20-5-15,0-4 2 16,0-2-3-16,0-4 1 15,3 3 6-15,3 3-8 16,-2 8 3-16,3 4 0 16,-7 10 5-16,2-1 3 15,-2 3-4-15,0 0-2 16,2 0 2-16,7 0-7 16,0 0 3-16,5 0-1 0,-1 3-1 15,1 7 4-15,-1 2-9 16,5-2 4-16,-5 2 6 15,1-2-7-15,2-5 4 16,4-2 0-16,-2-3-1 16,5 0 4-16,2 0-4 15,-3 0-2-15,-5-14 8 16,-4 6-8-16,-2-2 3 16,-5-2 0-16,-6 6 2 15,0-4-2-15,0 5 2 16,0 0-5-16,0 0 8 15,0 0-8-15,0 1 3 16,-6-1-1-16,1 2-1 0,-6 3-1 16,-3 0-5-16,-2 0-1 15,-6 0 12-15,2 12-6 16,4 8 4-16,3 0 1 16,1-2-3-16,6 1 3 15,3 0-2-15,3 2-2 16,0-4 5-16,0-1-5 15,0-7 0-15,0 4-3 16,14-6-1-16,3 0-3 16,2-1 0-16,1-6-12 15,2 0 4-15,0 0-61 16,-1 0-119-16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27.3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160 412 106 0,'0'-5'47'15,"0"-2"-41"-15,0 2 25 16,0 0 0-16,0 3 6 16,0-4 20-16,0 4-2 15,0-4-16-15,0 0-17 0,0-2 0 16,0 4-15-16,0 1 3 15,0 3 7-15,0 0-7 16,0 0 10-16,-2 0-15 16,-19 0-7-16,-1 0 6 15,-3 0-5-15,7 6 3 16,-2 3-2-16,6 0 0 16,1 4 4-16,2 1-8 15,5 0 1-15,0 3 11 16,6-3-12-16,0-1 3 15,0 3 0-15,0-5 0 16,0 0 4-16,14-2-6 16,6-3 2-16,2-3 4 15,-1-3-6-15,4 0-1 16,-3 0 6-16,3-3-9 16,-3-15 12-16,1-7-7 0,-1-3-2 15,3-4 6-15,-4-5-7 16,2-8 1-16,-4-4 0 15,-5-3 2-15,-3 4 5 16,-6 7-7-16,-1 5 4 16,-4 9 7-16,0 8-5 15,0 3 3-15,0 4 1 16,0 4-7-16,-7 3 7 16,5 2-5-16,0-1-1 15,2-1 10-15,-4 0-10 16,4 0 6-16,0 2-3 0,0 3-1 15,0 0 3-15,0 0-4 16,0 0-3-16,0 0 5 16,0 6-4-16,0 18 5 15,0 6 0-15,0 6 1 16,0 3 2-16,0 4-3 16,0 4-3-16,0-1 8 15,0-1-10-15,0-3 2 16,0-2 0-16,4-2-4 15,17-4 4-15,5-1-6 16,3-10 4-16,1-3 6 16,-1-1-11-16,1-8 5 15,-3-2 0-15,-5-2-5 16,-2-4 5-16,-2 0-6 16,0-3-3-16,-2 0 8 0,1 0-4 15,-1-13 0-15,1-7-1 16,-4-3 2-16,-2-7 4 15,1-4-1-15,-3-1-2 16,1 0 8-16,-5 9-5 16,-2 8 2-16,-3 6 1 15,0 5 2-15,0 3 1 16,-5 4-5-16,-8 0 0 16,-8 0 7-16,3 0-7 15,-2 5 1-15,1 10 1 0,4 2-2 16,2 3 3-1,8 2-4-15,2 3-1 0,3 0 9 16,0 1-7-16,0-6-2 16,0-4 3-16,21-1-2 15,10-5 1-15,5-2-4 16,3-8-1-16,2 0 6 16,-2 0-5-16,-3 0-1 15,-1-8-2-15,-4-11-6 16,-4-9 0-16,1-2 0 15,-3 0-9-15,0-7 4 16,0-5-34-16,-3-7-23 16,3-4 39-16,-4 1 24 15,0 13 12-15,-10 6 10 16,-4 10 15-16,-7 13 45 0,0 4-13 16,0 3-25-16,0 0-7 15,0 3 2-15,0 0-13 16,0 0-9-16,0 0-1 15,0 0 8-15,0 0-10 16,0 0 7-16,-3 6 3 16,-1 10-3-16,0 10 5 15,4 4-5-15,0 4-4 16,0 1 4-16,0 3-9 16,0-1 2-16,4 2-2 15,3 1 0-15,-1-3-1 16,-3-5-8-16,0 1-9 0,-1-9-3 15,2-4-8-15,-4-5 10 16,2-9-1-16,0-6-7 16,-2 2-22-16,3-2-120 15</inkml:trace>
  <inkml:trace contextRef="#ctx0" brushRef="#br0" timeOffset="1006">874 375 163 0,'0'-5'31'15,"18"3"13"1,9 2 20-16,4 0-6 0,-4 0-22 15,0 0-13-15,-2 0-8 16,3 0-11-16,5 2-2 16,5 2-4-16,9-3-5 15,10 4 1-15,3-5-23 16,6 0-27-16,-6 0 24 16,-1 0-7-16,-12 0 25 15,-15 0 12-15,-7 0 6 16,-11-3 7-16,-3 3 1 15,-5 0 6-15,-3 0-6 0,-1 0 0 16,0 0-2-16,-2 0 17 16,0 0 3-16,0 0 7 15,0 0-20 1,0 0-2-16,0 0 0 0,-2 0-9 16,-11 0 7-16,-6 5-4 15,2 1-1-15,-8 4 7 16,-3 4-5-16,-3 2-1 15,1 0 1-15,3 0-4 16,5 3 2-16,8-3-9 16,3-2 1-16,5 4 5 15,6-6-10-15,0 0-4 16,0-3 9-16,17-7-2 0,8 0 1 16,3-2-10-16,1 0 4 15,3 0 8-15,-8 0-9 16,-4-10 7-16,-7-3 3 15,-5-1-2-15,1-4 3 16,-1-2-2-16,0-2-2 16,3 3 8-16,-5 1-6 15,-1 6 3-15,-5 6 7 16,0 4 1-16,0 2-3 16,0 0-7-16,0 0-3 15,0 0 9-15,0 0-10 16,0 6 4-16,0 8 1 0,0 0-4 15,0 2 4-15,0 2-5 16,0-7-1-16,0 0 7 16,0-2-15-16,2 1 6 15,7-2 0-15,5-5-3 16,3-3 5-16,2 0-2 16,1 0-10-16,-4 0 2 15,0-11-5-15,-1-6 1 16,-1 0 6-16,-1-3 9 15,-4-1 2-15,-6 5-1 16,-1 0 2-16,-2 8 13 16,0 2 5-16,0 6 2 15,0 0 0-15,0 0-5 0,0 0-10 16,0 0-6-16,0 0-1 16,-5 12 7-16,-1 8-7 15,0-2 3-15,0-1 2 16,4 3-2-16,2-5-2 15,0 3-7-15,0-9-6 16,2-2-5-16,19-3-16 16,-3-4-5-16,2 0-68 15,-4-14-179-15</inkml:trace>
  <inkml:trace contextRef="#ctx0" brushRef="#br0" timeOffset="1256">1826 125 153 0,'-2'-4'87'0,"0"4"-52"15,2 0 59-15,0 0-43 16,-2 0-39-16,2 0-7 15,0 0-5-15,0 0 3 16,0 0-6-16,0 0-5 16,0 6-25-16,0-4-78 15,0 3-110-15</inkml:trace>
  <inkml:trace contextRef="#ctx0" brushRef="#br0" timeOffset="1975">1826 125 192 0,'123'-13'93'16,"-123"13"-59"-16,0 0 23 15,0 0-24-15,0 0-16 16,0 2 9-16,0 13-10 0,0 4 20 15,0 0-18-15,-3 5-3 16,-6 6 3-16,-1 3-9 16,4-2-6-16,-2-1-1 15,5 0-4-15,3 0 6 16,0-5-5-16,0 5-1 16,0-8 3-16,0 0-2 15,0 1 0-15,0-1-1 16,0-7-7-16,0 0 7 15,0-4-14-15,0-2 6 16,3-3 2-16,3-4-3 16,2 2-5-16,-3-4 9 15,0 0-3-15,4 0 15 0,2 0-10 16,2-4 4 0,5-4 5-16,-4-7-5 0,2 2-1 15,-3-4 2-15,1 2-1 16,-3 1 5-16,0 1-6 15,-2 1 1-15,-4 2 4 16,4-2-4-16,2-2 1 16,2 0-1-16,1 4 1 15,0 0 4-15,0 5-8 16,-1 0 2-16,2 1 6 16,-5 4-6-16,-1 0 3 15,4 0 0-15,-1 0-2 0,1 0 9 16,-2 0-9-16,3 7 2 15,-3 4 2-15,-5-3-2 16,-1 5 1-16,1-1-2 16,-6 0-2-16,0 1 5 15,0-3-6-15,0 3 1 16,0-3 5-16,-15 3-3 16,0-2 1-16,-2-3-1 15,4 3-2-15,-2-10 9 16,7-1-13-16,2 0-2 15,4 0-22-15,2 0-142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32.61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72 5 216 0,'0'0'53'0,"0"-3"-38"15,-4-3 55-15,4 6-28 16,0 0-30-1,0 0 11-15,0 0-6 0,0 0-3 16,0 0 0-16,0 0-7 16,0 0 10-16,0 0-6 15,0 12-5-15,0 2 2 16,0 3-3-16,0 6-5 16,0 1 5-16,0 4-2 15,0 2-1-15,0 2 0 16,-9-1-4-16,-5 3 6 15,1-8-7-15,1 0-13 16,1-10-39-16,2-5-198 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34.02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18 300 182 0,'-11'0'38'16,"5"0"-37"-16,6 0 23 16,0 0-2-16,0 0 19 15,0 0 8-15,0 0-10 16,0 3-6-16,0 12-19 15,3-1 1-15,6 7-6 0,-2 1-7 16,2 5 7-16,-1-1-10 16,0-4 1-16,1 0 2 15,-5-6-2-15,0-7-1 16,-1-5 1 0,-1 2 0-16,-2-6 5 0,0 0-9 15,0 0 2-15,0 0 6 16,0 0-5-16,0 0 2 15,0 0-1-15,0-13-1 16,0-14 4-16,0-1-5 16,0 1 0-16,3 0 7 15,3 2-8-15,-3 5 7 0,-1 3-2 16,1 4 0-16,0 6 7 16,-3-1-9-16,3 6 1 15,-3-3 8-15,0 4-9 16,0 1 3-16,0-4-2 15,0 1-2-15,8 1 5 16,6-1-7-16,4 1 2 16,7 2 3-16,9 0-4 15,-3 0 4-15,5 0-3 16,-4 5-3-16,2 0 6 16,-1 0-5-16,3 0-2 15,0-1 6-15,-1-4-6 16,1 0 2-16,0 0-4 15,-3 0 3-15,1 0 6 16,-2-4-11-16,-6-6-1 16,-5 2 7-16,-7 2-1 0,-3-2 1 15,-5 0 1-15,-1 1 1 16,-5-6 3-16,0 4-3 16,0 1 0-16,0-2 5 15,0 2-4-15,0-1 2 16,0 1 3-16,-11 6 5 15,-5 2-1-15,-4 0-8 16,-5 0 0-16,4 5 2 16,-4 12-1-16,5-2-1 15,1 0 0-15,0 5 2 16,5-1-1-16,3 2-2 0,2 1-2 16,7-3 8-16,2 4-5 15,0-1-1-15,0-1-1 16,0-2 0-16,11-4 2 15,3-5-6-15,-1 0 0 16,7-3 5-16,7-5-4 16,3-2-4-16,6 0-18 15,0 0-120-15</inkml:trace>
  <inkml:trace contextRef="#ctx0" brushRef="#br0" timeOffset="1960">1227 372 42 0,'0'-4'64'0,"0"4"-58"16,0-3 42-16,0 0-7 15,0 1-8-15,0-3 1 16,0 3 6-16,0 2-9 16,0-3-11-16,0 3-6 15,0 0-7-15,0 0-3 16,-5 0 13-16,2 0-18 16,-5 0 5-16,1 0 3 15,3 0 4-15,-2 0-1 0,1 0-7 16,-1-2-2-16,0-1 9 15,1 3-8-15,-1-2 5 16,-5 2 3 0,0-3-5-16,-5 3 0 0,-1 0-3 15,-2 0-2-15,-4 0 7 16,5 13-10-16,-2 4 5 16,0 0 0-16,2 6-6 15,1-1 9-15,0 4-5 16,4-5-2-16,7-1 7 15,3-1-8-15,3-3 2 16,0 1 1-16,0-4-5 16,20-6 5-16,9-2-1 15,7-5-1-15,0 0 6 16,-2 0-7-16,0-15 2 0,-7-2 2 16,-5-6-4-16,1-1 2 15,-8-6-8-15,-3-8 4 16,-3-4 7-16,-5-5-7 15,-4-2 5-15,0-7 1 16,0 2-3-16,0 4 3 16,0 8-3-16,0 10 1 15,0 9 6-15,0 6-7 16,0 4 2-16,0 9 5 16,-2 1-1-16,2 3 4 15,0 0-5-15,0 0 0 16,0 0 6-16,0 0-8 0,0 0 16 15,0 3 7-15,0 14-7 16,0 10 3-16,0 6-1 16,2 4-16-16,-2 8 4 15,2-3-8-15,1 5 1 16,1-4 5-16,1-2-5 16,4-1 1-16,-2-2 1 15,4-3-6-15,-2-3 10 16,2-5-8-16,0 0-2 15,3-4 0-15,2-6-1 16,1-1-3-16,2-7-4 16,3-6 2-16,-2-3 7 0,1 0-13 15,-1 0 9-15,0-12 7 16,-4-14-4-16,-2 1 1 16,-1-7-2-16,-1-8-2 15,-4 4 5-15,1 2-4 16,-7 10 3-16,-2 14 7 15,2 5 0-15,-2 5 3 16,0 0-3-16,0 0 0 16,0 0 2-16,0 0-5 15,0 0 0-15,0 0 4 16,0 2-3-16,0 13 4 16,0 7-3-16,0 1 0 15,0 5 3-15,0-1-6 16,0-8-2-16,6 4 2 15,9-10-2-15,3-4-2 0,2-1 0 16,2-3-4-16,-3-3 6 16,1-2-2-16,-2 0-2 15,0 0 6-15,-5-7-4 16,-2-8 5-16,3-5 1 16,-3-12-8-16,0 0 7 15,3-3-9-15,-9 8 4 16,-3 9 6-16,-2 13 1 15,0 2 1-15,0 3-2 16,0 0 2-16,0 0 3 0,-7 0-10 16,-1 3 3-1,-1 12 3-15,4 4-2 16,2 2 0-16,3 6 1 0,0-2-4 16,0-4 9-16,0-5-12 15,14-6 1-15,2 3-4 16,1-6-1-16,0-5-11 15,-1-2-18-15,4 0-139 16</inkml:trace>
  <inkml:trace contextRef="#ctx0" brushRef="#br0" timeOffset="2591">2114 310 243 0,'-15'0'37'16,"8"0"46"-16,1 0-26 15,-6 0-45-15,2 0-6 16,-4 3-3-16,-5 9 1 15,5 6-1-15,-4-4 11 16,3 4-7-16,3 1 1 16,4 2 2-16,3 1-6 0,3 0 1 15,2-2-3-15,0 2-3 16,0-4 2 0,0-3-8-16,2 0-5 0,17-6 9 15,6-1-4-15,1-5-2 16,3-3 1-16,5 0-9 15,-4 0-8-15,6-3-10 16,-6-9-12-16,-3 2 4 16,-2 0 15-16,0-3 18 15,-5-1 10-15,-1-5-2 16,-2-8 13-16,-1 3-7 16,-5-3 1-16,-6 4 0 15,1 4 5-15,-6 4 26 0,0 7 5 16,0 3 3-1,0 5-6-15,-17 0-33 0,-2 0-3 16,2 3 7-16,1 11-9 16,2 4 3-16,3 5-1 15,0-4 1-15,6 6 2 16,1 0-5-16,4-4-1 16,0 0 8-16,0-3-6 15,0-6-3-15,15-2-1 16,10-5 0-16,5-2-7 15,3-3-11-15,1 0-32 16,0 0-68-16</inkml:trace>
  <inkml:trace contextRef="#ctx0" brushRef="#br0" timeOffset="3512">3292 47 238 0,'0'-8'37'0,"-5"1"-1"16,-8-3 49-16,1 5-55 16,1 2-20-16,2 3-2 15,-7 0 2-15,-3 0-4 16,-9 0 1-16,1 0 5 16,2 0 9-16,1 8-1 15,6 2-14-15,2-3 1 16,-1 6 4-16,3 3-7 15,0 0 4-15,3 7 4 16,6 4-3-16,3 3 3 16,2 7-4-16,0 5 0 0,0 3 1 15,0-1-9-15,2 4-1 16,9 0 3 0,-3 1-3-16,0 1 2 0,1-6-1 15,-1 2-3-15,-2-3 4 16,-1-5-7-16,-1-3 0 15,-4-3-1-15,0 0 0 16,0-7-7-16,0-3-11 16,0-4-11-16,-4-10 7 15,-4 0-2-15,-5-7-40 16,-2-1-111-16</inkml:trace>
  <inkml:trace contextRef="#ctx0" brushRef="#br0" timeOffset="5005">2895 474 228 0,'-4'-5'39'15,"2"0"-7"-15,2 2 44 16,0 3-59-16,0 0-15 15,6 0 6-15,16 0 10 0,-1 0-12 16,2 0-3 0,-1 0 6-16,3 0-4 0,2 0-2 15,1 0 0 1,5 0-2-16,3 3 4 0,5 5-5 16,3 2 0-16,-2-1 9 15,0 1-11-15,-9-2 3 16,-6 4-1-16,-4 1 0 15,-13 4 6-15,-1-2-8 16,-7 3 2-16,-2 1 12 16,0 1-12-16,0-2 1 15,0-6 0-15,0 1-1 16,0-8 5-16,-2 1-5 16,-4-6 2-16,-5 0 2 15,0 0-5-15,0 0 2 16,2-6 4-16,9-17-6 0,0-4-2 15,6-10-1-15,24 4-7 16,4 0 11-16,4 4-8 16,-2 12 2-16,-3 4 8 15,-5 8-2 1,-8 1 1-16,-4 1-3 0,-5 3 0 16,-6 0 5-16,6 0-6 15,-2 0-10-15,7 0-19 16,-3 0-31-16,5 0 19 15,-10 0 23-15,-2 0 15 16,-6 0 16-16,0 5 4 16,0 2 31-16,0 3-2 15,-14 9-16-15,3 0-9 0,2 1-11 16,5-3-5-16,1 0 3 16,3 1-6-16,0-6 0 15,0-2 0-15,18-2 1 16,5-3 1-16,-1-5-5 15,-4 0 3-15,3 0 7 16,-6 0-8-16,3 0 2 16,-8-5 0-16,-2-8 2 15,1 1 0-15,-6-3 0 16,-1 0-3-16,-2-3 9 16,0-4-9-16,0 5 2 15,-5-6 0-15,-12-1 1 16,-2 8-1-16,6 6 0 0,-4 3-1 15,6 2 8-15,0 5-10 16,0 0 1-16,5 0 1 16,1 0-8-16,-2 0-2 15,5 0-7-15,2 0-7 16,0 0 18-16,0 3-5 16,11 2 8-16,12-3 6 15,2-2-5-15,2 2 4 16,-3 2-2-16,4 0-3 15,1 1 8-15,0 0-5 0,-1 0 2 16,2 2 2 0,-3 0-1-16,-4 6 3 0,-1 1-3 15,-5-3-4-15,-7 8 6 16,-1-3-3-16,-9 4-1 16,0-5 2-16,0 3 2 15,0-4 7-15,-6-1-9 16,-7-6-2-16,2-2 5 15,5-5-7-15,0 0 2 16,6 0-1-16,0 0-2 16,0-9 2-16,0-17-2 15,18-4-2-15,4-4 8 16,-4-2-8-16,2 12 3 16,-6 4 3-16,-3 10 1 15,-6 7-1-15,1 3-1 16,-3 0-3-16,6 0 7 0,-5 8-8 15,5 9 2-15,-4 3 3 16,-2-2-1 0,0 3 0-16,-3-8 0 0,3 5 0 15,-1-3 3-15,1-5-6 16,-3 0-1-16,0-7 6 16,0-3-6-16,0 1 4 15,0-1-3-15,0 0 1 16,2 0 4-16,4 0-7 15,-1-1 1-15,13-17 4 16,-2-7-2-16,6-1 2 0,0-3-1 16,-3 9-4-1,-5 3 11-15,-5 12-5 0,-3 5 4 16,-4 0-3-16,5 0 4 16,2 0-6-16,-3 17 1 15,4-2-2-15,-1 5 6 16,-1-5-7-16,4-2 2 15,-1 1 3-15,-4-4-2 16,-1 0-1-16,-3-2-4 16,-3-3-2-16,3-3-9 15,-3-2-64-15,2 0-186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41.37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371 32 172 0,'-11'0'10'0,"6"0"6"16,5 0 9-16,0 0-8 15,0 0-14-15,0-2 4 16,0-4 13-16,0 6-3 15,0 0 33-15,0 0-6 16,0 0-7-16,0 0-9 16,0 0-18-16,0 0-1 15,0 0 5-15,-2 0-7 16,-7 0-5-16,-2 0 2 16,2 0-3-16,-2 0 11 15,-3 0-2-15,3 0-7 16,-2 3 5-16,1 2-1 0,-1 3-5 15,-6 2 3 1,0-3-4-16,-4 6 4 0,-2 0 0 16,1 1 1-16,1 2 3 15,2-3-4-15,1 5 1 16,4-3-5-16,1 7 0 16,2 3 6-16,1 0-8 15,5 0-1-15,1-1 4 16,3 2-2-16,3-4-1 15,0 3 0-15,0-4 1 16,0-5 2-16,7 1-7 16,11-4 0-16,2 1 8 0,5-5-6 15,-3-2 4 1,-1 0-3-16,4-4-2 0,-3-3 5 16,3 0-6-16,-2 0 3 15,-2 0 5 1,-2-16-5-16,-4 2 4 0,-1 1-2 15,-7-4 2-15,-1 2 3 16,-6 0-5-16,0-2 0 16,0 4 12-16,0 6-10 15,0 5 4-15,-6-1-3 16,-13 0 2-16,-2 3 1 16,-7 0-5-16,-3 0-5 15,6 0 9-15,-2 13-9 16,11 2-5-16,-1-5-3 15,5 2-4-15,10-2-8 0,-1 0-23 16,3 0-10-16,0 0-157 16</inkml:trace>
  <inkml:trace contextRef="#ctx0" brushRef="#br0" timeOffset="587">689 102 190 0,'-18'-3'53'0,"9"3"-39"16,3-2 64-16,6 2-41 0,0 0-16 16,0 0-2-16,0 0-6 15,0 0 3-15,0 0 6 16,0 0-5-16,0 0 15 16,-3 16-19-16,0 5 2 15,-2 6-5-15,-3 3-7 16,-1 3 0-16,7-1-4 15,-1-3-1-15,3 0 8 16,0-5-10-16,0-2 2 16,0 3 0-16,0-5-1 15,0-5-4-15,0-1 0 16,0-5-5-16,0-2 5 0,0-5-1 16,0 1-2-1,0-3-6-15,0 0-22 0,0 0-72 16,0-5-8-16</inkml:trace>
  <inkml:trace contextRef="#ctx0" brushRef="#br0" timeOffset="1203">711 62 111 0,'11'-5'9'0,"-2"5"31"0,-6 0 7 15,-1 0-11-15,-2 0 22 16,0 0 32-16,0 8-45 16,0 4-12-16,0 6-9 15,0 4-10-15,2 0-3 16,5 0-5-16,6 0 9 15,3-1-13-15,4-1-1 16,3 2 3-16,-2 1-4 16,-2-1 2-16,2 1-2 15,-3-6-4-15,-2-1 9 0,-1-3-8 16,-5-5-1-16,-1-1 5 16,-3-5-1-16,-4-2-1 15,1 0-1-15,-1 0-2 16,-2 0 8-16,6 0-7 15,0 0 7-15,5-3-2 16,-1-16-1-16,2-3 0 16,-3-3-1-16,-2 1-2 15,1-4 10-15,-2 3-8 16,0-2 4-16,-3 2 8 16,-1 1-2-16,-2-2 5 15,0 4 1-15,0 4-7 16,0 1 6-16,0-1 0 0,0 4-15 15,0 1 5 1,0 1-5-16,0 5 1 0,0 1-1 16,0 4-4-16,0 2 3 15,0 0-6-15,0 0 6 16,0 0 1-16,0 0-2 16,0 0-17-16,0 0-21 15,0 0-26-15,0 0-98 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44.35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322 0 83 0,'0'0'45'0,"0"0"-29"0,0 0 26 16,0 0-10-16,-2 0-5 16,2 0-3-16,0 0 12 15,-4 0-7-15,4 0 12 16,0 0-16-16,0 0-2 15,0 0 3-15,0 0-10 16,0 0 3-16,-2 0 0 16,2 0 0-16,-6 0-4 15,-3 0-9-15,-6 0-4 0,-8 2 6 16,1 9-9 0,0-2 4-16,3 1-2 15,2 0-1-15,0 4 5 0,4-3-7 16,-1 4 1-16,-3 5 8 15,1 3-6-15,0 4-1 16,-2 6 1-16,2 1 1 16,-1 8 1-16,7 3-4 15,-1 2 0-15,4 0 4 16,5-1-6-16,2-5-1 16,0-1-4-16,5-3-4 15,24 1 4-15,0-5-6 16,2-7-1-16,2-6-16 15,3-5-25-15,0-6-135 16</inkml:trace>
  <inkml:trace contextRef="#ctx0" brushRef="#br0" timeOffset="832">401 206 195 0,'0'-5'39'0,"0"3"-13"16,0 0 41-16,0-1-25 16,0 0-25-16,12 3-4 15,12-2-3-15,-1 2 10 16,-1 0-12-16,0 0 3 0,3 0 0 15,-3 0-6-15,-1 0-2 16,0 0-3-16,-3 0-1 16,0 12 4-1,-8 3-7-15,-2-3 5 0,-8 5-1 16,0-4 0-16,0 5 3 16,-16-1 8-16,-14 3-10 15,-6 0 7-15,0 0-10 16,0 0 2-16,9-7-1 15,7-4-4-15,9-4 0 16,6-5-1-16,5 0-1 16,0 0 9-16,0 0-8 15,0 0 1-15,7-7 4 16,16-4-4-16,-1 4 1 0,0 0 0 16,-1-1 2-16,2 4 3 15,-10 1-4-15,2 3 5 16,-7 0 1-16,3 0-4 15,0 7 4-15,-3 6-1 16,0 1-4-16,-1 2 6 16,1 1-5-16,-3 1 3 15,6-4-1-15,-2-1-2 16,-4-1 2-16,-5-4-1 16,0 2 8-16,0 1 8 15,-17 0-11-15,-4-1-4 16,-2 0 3-16,-2-1-3 15,1-1 2-15,-1-3-2 0,2-2-3 16,1-3 6 0,1 0-6-16,4 0 2 0,3 0 0 15,3 0-2-15,0 0-6 16,5 0-3-16,4 0-19 16,2 0-67-16,0 0-91 15</inkml:trace>
  <inkml:trace contextRef="#ctx0" brushRef="#br0" timeOffset="1434">904 216 94 0,'0'5'61'0,"0"-5"-35"16,0 0 8-16,0 2 5 15,-5 2 5-15,2 0 3 16,0 4 2-16,3-2-20 15,0 0-5-15,0 1-15 16,0 1 4-16,0 5 5 16,0-1 4-16,0 0-7 15,0 5-4-15,0 4-7 16,0 1 6-16,0 2-10 0,-3-1 0 16,3 5 3-16,0-6-5 15,0 0 4-15,0-4-4 16,-3-3-3-16,1-3 6 15,0 3-11-15,-2-8 0 16,4 3-2-16,0-5 0 16,0-2-1-16,0-3-9 15,0 0-10-15,0 0-62 16,0 0-95-16</inkml:trace>
  <inkml:trace contextRef="#ctx0" brushRef="#br0" timeOffset="2191">921 228 175 0,'0'0'36'15,"0"0"7"-15,0 0 5 0,0 0-11 16,-6 0-13-16,6 0-4 16,0 6-11-16,0 1-5 15,0 1 1-15,0 1 12 16,0 4-5-16,0-1 3 15,4 1 6-15,6-3-9 16,1 4 1-16,0-1-2 16,0-1-10-16,3 3 6 15,-4 0-9-15,5 0 1 16,-4 0 3-16,-1 0-2 16,-1 0 1-16,3 2 0 15,-1-2-3-15,0 0 7 16,3-2-8-16,1-6 0 0,0 3 5 15,2-3-7 1,-4-2 7-16,1 0-2 0,-7-5-3 16,-3 0 8-1,-2 0-7-15,-2 0 0 0,0 0 7 16,0 0-4-16,0 0 2 16,0 0-3-16,9-5 3 15,-4-13 11-15,6-6 1 16,0 4 1-16,1 0 12 15,-5-2-7-15,2 2-5 16,-3-2-6-16,-6 0-5 16,2-1 0-16,-2 3-6 15,0-2 0-15,0 2 4 16,0 0-6-16,0-3 3 0,0 4 1 16,0-1-3-16,0 3 6 15,0 4-8-15,0 9 4 16,0 1 4-16,0 3-7 15,0 0 5-15,0 0-2 16,0 0-2-16,0 0 4 16,0 0-6-16,0 0-14 15,0 0-11-15,0 0-34 16,0 0-8-16,0 0-169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8:57.7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164 210 170 0,'-15'-2'8'15,"10"0"4"-15,5-4 12 16,0 6 3-16,0 0-15 0,0 0 3 16,0 0 32-16,0 0-8 15,0 0 0-15,0 0-13 16,0 0-8-16,0 0 3 15,0 0-14-15,0-3-3 16,0 3 5-16,0 0 2 16,0 0 1-16,0 0-2 15,0 6-7-15,0 4 8 16,0 1-10-16,2 3 2 16,-2 2 5-16,3-2-7 0,-3 0 1 15,0 2-2 1,0 2 3-16,0-5 0 0,0 7-3 15,0 0 2-15,0 0 4 16,0-2-5-16,0 2 2 16,0-1-3-16,4-1-2 15,-2 1 7-15,1-5-8 16,-1-5-2-16,2 2 9 16,-4-8-11-16,3-3 2 15,-1 4 0-15,3-4-2 16,1 0-4-16,-4 0-4 15,5 0-24-15,-5 0-33 16,6 0-110-16</inkml:trace>
  <inkml:trace contextRef="#ctx0" brushRef="#br0" timeOffset="448">0 414 37 0,'0'0'69'0,"0"0"-24"16,9 0 9-16,-4 0-3 16,4 0 5-16,0 0-22 15,1 0-5-15,7 0-19 16,2 0 1-16,6 0 2 15,3 0-10-15,5 0 3 16,2-1-3-16,1-5-4 0,0 3 3 16,0-2-8-1,-3 3 0-15,-3-4 7 0,1 1-13 16,-7 3-9-16,-1-3-63 16,-7 0-90-16</inkml:trace>
  <inkml:trace contextRef="#ctx0" brushRef="#br0" timeOffset="1244">768 245 188 0,'-9'0'37'0,"9"0"2"16,0-3 0-16,0 3-22 15,0 0-12-15,11-2-3 16,10 2 1-16,-3 0-1 16,2 0 7-16,-4-2 21 0,4 2-14 15,-4 0 6-15,4 0-6 16,-4 0-4-16,4-2-6 16,-4 2-4-16,-5 0-6 15,-2 0 8-15,-5 0-6 16,-4 0 0-16,0 4 4 15,0 12 0-15,-2-3 1 16,-20 5 1-16,-3 3-6 16,-2 0 9-16,2-3-7 15,0-4 0-15,7-1 1 16,5-3-1-16,2-3 1 16,8-3-2-16,1-4-3 15,2 0 7-15,0 0-11 16,0 0 2-16,0 0-1 0,0 0 5 15,14-6 2-15,1 1-2 16,6 5-1 0,-6 0 9-16,3 0-9 0,-4 0 3 15,2 0 2-15,-3 0-4 16,2 2 5-16,2 11-7 16,1 4 4-16,0-2 5 15,-3 3-9-15,-3-3 6 16,-3-3-1-16,-7-5-1 15,0 0 3-15,-2 0 4 16,0-1 5-16,-7 4 4 16,-19 1-12-16,-4-5-2 15,0 0 2-15,2 1-6 0,3-2 4 16,0-3 1-16,3-2-9 16,1 0 15-16,1 0-13 15,4 0 3-15,4 0-5 16,6 0-6-16,4 0-4 15,0 0-50-15,2-2-114 16</inkml:trace>
  <inkml:trace contextRef="#ctx0" brushRef="#br0" timeOffset="1741">1383 280 121 0,'-2'0'62'0,"-1"0"-23"15,3 0 1-15,-2 0 21 16,-4 0-14-16,3 0-14 15,-2 7-6-15,-4 8-7 16,7 9-5-16,-4-1-2 16,3 5 0-16,1 2-5 15,-1-3-6-15,0-3-1 16,3 1 5-16,-3-2-7 16,3-5-4-16,-3-1 7 15,3-4-13-15,-2-4 1 0,2-3-5 16,-4-5-15-1,4 2-75-15,0-3-24 0</inkml:trace>
  <inkml:trace contextRef="#ctx0" brushRef="#br0" timeOffset="2400">1362 257 64 0,'0'-1'70'16,"0"1"-26"-16,0 0 1 0,0 0-14 15,0 0 4-15,0 0 7 16,0 0 2-16,0 0-15 15,2 1-2-15,10 14-4 16,-1 0-11-16,0 0 1 16,5 6-1-16,0-5-10 15,2 4 6-15,0 0-10 16,-4 2 2-16,3-4 2 16,0 0-4-16,-4-4 2 15,4-1-2-15,-3-3 1 16,-1-5 5-16,-1-1-7 0,-7 0 3 15,1-4 2 1,-4 1-5-16,3-1 2 0,1 0-2 16,0 0 0-16,3 0 2 15,1 0-6-15,-2 0 4 16,1 0 6-16,0-9-4 16,-7-2 8-16,0 0-4 15,0-2-1-15,-2-3 13 16,4 2-1-16,-4-3-4 15,0-1 10-15,0-2-7 16,0-1-1-16,0-1 7 16,0 0-9-16,0 0-4 0,0 0-8 15,0 2 2-15,0 0 0 16,0 4-2-16,0 1 3 16,0 3-2-16,0 5 0 15,0 4 3-15,0 3-8 16,0 0 4-16,0 0-2 15,0 0-8-15,0 0-1 16,0 0-12-16,0 0-32 16,0-4-33-16,0 4-215 15</inkml:trace>
  <inkml:trace contextRef="#ctx0" brushRef="#br0" timeOffset="2894">1759 11 243 0,'0'-8'24'0,"6"6"14"15,5 2 18-15,3 0-26 0,0 0-20 16,2 0-1-16,1 0-1 16,2 10 8-16,-3 0-5 15,9 2 1-15,-6 2 10 16,-2-2 2-16,-3 0-7 15,-3 6-4-15,0 1-5 16,-5 7-1-16,-2 4-7 16,3 2 0-16,-5 2 2 15,1 4-6-15,-3-1 3 16,0 2-2-16,0 0 0 16,0-1 2-16,0 2-9 15,0-4 8-15,0-3 7 16,0 6-5-16,0-5-1 0,-5-5-6 15,-4-3-13-15,-2-7-5 16,-5-4-17-16,-4-1-70 16,6-2-156-16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04.7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56 479 194 0,'-18'-13'30'16,"-2"1"-21"-16,7 0 35 0,10 4 1 16,3 5-22-16,0 0 0 15,0 2 2-15,0-1-8 16,0-1-7-16,0 0 9 16,0 0-9-16,0-1-1 15,0 1 9-15,0-2-13 16,0-2 1-16,0-4-5 15,9 2-6-15,2-1 11 16,5 3-9-16,-5-3 1 0,3 2 7 16,-6 1-6-1,-2 4 1-15,-4 1-2 0,4 2-1 16,1 0 8-16,2 0-8 16,0 20 2-16,2 4 6 15,0 0-3-15,-3 3-2 16,1-3 0-16,-1-4-2 15,-3-2 6-15,-3-1-10 16,-2 0 5-16,3-2 4 16,1 0-5-16,-2-5 0 15,-2-5 0-15,5-3-6 16,2-2 3-16,1 0-3 16,-1 0 1-16,7 0 10 0,0-11-5 15,-3-8 1-15,0-3 0 16,-7-3-1-16,-1-2 5 15,-3 2-6-15,0 0-1 16,0 6 10-16,0 1-8 16,0 6 3-16,0-1 0 15,0 3-3-15,0 3 6 16,0 0-5-16,0 2-1 16,0-3 6-16,0 3-6 15,4 0 2-15,10 2 1 16,4 3-4-16,-5 0 8 15,1 0-8-15,-3 0 1 16,2 0 4-16,1 0-8 16,8 8-4-16,5 2 1 0,7-2-20 15,4-1-40-15,-2-7-38 16,3 0-17-16</inkml:trace>
  <inkml:trace contextRef="#ctx0" brushRef="#br0" timeOffset="984">678 328 106 0,'-5'-8'86'0,"-1"3"-68"16,1 0 28-16,-4 5-22 0,-4 0 9 15,-4 0-21-15,-5 0-3 16,-3 0-6-16,3 10 5 15,0 5 1 1,5 0-4-16,4 0 5 0,2-1-2 16,5 2-2-16,3 1 4 15,0-1-11-15,3 2 1 16,0-3 4-16,0-2-1 16,0-3-2-16,0 0-9 15,9-7 7-15,3 1-1 16,3-1 2-16,2-3-25 15,0 0 13-15,-1 0-9 16,-2-8 2-16,-3-7 17 16,-5 0 0-16,2-5 4 0,-6 1 0 15,4-6 1-15,-1 2 5 16,-1 4 10-16,-2 6-9 16,-2 4 20-16,0 9-14 15,0 0-5-15,0 0-1 16,0 0-10-16,0 0 9 15,0 7 1-15,3 8-3 16,2 2-5-16,1 3 1 16,3 2 3-16,-2 1-7 15,5-4-2-15,-4-1 7 16,-3-3-8-16,3-5-4 0,1-5-7 16,3-3 3-1,1-2 12-15,4 0-6 0,4 0-2 16,4-23 1-16,-2-1 1 15,-5-6 5-15,0 3 0 16,-5 2 2-16,-2 8-1 16,1 4-12-16,-5 6-3 15,4 4 13-15,-2 3-3 16,-4 0 2-16,4 0 1 16,-1 0-2-16,0 13 6 15,1-1-1-15,-1 3 4 16,-1 0 5-16,2 4-6 0,0-1-2 15,-4 2-6-15,1-3 4 16,-3-4-3-16,-3-1 1 16,0-4 1-16,0-3 9 15,0 0 1-15,0-5 3 16,0 0 9-16,0 0 2 16,0 0 2-16,2 0-21 15,6-20-4-15,7-5 1 16,6-2-5-16,-2 1-1 15,4 5 6-15,-4 3-5 16,-2 6 8-16,2-1-4 16,-2 3-3-16,-4 5 8 15,1 3-8-15,-1 2 2 16,1 0 2-16,-2 0-3 16,-2 15 10-16,1 0-4 0,1-1 2 15,-1 4 1 1,0-1-7-16,-2 0 1 0,-4 1-1 15,-3-6 2 1,-2-2-1-16,0-2-12 0,0-3-3 16,0-2 5-16,0-3-51 15,0 0-49-15</inkml:trace>
  <inkml:trace contextRef="#ctx0" brushRef="#br0" timeOffset="1246">1331 166 270 0,'-12'-25'40'16,"6"10"-33"-16,6 5 68 15,0 5-51-15,4 0-20 16,14 0 2-16,-1 2 4 16,-2 3-17-16,-11 0-5 15,-1 0-35-15,-1 0-28 16,-2 3 0-16</inkml:trace>
  <inkml:trace contextRef="#ctx0" brushRef="#br0" timeOffset="1951">1733 360 145 0,'0'-22'51'0,"0"16"-44"0,-8-1 45 15,-3 7 8-15,0 0-48 16,-6 0-4-16,0 0 26 15,-2 0-16-15,-3 10 4 16,2 2-9-16,-1-3 0 16,4 3 2-16,0-1-12 15,4 5 0-15,-1-2-2 16,3 2-1-16,5 1 7 16,1-1-5-16,5 0-4 0,0 1 3 15,0-2-3-15,0 0-7 16,9-3-4-16,10-4 1 15,2-3 3 1,9-5-6-16,1 0-1 0,-3 0 2 16,-6-5 4-16,-8-10 10 15,-1-2 0-15,-4-4 2 16,0 2 4-16,-7-4-1 16,3-1 1-16,-1 0-2 15,-2 5 2-15,1 7 2 16,-3 7 10-16,0 3-4 15,0 2 11-15,0 0-16 0,0 0 2 16,2 0-4 0,1 0 2-16,3 12 6 0,-1 2-13 15,1 7 2-15,-3-3 4 16,1-1-11-16,3-5-2 16,-2-2 3-16,1 0-2 15,-1-8-4-15,4 1-4 16,2-1-5-16,3-2-2 15,5 0-44-15,2 0-64 16,2-12-12-16</inkml:trace>
  <inkml:trace contextRef="#ctx0" brushRef="#br0" timeOffset="3594">1995 84 130 0,'0'-33'25'0,"-2"11"22"16,-9 9 18-16,-1 5-6 15,1 5-12-15,4 3-13 16,-2-3 0-16,9 1-11 16,0 2-19-16,0 0 1 15,0 0 2-15,0 0 0 16,0 0 3-16,0 7 1 16,0 12-2-16,0 1 2 15,0 5-4-15,0 2 6 16,0 9 1-16,0 1-12 15,0 0 2-15,0 0 0 16,0 3-7-16,0-5 2 0,0 1 0 16,0 0-8-16,0-3 7 15,0-6-4-15,0-5-5 16,0-5 6-16,3-4-9 16,-1-6 1-16,2-2-9 15,-4-5 2-15,3 2 0 16,-3-2-5-16,0 0 14 15,0 0 9-15,0 0-28 16,0-7-24-16,0-13 8 16,0-5 18-16,0 1 12 15,0-2 4-15,0 7 11 16,6 7 5-16,1 1 6 16,1 5 18-16,0 3-10 0,1 3-6 15,2 0 6-15,0 0-8 16,3 0-10-16,5 0 4 15,2 0-6-15,4 0 6 16,0 0 3-16,-5 0 13 16,-9 0 2-16,-3 7-4 15,-4 3 11-15,-4 3 2 16,0 1-8-16,0 2-4 16,-15 1-10-16,-13-2-5 15,1 2 2-15,-3-3-11 16,-1-1 3-16,6-3 5 15,6-5-5-15,11-3 4 0,2-2 0 16,6 0-4-16,0 0 1 16,0 0-5-16,0 0 8 15,0 0 4-15,9 0-6 16,6-2 0-16,0 2-3 16,-1 0-9-16,0-2-7 15,2-3-20-15,4-3-3 16,-2-2-7-16,5-2-9 15,-1-9 37-15,3-3 0 16,2-3 12-16,1-12 9 16,8-1 2-16,-3-11 0 15,3-3 11-15,-3 6 3 16,-10 9-6-16,-7 9 29 16,-7 10 11-16,-9 5-20 15,0 6-8-15,0 1-4 0,0 0-3 16,0 4-1-16,0-4-3 15,-6-2 2-15,0 2-5 16,3 0 13-16,0 7-6 16,0 1-2-16,1 0-2 15,0 0-13-15,-2 0 2 16,1 7 9-16,-1 11-7 16,0 4 8-16,4 3-5 15,0 3-1-15,0 11 2 16,0 1-4-16,0 0 1 15,0 2-1-15,0-3-3 16,0-8 5-16,0-1-9 16,0-3 0-16,0-6 4 0,4 5-8 15,3-7 4-15,4-1-2 16,-2-3 0-16,2-3-3 16,0-2 2-16,-3-5-14 15,7-5 18-15,3 0-11 16,4 0-17-16,3-3 2 15,0-11 2-15,2-6 13 16,0-6 0-16,2 4 1 16,-4-2 12-16,-7 2 0 15,0 4 1-15,-11 2 4 16,2 7 2-16,-7 0 15 16,-2 6-11-16,0 0 6 0,0 3 18 15,0 0-11-15,0 0-4 16,0 0-7-16,0 0-8 15,0 0 8-15,-7 0-11 16,-8 0 3-16,-1 10 6 16,3 10-10-16,-2 3 3 15,9 1 0-15,2-2-2 16,4 4 3-16,0-7-5 16,0-1-10-16,0-3 7 15,0-6-7-15,16 0 0 16,6-3 8-16,3-3-8 15,6-1 3-15,-1-2-10 16,-6 0 0-16,1 0-9 0,2 0 5 16,-1 0 5-1,-1-11-13-15,3 0 10 0,-3-4 20 16,-3-5 2-16,-1-4 0 16,1-2 7-16,-2 2 2 15,-4 3 11-15,-2 12-5 16,-3 4 2-16,-5 5-8 15,2 0-4-15,-2 0 13 16,1 0-5-16,2 2-6 16,2 14 2-16,5-2-4 15,-1 7 5-15,1-4 2 16,1-1-1-16,-7 0-1 16,-3-2-1-16,-5 4-6 15,-2 0 5-15,0-4-2 16,0 4-1-16,-6-3 8 0,-13 0-10 15,2-6-7-15,1-1-1 16,2-5-9-16,1-3-20 16,7 0-110-16</inkml:trace>
  <inkml:trace contextRef="#ctx0" brushRef="#br0" timeOffset="5046">3727 595 190 0,'-3'3'47'0,"-8"-3"-12"16,8 0 19-16,3 0-16 0,0 0-10 15,0 0-10-15,0 0 9 16,0 0 1-16,0 0-3 15,0 0 0-15,0 0-2 16,0 0-9-16,8 0 5 16,14 0-13-16,11 0 2 15,9 0-6-15,5 0 3 16,2-7-5-16,4-3 2 16,2 0 0-16,0 2 7 15,3-1-9-15,0-1 1 0,1 4 3 16,-2 1-4-1,-4 3 3-15,2-2-6 0,-3 4 0 16,1-1 9 0,-1-1-11-16,4-1 3 0,-1-2 2 15,3-5 1-15,0-2-3 16,3-1 2-16,-4-2 0 16,-1 1 2-16,-13 1-3 15,-7 8 0-15,-11 2 3 16,-8 3-7-16,-3 0 3 15,-3 0-3-15,-3 0 0 16,9 0 10-16,-4 0-11 16,2 0 2-16,-2 0 3 15,-2 0-7-15,-2 0 2 0,-4 0 2 16,-5 0-1-16,0 0 8 16,0 0-11-16,0 0-32 15,0 0-22-15,-8 0-29 16,-7-3-61-16</inkml:trace>
  <inkml:trace contextRef="#ctx0" brushRef="#br0" timeOffset="5385">4999 265 195 0,'0'0'3'0,"0"0"23"0,0 0 12 16,20 7-18-16,-1 6 17 15,3 0-14-15,2 1 2 16,2 2 1-16,5-6-16 16,-1 4-9-16,3-4 12 15,-6 2-12-15,-2-1 0 16,-9 1 3-16,-5 3 5 15,-5 0 11-15,-6 2-6 16,0 0-2-16,0 3 3 16,-11 5-10-16,-11 0-5 15,-3 1-9-15,1 3-5 16,3-9-16-16,6-1-45 0,3-6-80 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12.1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1 516 291 0,'0'-12'28'16,"0"2"25"-16,0 8 23 0,0 2-54 15,0 0-14-15,0 0-3 16,0 17 9-16,0 8-1 16,2 3-6-16,9-1 5 15,1-2-8-15,1-3-4 16,1-2-3-16,3-6 3 16,-1-1-4-16,2-5-2 15,-5-6 2-15,4-2 1 16,-4 0 2-16,4 0-1 0,-3 0 6 15,2-18-5 1,-2-6 1-16,-1-6 0 0,1-2-2 16,-5-6 3-16,2-2-4 15,-6 3 1-15,-2 10 5 16,-3 7-2-16,0 7 2 16,0 9 3-16,0 4-5 15,0 0 1-15,0 0-7 16,0 0 4-16,0 0-1 15,0 0-2-15,0 0-6 16,0 0 12-16,6 0-1 16,7 10 2-16,7 2-2 0,2 0-2 15,6 1 1 1,1-3-7-16,5-3-4 0,0-2 0 16,4-5 0-16,-2 0 4 15,-2 0-10-15,-7 0 5 16,-3 0 10-16,-1-7-16 15,-4-8 0-15,0 2-10 16,-3-1 1-16,-2-2 21 16,-8 7 5-16,-6 1 11 15,0 6 28-15,0 2-12 16,0 0-4-16,-22 0-11 16,-3 0-2-16,-9 10 3 15,5 12-17-15,-5 0 11 16,7 3-1-16,5 1-5 15,2-2 1-15,13-2-3 0,0 3 3 16,7-2 0-16,0-1-4 16,0-2-2-16,11-3 0 15,14-4-4-15,3-4 10 16,8-6-1-16,-3-3 0 16,0 0 0-16,1 0-5 15,-7-3-4-15,-2-7 1 16,-3-2-14-16,-6 0 0 15,1 0 10-15,-4-6-11 16,2-2 11-16,-1-2 8 16,-3 2-1-16,2 3 6 15,-1 4-5-15,-5 9 8 0,1-2-3 16,1 6 0 0,-1 0 1-16,-2 0 1 0,3 0 3 15,-5 15 5-15,-1 2-10 16,0 4 11-16,-3-2-1 15,0-1-2-15,0-1-1 16,0-2-6-16,0 0-6 16,0-5 6-16,0 0-8 15,0-8 15-15,0 0-1 16,0-2 0-16,0 0 1 16,0 0-6-16,0-9-22 15,0-14 14-15,0-4 3 16,9-3-1-16,6-5-2 15,12 0-16-15,-6 9 17 16,3 8 2-16,-4 8 0 0,-4 5 9 16,-2 5-8-16,-3 0 1 15,3 0 1-15,1 0-1 16,-2 10 4-16,4 5-3 16,-4 0 1-16,-2 0 13 15,1 0-13-15,-1-3 6 16,-3 0-3-16,0-4-5 15,1 0 0-15,-5-6-1 16,3-2 1-16,3 0 5 16,2 0-8-16,4 0-2 15,0-8 1-15,4-9 3 16,3-6-2-16,1-1-5 0,1-3 2 16,-6-1 4-16,-2 3 4 15,-6 8-2-15,-6 8 3 16,-5 5 4-16,0 4 1 15,0 0-2-15,0 0-3 16,0 0 0-16,0 0-4 16,0 0 6-16,0 0 5 15,0 4-3-15,0 2 4 16,0 6-1-16,0-2-1 16,0 6 9-16,0 1-5 15,0 3-2-15,0 5-1 16,0 2-8-16,0 3 4 15,0-3-4-15,0 3-3 16,0 0 6-16,0 2-6 16,6 5-2-16,10 6 0 0,9-1 2 15,2 7-8-15,1-3 2 16,-9-4-2-16,-5-3-12 16,-7-4 3-16,-7-5 13 15,0-8 0-15,0-4 1 16,-18-3 7-16,-7-6-1 15,-2-1-3-15,-7-8 5 16,2 0-9-16,-1 0 6 16,-1 0 2-16,7-20 1 15,-4-10-7-15,6-4 3 0,7-4-9 16,4 4 13-16,10 1-9 16,4 4 8-1,0 7-3-15,22-4 1 0,12 4 2 16,2-3-3-16,8 2-1 15,0 2 7 1,3 1-7-16,-2 2-1 0,-4 1-10 16,-5 4-56-16,-3 3-84 15</inkml:trace>
  <inkml:trace contextRef="#ctx0" brushRef="#br0" timeOffset="727">2282 233 284 0,'-6'-2'20'15,"3"-1"30"-15,3 1 14 0,-3 2-39 16,3 0-18-16,-2 0 12 16,2 0 2-16,0 0-2 15,-3 0-8-15,-5 0-1 16,-3 0-1-16,-6 0-6 16,-8 15 3-16,4 2-8 15,-2 9 1-15,7-2 6 16,1 6-5-16,5 2 0 15,2 3-1-15,1 2 2 16,7 0-2-16,0 3 1 16,0 3-1-16,0 0 7 15,4 0-7-15,3 0-1 16,-1-4 4-16,-1 1-5 16,-2-4-2-16,0-5 0 0,-3-4-7 15,0-1 5-15,0-4-4 16,0-5-7-16,0 1-28 15,-3-6-52-15,-2-5 14 16,2-2-39-16</inkml:trace>
  <inkml:trace contextRef="#ctx0" brushRef="#br0" timeOffset="1868">1980 584 247 0,'0'-9'13'0,"0"3"43"16,2 1-7-16,16 5-25 15,-2 0-16-15,7 0-5 16,-2 0 2-16,2 0-5 15,5 0 2-15,1 0-2 16,7 0-4-16,2 0 5 16,7 0-13-16,0 0 1 15,-2 0 5-15,4-8-14 16,-8 1-2-16,-6-1-1 16,-13 4 7-16,-6-1 0 15,-12 2 14-15,-2 3 11 0,0 0 9 16,0 0-10-16,0 0 6 15,0 0 1-15,0 0-2 16,-2-2-3-16,-4-3 5 16,-8-1 4-16,0 5 16 15,1-3-20-15,-7 4 7 16,6 0-11-16,-2 0-4 16,3 0 4-16,-2 21-9 15,5 1-2-15,3-1 8 16,5 3-12-16,2 1 3 15,0-3-1-15,0 0-4 0,0-2 0 16,9-4-3-16,9-7-2 16,2-2 15-16,5-4-4 15,0-3-5-15,-1 0 3 16,3 0-10-16,5-5-1 16,-3-13-5-1,5-4 2-15,0-3 6 0,-7-4 6 16,3-4 2-16,-2 1 2 15,-7 0 1-15,-1 5 6 16,-9 9 1-16,-6 10 3 16,-5 6 5-16,0 2-7 15,0 0 2-15,0 0 3 0,0 15 4 16,4 5-7 0,-4 5-3-16,0-3 0 0,2 0 0 15,3 1-6-15,1-8-1 16,6-3-3-16,-3-2 0 15,3-2 2-15,5-4-3 16,-4 1 0-16,6-5-2 16,4 0-6-16,1 0 6 15,1 0-3-15,0-15 3 16,-3-2 9-16,-4-5-5 16,-5-1-2-16,-5 1 9 15,-2 2-6-15,-3 10 6 16,-3 5 2-16,0 5-3 15,0 0 6-15,0 0-12 16,0 0-2-16,0 3 9 0,0 12-4 16,0 4 0-16,0 0 1 15,0-5-4-15,8 2 3 16,3-7-4-16,3 1-6 16,0-3 8-16,2-2-3 15,4-3-1-15,-2 1-1 16,2-3 3-16,0 0 4 15,-2 0-3-15,3 0 0 16,-6 0 6-16,2-6-7 16,-3-8 4-16,-6 1-2 15,-2-1 2-15,-6-4 3 16,0-4 1-16,0-3 3 0,0 3 2 16,0 2-3-16,0 5-4 15,0 8 2-15,-3 7-3 16,-3 0 1-16,4 0-14 15,-1 0-2-15,3 0 6 16,0 0-14-16,0 0-19 16,0 0-108-16</inkml:trace>
  <inkml:trace contextRef="#ctx0" brushRef="#br0" timeOffset="5292">3808 482 80 0,'0'7'56'16,"0"1"-42"-1,0-3 31-15,-6-5-15 0,6 0-7 16,0 0 4-16,0 0 20 16,0 0-15-16,0 0-5 15,0 0-11-15,0 0-1 16,0 2 9-16,0 9 0 15,0 6-8-15,0 2 0 16,0 6-12-16,0-2-1 16,4-1 0-16,7-2-3 15,2-3 1-15,4-1-3 16,-1-7 0-16,1-4 0 16,-3-2-8-16,2-3 1 0,-3 0-6 15,1 0 11-15,-3 0 5 16,-2-16-2-16,-3-1 0 15,-6-3 3-15,0-4-2 16,0-1 2-16,0-2-1 16,0 4 0-16,0 0 4 15,0 7-6-15,0-2-1 16,0 3 6-16,0 0-5 16,0 5 5-16,0 3-2 15,0 2 2-15,0 5 1 16,0 0-8-16,5 0 2 15,11 0 5-15,4 0-8 0,-1 0-1 16,3 0 0-16,0 10-1 16,6 2 0-1,1 1-4-15,-2-1-11 0,6-2 3 16,-3-5-32-16,6-3-32 16,5-2-14-16</inkml:trace>
  <inkml:trace contextRef="#ctx0" brushRef="#br0" timeOffset="6266">4529 447 177 0,'-9'0'65'16,"6"0"-35"-16,-3 0 78 15,-1 0-63-15,-4 0-27 0,-9 0-4 16,-1 8 4-16,-10 7-10 15,-2 2-1-15,3 3-5 16,5-3 1-16,5-2 1 16,9 0-4-16,4-2 0 15,3 1 6-15,4-1-4 16,0-1-5-16,0-2 3 16,0 0-5-16,4 0 1 15,9-2 1-15,3-4-3 16,4-1-2-16,-1-3 0 15,3 0 5-15,-2 0 0 16,-7-3-2-16,1-9 8 0,-3-6-2 16,-2-4-1-16,-4-3 6 15,-2-1-2-15,-1 3-2 16,2 3 3-16,-4 7-2 16,0 9 5-16,0 4-2 15,0 0-5-15,0 0 1 16,0 0-7-16,0 0 9 15,0 12 0-15,5 2-2 16,3 4 2-16,-3-1-6 16,4 1 2-16,2-4 3 15,-4 2-5-15,5-9 2 16,-3 0-6-16,1-1 1 16,4-6 8-16,-2 0-6 0,7 0-2 15,-2 0 3-15,2 0-2 16,2-15-1-16,-1-6 3 15,0-3-3-15,-4-1 6 16,-5 0-2-16,-4 3 1 16,0 5 2-16,-2 7 0 15,1 4-3-15,1 6 1 16,4 0 1-16,1 0 1 16,1 0-4-16,2 11 2 15,-5 3 2-15,-1 6-2 16,0-3 3-16,-2 9 0 15,-4-1-8-15,0-1 9 0,-3-4-4 16,0 0-2-16,0-8 5 16,0 1-5-16,0-6 5 15,0-4 2-15,0-3-4 16,0 0 3-16,0 0 2 16,0 0-6-16,3-17-3 15,14-11-2-15,2-4 0 16,5-3-2-16,1 1-7 15,-5 4 7-15,-6 10-3 16,-1 7 3-16,-1 8 8 16,3 2-3-16,3 3 2 15,-4 0 2-15,2 0 0 16,0 0 4-16,-1 11 3 16,1 4-5-16,-3 0 12 15,1 2-4-15,0 0-2 0,-6 3-4 16,-2 0-2-16,-3-1-3 15,0-3-2-15,-1-4-3 16,-2-4 2-16,0-6-14 16,0 3-11-16,0-5-8 15,0 0-66-15,0 0-179 16</inkml:trace>
  <inkml:trace contextRef="#ctx0" brushRef="#br0" timeOffset="6496">5105 228 323 0,'-11'-13'71'0,"11"4"-96"16,0 2 55-16,0 4-11 15,0 1-24-15,9 2-5 16,0 0-38-16,-2 0-49 16,2 7-103-16</inkml:trace>
  <inkml:trace contextRef="#ctx0" brushRef="#br0" timeOffset="8515">5504 470 202 0,'-12'-3'14'0,"9"1"18"15,-2-1 45-15,-6 3-37 0,-3 0-16 16,-2 0-1-16,-9 0 1 16,0 0-6-16,1 0-13 15,-1 15-1-15,8 2 2 16,-2 4-5-16,4 1 3 16,7 3-3-16,-1-3-1 15,5 0-2-15,4-2-7 16,0-8 2-16,0 1 5 15,0-6 0-15,16-4-3 16,6-3 3-16,3 0-7 16,3 0-8-16,-4-10 1 15,1-5-4-15,-5-3 4 16,-4-1 5-16,-5-2 14 0,-2-1 8 16,-7 0 6-1,-2 4 0-15,0 9 16 0,0 4-15 16,0 5-6-16,0 0-7 15,0 0-2-15,0 0 7 16,0 9 0-16,3 14-2 16,3-3-2-16,-1 2-4 15,3-4 2-15,4-4-8 16,1-1-6-16,4-5-2 16,5-6 2-16,3-2 4 15,2 0-8-15,0-2 6 16,1-21 10-16,0-5-9 0,-3-4-3 15,0-7 2-15,-1-3-5 16,-7-3 2 0,0-5 11-16,-6-2 4 0,-8 0 16 15,-3-5-5-15,0 4-2 16,0 4-7-16,0 11 1 16,0 14 10-16,-12 11 1 15,7 8-12-15,-1 5 5 16,4 0-2-16,2 0-9 15,-3 0-1-15,3 0-1 16,0 10 9-16,0 12-4 16,0 8 1-16,0 2 10 15,0 8-11-15,0 8 3 16,0-2 0-16,7 7-6 16,0-3 1-16,-5-3-1 15,4-5-6-15,-3-2 7 0,2-3-4 16,-3-7 0-16,2-3 3 15,-1-7-6-15,-1-5 6 16,-2-2-6-16,2-7-2 16,2-5 4-16,-1-1-8 15,-1 0 5-15,4 0 14 16,4-5-14-16,8-15-7 16,3-10-10-16,5-5-7 15,1-2-5-15,0 5 12 16,-4 7 13-16,-7 10 12 15,-2 13-1-15,-3 2 8 0,0 0-1 16,0 0 2 0,-2 12 7-16,-2 8-6 0,-1-2-3 15,0 1 5-15,0-4-10 16,-4 3 2-16,-2-4-4 16,0 2-1-16,0-2 6 15,-14-1-6-15,-13-1 3 16,-9 0 2-16,0-1-3 15,-2-2-2-15,4-3 2 16,12-6-3-16,8 0 8 16,12 0-10-16,2 0 4 15,0 0-5-15,0 0 5 16,8 0 4-16,11-6-2 0,6 4 1 16,2-3 4-1,1 0-12-15,2 0 1 0,-2 0-6 16,-3-3-21-16,0-4-11 15,-1-3 12-15,-1-2 17 16,-1-2 19-16,0-7-3 16,3-6 1-16,3-6 2 15,5-7-8-15,3-14 2 16,2-5-4-16,-4-1 3 16,-4 5 9-16,-15 11 17 15,-3 9 1-15,-12 10 10 16,0 10-19-16,0 10 6 15,0 3-6-15,-12 7-4 16,-3 0-5-16,-2 0-9 0,4 17 7 16,-2 11 6-16,7 1-3 15,2 4 2-15,1 2 0 16,5 0 0-16,0 3 1 16,0-2-10-16,0 1 1 15,0-2 3-15,0 0-12 16,9-3 5-16,4-2-2 15,1-1-3-15,0-4 4 16,0 1-3-16,-3-10-7 16,-1-3 10-16,2-5-4 15,-5-4 6-15,4-4 1 16,4 0-8-16,4 0 8 16,4 0-18-16,4-17-18 0,3-7 3 15,-2-4-7-15,1-4-21 16,-6-4-21-16,-1 2 56 15,-8 4 26-15,-12 10 6 16,-2 10 19-16,0 8 31 16,0 2-19-16,0 0-29 15,-10 0-10-15,-5 0 1 16,2 10 6-16,-1 5-3 16,3-1 4-16,3 7 8 15,0 1-3-15,2-2 1 16,3 5 3-16,3-3-6 15,0 0 0-15,0 1-2 0,0-3-4 16,0-1 0 0,3-4-5-16,8 0-3 0,2-5-4 15,2-5-1-15,4-2 8 16,4-3-4-16,1 0 2 16,1 0 3-16,0-13-1 15,2-7 1-15,4-7-10 16,5-5-4-16,0-3-8 15,-3 3 1-15,0 7 18 16,-9 10 9-16,-1 5-4 16,-10 5 3-16,-1 4 0 15,-1 1-2-15,0 0 2 16,3 0-5-16,2 0 1 16,-2 0 5-16,5 6-4 15,1 4 3-15,-6 4 5 0,2 2 2 16,-7 1 2-16,-4 3-8 15,-5 0-3-15,0-3 3 16,0 4-6-16,0-2-2 16,-14-4-4-16,-6 0-17 15,4-4-23-15,0-8-152 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25.90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56 0 68 0,'-13'0'98'15,"-1"0"-78"-15,5 0 32 16,-2 0 20-16,2 0-19 16,9 0 0-16,0 0-30 0,0 0 1 15,0 0-4-15,0 0-12 16,0 0 6-1,0 0-6-15,0 0 8 0,0 0 4 16,0 0-8-16,4 0 1 16,6 0-1-16,8 5-6 15,6 0-2-15,15 0-2 16,10-2-5-16,7-1 6 16,1-2-6-16,8 0-1 15,0 0 1-15,5 0 0 16,-4 0 2-16,-3 0-6 15,-5 0 2-15,-6-2 7 16,1 2-8-16,-7-3-1 16,1 3 5-16,-2 0-5 15,0-1 1-15,-2 1 1 16,2-4-1-16,-4 2 2 0,-8-1-2 16,-3 3 4-16,-10 0 2 15,-7 0-2-15,-7 0-1 16,-3 0 6-16,-3 0-7 15,0 0 8-15,0 0-10 16,0 0 0-16,0 0 5 16,0 0-4-16,-6 0-17 15,-5 0-23-15,8 0-115 16</inkml:trace>
  <inkml:trace contextRef="#ctx0" brushRef="#br0" timeOffset="599">122 201 229 0,'-5'-4'42'16,"-1"-2"-18"-1,6 6 59-15,0 0-53 0,0 0-20 16,0 0 3-16,0 0 11 16,0 0-9-16,0 0 7 15,-3 0-4-15,3 0-6 16,0 0 0-16,0 0-11 15,0 0-5-15,0 0 13 16,9 0-4-16,14 0 6 16,4 0-3-16,6 0 0 15,6 0 5-15,4 0-11 16,4 0 2-16,9 0-1 16,10 0-3-16,6-6 2 15,8-5-1-15,0 1-4 0,0 1 7 16,-3 1-6-16,-7 5-2 15,-7-2 7-15,-11 3-6 16,-7-1-2-16,-12 3 3 16,-3 0-4-16,-6 0 11 15,1 0-10-15,-2 0 2 16,-1 0 3-16,-6 0 2 16,-2 0-4-16,-3 0 5 15,-5 0-4-15,-1 0 7 16,-2 0-10-16,-3 0 3 15,2 0 5-15,-2 0-11 0,0 0-2 16,0 0-32 0,0 0-102-16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36.62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4787 35 155 0,'0'-11'68'16,"0"4"-57"-16,-12 0 38 15,-1 2 8-15,4 2-11 16,9 3-14-16,0 0-5 16,0-2-7-16,0 2-5 15,0 0 2-15,-2 0-10 16,-2 0 4-16,-1 0 4 16,-9 0-8-16,-3 0-5 0,-8 10 2 15,-5 4-2-15,-1-1 5 16,-3 0-6-16,-9 2 2 15,5 0 3-15,-6 2-7 16,5-4 5-16,-2-1-1 16,-1 0 0-16,-4-4 1 15,1 2-5-15,-7-4 0 16,-1 3 6-16,3-3-4 16,-11 0 3-16,7 0 3 15,-2-4-1-15,1 5 5 16,0-2-9-16,0-1-2 15,0 5 2-15,-4-3-3 16,-2 0 2-16,-2 3 0 0,-3-1-1 16,-3-1 5-16,0 0-4 15,-3-1-2-15,0 4 8 16,1-3-6-16,-4 6 7 16,1-2-8-16,-4 4-2 15,7 0 7-15,-1 6-8 16,5-3 0-16,6 3 5 15,0 1-4-15,1 4 2 16,-1 1 0-16,-4 6 1 16,1-3 2-16,-3-1-5 15,6-4-1-15,-2 2 10 16,-6 0-10-16,-11 6 3 16,-5 7 3-16,-3 1-7 15,-1 2 11-15,9-4-13 0,8 4 4 16,11-8 8-16,12-3-6 15,15-8 1-15,7-6-2 16,11-3 1-16,-2 0 8 16,5 3-10-16,-1 0 1 15,-2-4 6-15,-1 3-4 16,-2-3-1-16,-6 4 1 16,3 0-5-16,0-6 9 15,5 0-8-15,6-5 0 16,5-3 8-16,6-4-8 15,0 0 5-15,-2 0 0 16,2 0-3-16,0 0 7 16,-3 0-8-16,3 0 1 0,0 0 9 15,0 0-11 1,0 0 6-16,0 0-2 0,0 0-2 16,0 0 11-16,0 0-16 15,0 0-6-15,0 0 14 16,0 0-15-16,0 0-23 15,0 0-14-15,0 0-20 16,5 0-60-16,18 0-54 16</inkml:trace>
  <inkml:trace contextRef="#ctx0" brushRef="#br0" timeOffset="534">1153 1004 182 0,'-17'0'14'0,"17"2"8"0,0 5 22 15,0-1-17-15,0 6 3 16,3-2 6-16,8 6-7 16,0 0-4-1,-6 5 5-15,1 3-9 0,-6 6 0 16,0 4-4-16,0 7-8 15,0-4 0-15,-13 3-5 16,-2-8-6-16,-1-2 9 16,7-5-12-16,2-9 1 15,4-2 6-15,0-13-2 16,3-1 4-16,0 0-5 0,0 0 0 16,0 0 11-1,0-9-10-15,19-3 0 0,4-2 3 16,1 5-3-16,1 4 4 15,3 5-8-15,-3 0-3 16,2 0 4-16,1 0-8 16,-1 7-3-16,1 4-15 15,3-4-19-15,-1-2-105 16</inkml:trace>
  <inkml:trace contextRef="#ctx0" brushRef="#br0" timeOffset="2561">225 1867 31 0,'8'9'2'0,"1"6"-2"0,-9 0 8 16,0-2-6-16,0-9 7 15,0-4 13-15,3 0 9 16,-3 0 13-16,0 0 2 16,0 0-7-16,0 0-16 15,0 0 3-15,0 0 16 16,0 0-2-16,0 0-9 15,0 0-19-15,0 0 0 16,0 0-1-16,0 0-1 16,0-2 1-16,0-3-8 15,-3-4-3-15,-3 6 4 0,1-2-6 16,-4-1 1-16,1 2 4 16,-3 1-4-16,-3 0 7 15,1 3-2-15,-4 0-4 16,4 0 10-16,-5 0-8 15,5 0 1-15,-4 0 3 16,-2 6 1-16,2 4-2 16,4-3-4-16,-1 3 4 15,5-1 1-15,1 3-7 16,1 6 3-16,3 0 0 16,1 5-2-16,3-4 1 15,0-1-1-15,0 1-2 16,0-5 7-16,0 2-8 15,3-5 1-15,8-4 3 0,-3-2-5 16,6-3 8-16,2-2-5 16,4 0 0-16,0 0 8 15,1-14-11-15,2-13 4 16,-4-3 1-16,0-2-4 16,-6-5 3-16,-4 1-1 15,0-4-2-15,-4-2 5 16,-1 0-5-16,-2-1 3 15,-2 1-1-15,0 7 2 16,0 3 1-16,0 9 0 16,0 9-2-16,0 2 8 0,0 4-10 15,-6 2 4 1,1 4-2-16,-4 0 2 16,6-2 4-16,1 3-3 0,2 1 1 15,0-2 4-15,0 2-8 16,0 0-2-16,0 0 8 15,0 0-5-15,0 0 0 16,-4 0 2-16,-1 20 4 16,1 15 8-16,-5 3-6 15,3 10-9-15,0 2 7 16,4 1-5-16,0 0 3 16,2-6-7-16,0 2 2 15,0-10 5-15,0 0-7 16,4-7-1-16,8-4 4 15,1 1-1-15,-4-10-2 0,2-5-2 16,-3-4-3-16,0-6-1 16,3-2 6-16,3 0-2 15,0 0 7-15,2 0-9 16,-1-12-8-16,-4-5-9 16,-3 1-9-16,0 1-7 15,1 0-27-15,-2-2 25 16,2 1 5-16,-4 2 17 15,1 0 20-15,-3 0 5 16,-1-1 17-16,0 3 24 16,2 1-11-16,-1 8-7 15,-1-2 0-15,1 3-18 16,3-3-4-16,3 1-7 16,-2 4 3-16,4 0 7 0,-2 0-9 15,-4 0 8-15,1 0 3 16,-1 9 3-16,-5 8 0 15,2-1-9-15,-2 5-3 16,0-3 3-16,4 0-8 16,-2-2-2-16,4-2 4 15,3-4-7-15,-1 1-4 16,3-6-11-16,-1-1 1 16,1-4-56-16,3 0-115 15</inkml:trace>
  <inkml:trace contextRef="#ctx0" brushRef="#br0" timeOffset="2817">479 1779 283 0,'-3'-9'21'0,"3"3"39"16,0 2-3-16,0 1-44 0,0-2-8 15,6 2-1 1,3 1-7-16,-5 2 0 16,5 0-21-16,-1 0-58 0,4 0-38 15</inkml:trace>
  <inkml:trace contextRef="#ctx0" brushRef="#br0" timeOffset="3754">700 1988 160 0,'0'-6'23'15,"0"2"-8"-15,0 4 16 16,0 0 8-16,0 0 28 15,0 0-5-15,0 0-25 16,0 0 4-16,0 3-14 16,0 13-16-16,0 8 4 15,-2 3-14-15,-5 0 5 16,5 3-7-16,-1-3 0 0,3-5 3 16,0-2-6-16,0-8 3 15,0-1-3-15,0-4-1 16,0-7 7-16,0 0-5 15,0 0 5-15,0 0 7 16,0 0-7-16,0-5-1 16,0-12 1-16,-2-9-4 15,-2 0 3-15,-1-2-2 16,0 1 0-16,1 4 7 16,2 4-9-16,0 7 8 15,-1-1-3-15,3 8-5 16,0-1 8-16,0 5-10 0,0 1 0 15,0 0 7-15,0 0-3 16,3 0-4-16,10 0 0 16,3 0 0-16,4 8 6 15,3 0-11-15,1 1-7 16,3-8 11-16,1 3-17 16,1-4 2-16,-2 0 5 15,-3 0-3-15,1 0 1 16,-6 0-3-16,0 0-3 15,-2 0-24-15,-2 0 19 16,-2-4-6-16,-5 0 17 16,0-2 11-16,-5 4 12 15,-3-4 11-15,0 5 17 16,0-1-14-16,0-2 20 0,0 4 2 16,0 0-28-1,0 0 8-15,-5 0-6 0,-9 0 9 16,-3 0-16-16,-2 6 6 15,6 1-9-15,-4 4 9 16,9-1-6-16,-1-1-9 16,1 1 9-16,5 3-2 15,1 1-6-15,2 2 13 16,0-2-12-16,0-1-1 16,0-1 3-16,5 0-7 0,8-4 6 15,7-4-7 1,2 0 0-16,3-4-3 15,0 0-10-15,2 0-22 0,1 0-34 16,2 0-38-16,-5-10-34 16</inkml:trace>
  <inkml:trace contextRef="#ctx0" brushRef="#br0" timeOffset="4413">1351 1996 175 0,'-16'0'48'16,"5"0"-16"0,2 0 50-16,4 0-32 0,-4 0-36 15,2 0 2-15,-4 0 1 16,-3 7-2-16,-1 0 2 15,5 1-3-15,-1 0-7 16,-2-1-2-16,4 2-5 16,0 1 3-16,2 4 1 15,1 2-3-15,1 2 2 16,-1-1 3-16,3-1-4 16,0 3 4-16,3-4-6 15,0-5-1-15,0-1 5 16,3-2-7-16,13-1 3 0,9-3 0 15,3-3 0-15,-1 0 4 16,3 0-12-16,-1-16-5 16,-1-3 13-16,-7-6-10 15,-2-3 1 1,1-2 1-16,-4-6-3 0,-2-4 4 16,-5-4-4-16,-7-4-2 15,0 1 11-15,-2 0 0 16,0 4 4-16,0 7 6 15,0 13 7-15,0 6 2 16,0 6 5-16,0 9-10 16,-4 2 3-16,1 0-9 15,0 0 1-15,-5 0-4 16,1 20 1-16,3 4 11 0,1 8-7 16,3 2-1-16,0 3 2 15,0 2-3-15,0-2-4 16,11 1 0-16,-3-4-4 15,1-4 5-15,-5 0-7 16,0-9-4-16,-4 0-1 16,3-3-9-16,-3-6-10 15,2-3-10-15,0-3-72 16,7-6-90-16</inkml:trace>
  <inkml:trace contextRef="#ctx0" brushRef="#br0" timeOffset="4655">1368 2021 308 0,'-6'0'62'16,"6"0"-47"-16,0 0 16 15,4-3-9-15,17 3-21 16,7-3-2-16,-3-4 8 15,3 2-9-15,-10-2-1 16,2-1 4-16,3 2-11 16,-8 5-11-16,8-6-42 15,-1 6-28-15,3-5-35 0</inkml:trace>
  <inkml:trace contextRef="#ctx0" brushRef="#br0" timeOffset="5636">1862 1717 118 0,'-11'-11'60'0,"6"2"-54"15,3 2 35-15,2 4-8 0,0 3-13 16,0 0 14-16,0 0 32 15,-4 0-10-15,1 17-15 16,-2 9-9-16,-4 6-9 16,1-1-11-16,1 8 1 15,3-2-10-15,2 1 3 16,2 1-1-16,0-3-1 16,0 3-1-16,0-6-2 15,0 3-5-15,0-6-2 16,0-3-2-16,6-5-15 15,1-9 8-15,1-5 2 16,1-6 1-16,-1-2 6 16,0 0 5-16,6 0-2 0,4-23-16 15,-3-2-19 1,6-5-27-16,-3 0-24 16,2-2 48-16,-7 6 38 15,-5 4 14-15,-2 10 9 0,-3 8 3 16,-3 1 55-16,0 3-40 15,0 0-36-15,0 0 2 16,2 0 6-16,2 0 17 16,-2 18-5-16,1 1-5 15,-1 4-7-15,2-2-1 16,1 0-11-16,4-6 2 16,2-5-4-16,-1-5-3 15,7-2 9-15,5-3-6 16,5 0 4-16,-2-6-1 0,-2-12 0 15,-1-1 1-15,-3-4-4 16,-6 2 1-16,1-4 8 16,1 2-12-16,-5 4 4 15,1 5 6-15,-2 5-5 16,-5 7 4-16,-4 2 5 16,0 0-3-16,0 0-1 15,0 0-4-15,0 5 7 16,0 10 1-16,0 2-5 15,0 6 6-15,7-2-6 16,-2 7 2-16,-2 2 4 16,3 0-4-16,-2 4 0 15,0 4 5-15,1-1-10 0,1 3 7 16,-3-2-9 0,2 1 3-16,1-4 0 0,1-4-3 15,0 2-8-15,-5-8 10 16,-2-1-8-16,0-6-8 15,0 0 6-15,-9-4 11 16,-9-6-5-16,-2-4 6 16,-3-4-1-16,8 0 7 15,1 0-7-15,0-19-1 16,6-8 1-16,2-8 0 16,6-6 2-16,0 3-3 15,0 3 4-15,14 8 11 0,8 4-9 16,3 1 2-16,7 2-2 15,2 0-4-15,0 0-1 16,2 5-21-16,-1 3-48 16,6-3-197-16</inkml:trace>
  <inkml:trace contextRef="#ctx0" brushRef="#br0" timeOffset="6600">3053 1934 190 0,'-12'0'93'16,"6"0"-95"-16,6 0 19 16,0 0 26-16,0 7 0 15,0 11-22-15,0-3 23 16,0 8-19-16,-5 1-3 0,-3-3-8 15,-1 3-11-15,1 0-3 16,2-2 5-16,4-2-8 16,2-5 2-16,0-6-3 15,0-3-2-15,0-5 3 16,0-1 2-16,0 0-2 16,0 0 6-16,0-1-4 15,0-19-9-15,11-5 7 16,3-8 0-16,-3 1 8 15,-3 2-5-15,0 5 1 16,1 6 8-16,-3 7-8 16,-4 5 0-16,1 3-1 15,-1 4-3-15,7 0 1 0,2 0-3 16,3 0 3-16,2 9 6 16,4 8-3-1,-6 3 1-15,-3 5 0 0,-3-3-1 16,-8 5 0-16,0-2-3 15,0-2-4-15,0-4 8 16,0-5-4-16,0-3 2 16,0-9-2-16,0-2-1 15,0 0-2-15,0 0 0 16,0-6-4-16,5-13 5 16,11-11 1-16,1-4-10 15,2-6 7-15,4 1-23 0,-1 9 10 16,-6 5 4-16,-3 15 9 15,-6 5 4-15,-2 5 1 16,1 0 4-16,-1 0 1 16,2 0 1-16,-1 0 2 15,6 12-1-15,-3 6-6 16,2-1 9-16,-3 2-4 16,0 2 5-16,-2-5-2 15,-3 2-5-15,-3 0-3 16,2-4 0-16,-2-2 0 15,2-1 3-15,2-4-6 16,1-1 0-16,4-2-1 16,-1-2-1-16,5 2 5 15,4-4-5-15,2 0-2 16,1 0-4-16,-4 0-11 0,-2 0 10 16,3-13-16-16,-1-2 2 15,2-3 5-15,0-2-29 16,4-2-29-16</inkml:trace>
  <inkml:trace contextRef="#ctx0" brushRef="#br0" timeOffset="7169">3695 2082 159 0,'0'0'12'16,"0"0"27"-16,0 0 1 16,0 0-14-16,6 0-15 15,6-12-6-15,-1-1-5 0,2-4 3 16,-5-1-3-16,3-1-1 16,-5-2 5-16,-1 0-8 15,-5-3 11-15,0 6 4 16,0 0 0-16,0 6 25 15,0 9 23-15,-3 3-13 16,1 0-21-16,-7 0-12 16,-1 0-6-16,-5 9 2 15,2 3-7-15,-1 6 3 16,5-2 0-16,7 4 0 16,2 0-1-16,0 0-4 15,0 1 1-15,0-1-1 0,0 1-6 16,14-7 3-1,-3 2-4-15,2-7-3 0,4 1 5 16,5-5-2-16,9-5 0 16,1 0-4-16,4 0-21 15,-2 0-23-15,2-10-32 16,0-4-85-16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50.09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207 524 151 0,'0'0'58'16,"0"0"-81"-16,0 0 35 15,-7 0-3-15,-8 5-5 16,1 2 23-16,3 1 20 16,1-1 32-16,-1-1-44 15,-3-1-5-15,-1 4-12 16,0 4-7-16,-6 2-5 16,6 5-5-16,-4-4 9 15,2 2-9-15,3-3 0 16,9-3 2-16,1-4 4 0,4 2-5 15,0-5-3-15,0 0 0 16,4 0 5-16,6-3-4 16,7-2-5-16,-3 0-1 15,-3 0-1-15,3 0-8 16,-1 0 7-16,1-10 5 16,3-7 0-16,0-6-2 15,-4-4-2-15,3-5-3 16,-5 2 0-16,-2 0 9 15,-7 13 9-15,-2 9 11 16,0 8 21-16,0 0-22 16,0 0-14-16,0 6 7 15,-4 13-6-15,-5 4 1 0,0-2-5 16,7 2-2-16,2-4 8 16,0-1-8-1,0-3-3-15,0-2 2 0,9-3 0 16,4-3-1-16,1-2-4 15,6-5 1-15,2 0 7 16,2 0-9-16,4 0 3 16,-3-12 3-16,0-3 1 15,-3 1 1-15,-6-4-3 16,4-3 1-16,-4 3 7 16,-7 2-6-16,-2 1 5 15,2 6 1-15,-6-2-2 16,3 6 1-16,-4 3-4 15,3-1-1-15,6 1 6 0,0-1-6 16,7 3-1-16,0 0 4 16,2 0-4-16,-1 0 6 15,-2 0-4-15,-3 0 4 16,-3 3 4-16,-4 15-8 16,-3 1-3-16,-4 1 11 15,0 3-8-15,0-4 0 16,0-1 0-16,-6-1-5 15,-10-4 9-15,-4-1-7 16,1-7 7-16,-1 0-4 16,1-3-1-16,2-2-2 0,4 0-3 15,1 0-3 1,8-5 5-16,0-5-8 0,4 3 10 16,0 5 4-16,0 2 0 15,0 0 2-15,8 0-2 16,4 0-1-16,1 0 7 15,1 0-12-15,6 0 0 16,-1 5 3-16,3-5-6 16,5 0-8-16,2 0-16 15,3-3-12-15,2-15-20 16,-1 1 18-16,0-5 34 16,-6-3 9-16,3 0-3 15,-1-5-3-15,-4 0 4 16,-4 0 1-16,-6 8 12 0,-8 5 26 15,-5 12 40-15,-2 2-21 16,0 3-13-16,0 0-18 16,0 0-14-16,-2 0-7 15,-5 0 6-15,1 13-8 16,0 2 4-16,0 0 4 16,4 4 1-16,2-1-3 15,0 2-6-15,0-2 0 16,0-1 6-16,0-2-9 15,5-1-2-15,6-6 0 16,0 0-2-16,3-3 1 16,3-5 1-16,-1 0 1 15,4 0 9-15,-1 0-12 16,-2-5 1-16,2-11 7 16,-2-2 0-16,-4-1 0 0,4-3 1 15,-6-3-4-15,3 0 7 16,-8 8-7-16,-3 4 4 15,-3 11 12-15,0 2-3 16,0 0-6-16,0 0 0 16,0 0-7-16,0 0 6 15,0 12-1-15,0 3 2 16,0 5-2-16,0-2-1 16,0-4 1-16,0 6-5 15,2-2 0-15,2-3 7 0,5-3-11 16,0-3 3-1,-4-3-4-15,4-1 4 0,-5-4 1 16,5-1-2-16,3 0-3 16,1 0 0-16,4 0-8 15,4-1 6-15,2-14-3 16,2-7 2-16,-3-1 3 16,1-2 4-16,-8 8 1 15,-3 5 7-15,-7 6-7 16,-1 4 4-16,-2 2 1 15,3 0 0-15,3 0 4 16,1 0-1-16,-1 12-3 16,3 1 5-16,0-1-6 15,3 4 2-15,-3-2-1 16,0-1 2-16,-2 0-3 16,-4-2-2-16,1 0 1 0,-6-3-1 15,0-2-2-15,0-1 0 16,0 0 2-16,0-5 2 15,0 0 5-15,0 0 0 16,0 0-4-16,0 0-3 16,0-7-12-16,0-14 4 15,11-5 3-15,5-2 1 16,0-2 6-16,2 8-1 16,-7 5 0-16,-7 9 15 15,-1 3-18-15,0 5 2 16,0 0 4-16,3 0-9 0,2 0 5 15,-1-2 1-15,5 2-6 16,5 0 11-16,2-3-6 16,3 3-5-16,0-2 2 15,0 2-4-15,3 0 1 16,3-3-5-16,3 1 1 16,3-3 9-16,2-2-7 15,4-1 3-15,-2 0 4 16,-6 1-7-16,-9 1 3 15,-10 5 4-15,-6 1 0 16,-5 0 8-16,-2 0-5 16,0 0 5-16,0 0 5 15,0 0 5-15,0 0-8 16,-5 7 5-16,-12 0-6 0,-6 6 1 16,-4 4-9-16,0 3-1 15,0 0 2 1,5 2-1-16,2-1 2 0,6-2-2 15,5-1-3-15,7-6 5 16,2-5-7-16,0-1 1 16,0-5 7-16,11-1-7 15,14 0-7-15,2 0 1 16,7-7-3-16,-1-12 9 16,-6-4-13-16,-4 1 0 15,-4 0 8-15,-9 1 4 0,-1-1 6 16,-7 7-3-1,2 3 0-15,-4 4 13 0,0 8 7 16,0 0-4-16,0 0 0 16,0 0-8-16,0 0-5 15,0 0 5-15,0 12-3 16,0 6 9-16,0 0-9 16,0 2 2-16,0-5-2 15,0-1-1-15,0-1-2 16,8-1 1-16,5-4-6 15,2-1 7-15,2-4-5 16,5-3-6-16,3 0 0 16,4 0-10-16,3-20 5 15,-3 0 2-15,-1-5-1 16,-9 0 15-16,-2-2-3 0,-6-3 0 16,-5-3 5-16,-2-6-5 15,-1-6 0-15,1-5-4 16,-4-4-5-16,0-1 9 15,0 3-4-15,0 5 2 16,-4 15 12-16,-7 8-1 16,4 15 10-16,1 7-2 15,3 2-4-15,0 0-6 16,3 0-8-16,0 0 9 16,0 10 10-16,0 12 1 15,0 5-3-15,0 5 5 16,0 6-8-16,0 2 3 0,0 2-7 15,0 0-3-15,0 1 0 16,0-7 4-16,0 2-7 16,0-7 2-16,0-2-8 15,0-2 12-15,0-5-18 16,0 1 5-16,3-4 6 16,-3-1-6-16,0-3 1 15,0-3-4-15,0-6 4 16,3 1 1-16,-3-7-5 15,3 0 0-15,0 0 1 16,2 0-1-16,3 0 2 16,9-17-12-16,0-6-11 15,4-2 4-15,-2 0 3 0,2 8 16 16,-8 6 9 0,1 7-1-16,-3 1 7 0,-6 3-7 15,6 0 4-15,-2 0 2 16,4 0-6-16,1 0-2 15,2 0 6-15,4 0-4 16,-4 6 0-16,-5 1-1 16,-5 5 0-16,-6 3 7 15,0 2 0-15,0 1-4 16,-22-1 4-16,0 1-3 16,-3-3-4-16,0-4-7 15,0-2 2-15,3-6 1 16,6 1-10-16,2-4 4 0,5 0 5 15,7 0-19-15,0 0 7 16,2 0 3-16,0-5 5 16,0 3 12-16,2-1-1 15,12 1 0-15,2 2 9 16,4 0-8-16,-2 0 1 16,0 0-7-16,0 0 2 15,5-4 4-15,-1 0-9 16,5-3 1-16,2-3 3 15,-4-5-1-15,2 0-2 16,0-5 3-16,4-2-1 16,5-6 0-16,5-6-7 0,4-9-7 15,-2-4-5 1,-7-5-10-16,-9 1 38 0,-13 5 3 16,-10 9 13-16,-4 4-3 15,0 6 7-15,0 5-13 16,0 2-2-16,0 4-5 15,0 7-9-15,0 1 9 16,-7 3-3-16,3 3 3 16,1 0-4-16,3 2 6 15,0 0 6-15,0 0-14 16,0 0 3-16,-4 0-4 16,4 7 12-16,-2 16-3 15,2 1-2-15,0 4-3 16,0 1 8-16,-2 4-9 0,-5 2 5 15,2-1-3-15,-4 1-4 16,5 0 6-16,1-3-9 16,-3 0-1-16,6-4 5 15,-2-1-5-15,-1-2 0 16,3-2-1-16,-3-1 1 16,0-3 8-16,3-4-13 15,0-2-2-15,0-6 8 16,3 1-2-16,11-3-5 15,0-2 5-15,0-1-7 16,1-2 0-16,3 0-2 16,-2 0-6-16,4 0 2 15,-2-5 2-15,5-10-7 16,-4-3 3-16,3-1-18 0,-2-1-62 16,-2-1 10-16,0 4 51 15,-5 3 32-15,-2 1 15 16,-8 3 7-16,-3 3 29 15,0 5 11-15,0-1 9 16,0 3-36-16,-5-3-23 16,-2 1 1-16,1 2 1 15,2 0 6-15,-1 0-9 16,-4 0-1-16,0 0 9 16,2 0-6-16,-4 11-3 15,-1 2 7-15,1 4-6 0,0 4 1 16,6-4-4-16,-1 3 2 15,6-5-2-15,0 0 0 16,0-2 0-16,0-1 6 16,0 1-2-16,9-1-1 15,4-2-2-15,4-3 0 16,2-4 6-16,6-3-10 16,0 0 0-16,2 0 1 15,2 0-21-15,-2-5-5 16,0-8-51-16,1 1-97 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4:59:53.4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92 42 109 0,'-9'-8'101'15,"3"0"-63"-15,-2-3 8 16,6 8 4-16,2 0-21 16,0 1-1-16,0-1 8 15,0 3-5-15,0-2-3 16,0 0-9-16,-4 2 3 0,4 0-14 16,0 0-3-1,0 0-3-15,0 0 7 0,0 0-13 16,0 0 4-16,0 0 2 15,0 0-2-15,0 9 2 16,0-1 1-16,0 1-8 16,4 4 10-16,1 4-7 15,0 4 5-15,1 3-3 16,-3-1-1-16,-3 2 1 16,0 0-3-16,0-2-1 15,0 6 8-15,-9-7-12 16,-7 0-1-16,-7-2-13 15,2 0-63-15,4 0-68 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09.65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215 460 117 0,'3'-8'27'15,"0"1"-2"-15,-1 2 9 16,1 3-12-16,3-2 1 16,1 2 1-16,2-2 2 15,-4 1-6-15,1-2-1 16,-3 3 1-16,-1-1 7 16,2 3-23-16,-4-4 4 15,2 3 4-15,-2 1-4 16,3-2-2-16,-3 2 2 15,0-6 5-15,0 2 3 16,0-2-15-16,0 2 2 16,-3 1 7-16,-14 1-9 0,-4-1-2 15,-2 1 4-15,1 2 5 16,2 0-4-16,2 0-3 16,4 0 6-16,-5 0 0 15,2 0-5-15,-2 0 1 16,0 0-4-16,-1 12-1 15,6 0 5-15,3 6-2 16,3 0-5-16,2 2 7 16,4-1-6-16,2-5 2 15,0 2 0-15,0-9-6 16,0-1 8-16,14-2 0 16,4-4-2-16,0 0 7 0,0 0-8 15,0 0 2-15,-3 0 3 16,6-3-6-16,0-9 4 15,1-6-1-15,0-3-2 16,0-2 4-16,-3-4-5 16,1-3 3-16,2-4 0 15,-3-6 0-15,-2 5 3 16,-3-1-7-16,-5 6 6 16,-7 6 2-16,1 0-3 15,-3 2-2-15,0 1 7 16,0 7-4-16,0-1 3 15,0 5-6-15,0-3 1 0,0 3 4 16,-3-2-6 0,1 0 4-16,-2 0-1 0,4 7 8 15,-2 0 4-15,2 1-11 16,0 0 7-16,-3 1-1 16,3 3 5-16,0 0-9 15,0 0 0-15,0 0-4 16,0 0 2-16,0 0-2 15,0 16 1-15,0 11 4 16,0-1-5-16,0 1 1 16,0 3 1-16,0 6-5 15,5 0 7-15,4 3-8 16,-5-2 2-16,3-5 3 16,-2-2-2-16,1-3-1 15,-1-3 1-15,4-1-1 0,-1-6 1 16,3-2-3-16,3-2-6 15,-1-2 7-15,2-2-6 16,0-7 2-16,-1-2 0 16,3 0 1-16,-6 0 2 15,1 0-7-15,-5-5 0 16,-3-4 10-16,-2-7-2 16,1-4 1-16,-3-4 1 15,0-4 2-15,0 1 2 16,0 0-4-16,2 1-2 15,1 8 7-15,3 6-5 0,-3 8 3 16,-3 1 5-16,0 3 1 16,0 0-1-16,0 0 2 15,0 0-5 1,0 12 13-16,0 9-16 0,8-1 9 16,6-1-9-16,0 6 1 15,5 0 3-15,0-2-6 16,-2-1 1-16,2-5 5 15,-3-2-9-15,-1-2 3 16,-1-3-4-16,-3-5-7 16,0-4-6-16,-6-1-29 15,4 0-38-15,-5 0-84 16</inkml:trace>
  <inkml:trace contextRef="#ctx0" brushRef="#br0" timeOffset="287">671 35 191 0,'-6'-14'126'0,"3"5"-101"15,3 5 29-15,0 1-5 0,0 3-8 16,0 0-26-16,0 0-8 16,0 0-6-16,0 0 0 15,0 0-2-15,0 0-1 16,0 0-6-16,12 11-38 16,-1 8-44-16,2-3-98 15</inkml:trace>
  <inkml:trace contextRef="#ctx0" brushRef="#br0" timeOffset="1064">860 356 33 0,'0'0'192'15,"0"0"-169"-15,0 0-1 16,7 0 9-16,-2 2 1 16,4 18-18-16,-4 3-7 15,-3-2 7-15,2-3-3 16,-4-3 3-16,0-8-4 15,0 1-1-15,0-7 2 16,0-1-4-16,0 0 1 16,0 0 9-16,2 0-4 0,0-3-8 15,5-20-4-15,1-4 1 16,-5-3 1-16,2 4-6 16,-5 6 6-16,0 6 7 15,0 4-3-15,0 3-1 16,0 1-1-16,0 6-2 15,0 0 0-15,0 0-4 16,5 0-4-16,6 0 11 16,7 0-10-16,0 0 7 15,4 0-6-15,6 4 3 16,3-2-4-16,2 3-8 16,2-1-11-16,1-4-7 0,0 0-26 15,-2 0-2-15,-4 0 4 16,-9 0 17-16,-3 0 20 15,-11 0 13-15,-3 0 10 16,-4 0 9-16,0-8 4 16,0 0 4-16,0-3-10 15,0 4 0-15,0-4 0 16,-6 6 8-16,1 1 9 16,-4 1 21-16,0 3-22 15,-4 0-14-15,-4 0-8 16,-2 0 3-16,-4 7-1 15,2 16-2-15,2 2-6 0,2 5 5 16,6 0-5-16,5-4-1 16,4 0 0-16,2-6-2 15,0-2 3-15,0-4-2 16,19-5-3-16,4 1 6 16,7-6-5-16,6-4-12 15,-1 0-19-15,6 0-24 16,-2 0-26-16,0-7-91 15</inkml:trace>
  <inkml:trace contextRef="#ctx0" brushRef="#br0" timeOffset="1688">1659 293 220 0,'-4'-3'49'0,"-11"3"-28"15,3 0 33-15,1 0-23 16,0 14-19-16,0 0 1 16,-7 3 7-16,-3 4-4 15,6-3 1-15,-3 3-8 16,8-1-5-16,2-3-1 15,5-2 8-15,3 2-10 0,0-1 1 16,0-5 1 0,0 5-2-16,14-6-5 0,-1-3 0 15,10-1-5-15,-7-5 8 16,4-1-8-16,1 0 3 16,4 0-8-16,5-22-27 15,0-7-14-15,1-6-11 16,-4-6 5-16,1-5 22 15,-6-3 7-15,-4-9 29 16,-5 1 15-16,-11 3 23 16,1 6 30-16,-3 11-18 15,0 12 1-15,0 11-10 16,0 3-15-16,0 8-5 16,0 1 3-16,0 2 4 15,0 0-11-15,0 0-6 16,0 0-1-16,0 5 10 0,-3 16-2 15,-1 13-5-15,4 3 1 16,0 7-4-16,0 6 2 16,0 3-8-16,2-7 0 15,9-1 4-15,-3-2-10 16,5-6 5-16,-4-5-3 16,0-2-8-16,-4-6-4 15,-1-4-15-15,-2-4-37 16,0-6-42-16,1-3-99 15</inkml:trace>
  <inkml:trace contextRef="#ctx0" brushRef="#br0" timeOffset="1936">1719 380 274 0,'-5'0'60'16,"5"0"-59"-16,0 0 34 16,2 0-20-16,24 0-4 15,10-6-10-15,6 3-2 16,-6-3 2-16,0 1-1 0,-4 1-4 16,-1-2-13-1,-7-2-21-15,-5 1-8 16,-2 2-31-16,0-2-10 0</inkml:trace>
  <inkml:trace contextRef="#ctx0" brushRef="#br0" timeOffset="2880">2396 44 221 0,'-22'-12'46'16,"2"6"-36"-16,4 5 35 15,5 1-18-15,3 0-9 16,2 0-7-16,1 0 5 0,-1 0 19 16,1 17-11-16,2 6 0 15,-3 4 4-15,4 5-11 16,-5 3-1-16,5 3-8 16,0 4-2-16,2-2 1 15,0 1-7-15,0 4 3 16,0 0-3-16,0-3-1 15,0-4-1-15,0-7-4 16,0-3-5-16,0-10 3 16,0-4-13-16,2-6-15 15,4-8 25-15,5 0 5 16,3 0 2-16,0-12-13 16,2-16-11-16,0-7 17 0,4-4-17 15,2-4-5-15,-3 3 9 16,-2 13 21-16,-5 10 10 15,-10 10 13-15,0 1 6 16,-2 6 11-16,0 0-10 16,0 0-7-16,0 0-6 15,2 0-1-15,7 6-3 16,3 11 1-16,-3 3-4 16,1-3-1-16,1-1-3 15,-3 1-4-15,1-5 3 16,-5-2-2-16,5-2 0 15,3-2-3-15,1-2-4 0,7-4 10 16,1 0-17 0,8 0 4-16,0-4 4 0,5-13-9 15,2-8 2-15,-4 1 7 16,-1-3 3-16,-6 4 7 16,-5 5-7-16,-13 11 7 15,-4 2 5-15,-3 5 10 16,0 0 0-16,0 0-2 15,0 0-9-15,0 0 1 16,0 12-7-16,0 8-2 16,-3 4 2-16,3 4-1 15,0 2 3-15,0 2 0 16,0 2-5-16,0 5 5 0,0-2-6 16,0 6 1-16,0 2 1 15,0-1-2-15,0 2 2 16,0 0-2-16,0-4-2 15,0-2 7-15,-5-3-14 16,-3-7 0-16,-3-6 4 16,-1-8 3-16,-1-4 2 15,2-7-1-15,-1-5-2 16,-1 0 9-16,5 0-6 16,-1-23 1-16,7-11 0 15,2-11 1-15,0-7-2 16,0-4 2-16,11 8 0 15,8 4 2-15,1 13-2 16,-2 9 8-16,0 7 0 0,-3 4-8 16,8 2-3-1,2-1-15-15,-1-1-38 0,6 5-133 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13.2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0 165 178 0,'11'0'147'16,"-5"0"-137"-16,-6-9 4 16,3 9 62-16,-3 0-53 15,0 8-5-15,0 22 3 16,0 6-7-16,0 7-5 16,0 3 5-16,5 5-8 15,6 1 4-15,0 2-7 16,3 4-5-16,3-4 7 0,-3-2-5 15,-1-2 0 1,-4-5-6-16,-7-7 0 0,1-8-11 16,-3-6-9-16,0-6-44 15,0-9-13-15,0 0-57 16</inkml:trace>
  <inkml:trace contextRef="#ctx0" brushRef="#br0" timeOffset="745">72 332 189 0,'0'-17'26'0,"0"4"7"16,0 6 30-16,8-1-35 15,6 5-13-15,2-3 1 16,9 1-3-16,0 5-13 16,6 0 1-16,-1 0 3 15,-2 0 1-15,-7 12 10 16,-6 8-2-16,-7 2-4 16,-2 4 2-16,-6-4-4 15,0 0 2-15,0 3 7 16,-29-1 0-16,-9 3 0 15,-9-6-8-15,1-6-7 0,4-6 6 16,12-3-11 0,5-6-2-16,12 0 8 15,4 0-17-15,6 0-3 0,3-8-8 16,0-4 10-16,19 2 14 16,14-1 0-16,6 10 0 15,5 1 7-15,0 0 2 16,3 0-5-16,-3 0-1 15,-5 0-3-15,-3 0-2 16,-3 0-3-16,-3 0-11 16,1 0-4-16,1 0-3 15,4-3 2-15,3-17 8 16,3-5-28-16,-1-5-20 0,4-2 39 16,-9 2 12-1,-11 7 18-15,-14 6 10 0,-11 10 44 16,0 2-18-16,-11 5-16 15,-12 0-1-15,-11 0-8 16,5 0-2-16,-2 0 7 16,13 7-6-16,3 6-10 15,5 0 11-15,3 6-6 16,3 4-1-16,-3 1-1 16,5 6-7-16,-1 0 0 15,3 0-6-15,0-3 2 16,0-5-5-16,0-4-4 15,14-3 10-15,8-8 0 0,8-7-2 16,12 0-4-16,-3 0-17 16,-1 0-11-1,-2-7-34-15,-6-3-73 0</inkml:trace>
  <inkml:trace contextRef="#ctx0" brushRef="#br0" timeOffset="1397">1031 359 128 0,'0'-6'64'15,"0"6"-44"-15,0 0 39 0,-6 0-10 16,-3 0-4-16,-1 0-22 15,-1 0 12-15,-9 0-9 16,6 0-15-16,-2 0 5 16,-1 0-9-16,6 6-6 15,3 7 2-15,2 1-7 16,6 2 1-16,0 1 7 16,0 1-3-16,0-3 1 15,2-3 1-15,10-2-1 0,-1-1 3 16,0-4-6-1,-3 3 0-15,0-3 3 0,3 3-3 16,0-1-4-16,-5 1 0 16,0 2-4-16,-6-1 1 15,0 2-3-15,0-4 3 16,-6 0 14-16,-7-3-6 16,-2-3 2-16,5-1 5 15,1 0-6-15,1 0 6 16,5 0-10-16,1-17 1 15,-1-5 1-15,3-6 0 16,0-2-3-16,0 3 2 16,5 4 1-16,6 10 6 15,-6-1-1-15,1 10 2 16,-3-2-1-16,0 1-4 0,-3 5 2 16,0 0-2-16,0 0 3 15,0 0-1-15,0 0-4 16,0 0-2-16,0 0 6 15,0 0-6-15,0 0 1 16,2 0 1-16,-2 0-2 16,0 0 3-16,0 0-13 15,0 0-9-15,0 2-4 16,0 4-17-16,0 4-56 16,0-3-149-16</inkml:trace>
  <inkml:trace contextRef="#ctx0" brushRef="#br0" timeOffset="1893">900 335 220 0,'0'-18'30'16,"0"15"-13"-16,0-1 5 15,0 4-9-15,0 0-13 0,0 0 4 16,0 0 13 0,0 0 1-16,0 9-4 15,0 2-9-15,0-1-2 16,5-5 10-16,13-1-12 0,4-4-1 15,3 0-2-15,0 0-9 16,2 0-5-16,-5-4 0 16,-5-4 10-16,-6 6 8 15,-11 2-3-15,0 0 9 16,0 0 5-16,0 0 0 16,0 0-1-16,-3 0-2 15,-3 10-6-15,1 2 8 16,-1 6-3-16,0-4 10 15,0 4-6-15,-1 1-4 0,1 1-8 16,1 0 3-16,5 0-10 16,0-2-5-16,0-6 1 15,9 0-10 1,12-6-2-16,7-4-28 0,4-2-48 16</inkml:trace>
  <inkml:trace contextRef="#ctx0" brushRef="#br0" timeOffset="2751">1427 354 106 0,'-2'0'17'16,"-7"0"11"-16,-2 0 13 15,-5 0 1-15,3 0-20 16,-1 0 0-16,3 0 1 16,4 5 1-16,0 3 0 15,1-3-12-15,1 6 0 16,-2 1-8-16,3 2 3 15,-3 6-2-15,5 0-3 16,2 0-1-16,0-1 3 0,0 2-4 16,0-6-2-16,17 0-3 15,2-3 1-15,3-7-4 16,5-3-6-16,1-2-33 16,1 0 14-16,-8 0 1 15,0-7 15-15,0-5 14 16,1-1 1-16,-3-4 4 15,3-4-4-15,0-1 4 16,-3-5 5-16,-2 1-10 16,-6-3 11-16,-3 10 14 15,-8 7 4-15,0 6 21 16,0 4-9-16,0-1-11 16,0 3-9-16,-8 0-14 0,-14 0 3 15,-3 0-4 1,-2 3 0-16,2 14 2 0,3 5 1 15,5-2 1-15,6 2 4 16,3 4-8-16,8-4 4 16,0 0-6-16,0-2-4 15,0 0-2-15,8-2 0 16,14-6-3-16,9-5 8 16,2-7-10-16,6 0 6 15,-1 0-10-15,0 0-2 16,1-12 2-16,-1-1 7 15,-2-1 1-15,-5-4 9 16,-6-4-4-16,-3-3 6 0,-3 0-7 16,-5 0 7-16,-5 8 1 15,-7 4 3-15,-2 10 9 16,0 3 5-16,0 0-18 16,0 0 2-16,0 11 13 15,0 14-7-15,0 2 4 16,0-2-2-16,0 0-6 15,0-3-4-15,0-1-6 16,0-7 0-16,11-4-3 16,6-4-12-16,4-6-21 15,2 0-36-15,-4 0-26 16,-2-6-48-16</inkml:trace>
  <inkml:trace contextRef="#ctx0" brushRef="#br0" timeOffset="2957">2015 243 383 0,'-2'-8'22'16,"2"6"-6"-16,0-1 25 15,0 3-13-15,11-2-19 16,9-1-8-16,-7 2 0 0,-1-3-24 15,-7 4-95 1,-1 0-116-16</inkml:trace>
  <inkml:trace contextRef="#ctx0" brushRef="#br0" timeOffset="4928">2015 243 128 0,'158'159'117'0,"-158"-159"-111"16,0 0 45-16,6 2 14 15,5 13-6-15,-6 3-11 16,0 1-9-16,-5 1-19 16,0 0-13-16,4 0-2 0,-1 0-8 15,-1-2 2-15,7 0 4 16,-5-10-12-16,5 0 2 15,3-3-4-15,3-5 2 16,8 0-2-16,-1 0-11 16,0-9 0-16,-8-12 22 15,-6 0-3-15,-4-5 3 16,-4 1 5-16,0-5 4 16,0 3 1-16,0 0-7 15,0 6 0-15,0 10 9 16,0 1-7-16,4 4 2 15,2 4-6-15,5-1 3 0,6 2-6 16,2 1-4 0,2 0 0-16,7 0-3 0,3 0-17 15,3 0-4-15,2 0-13 16,-4 0 6-16,6 0 15 16,2 0 10-16,-8 0-15 15,-3 0-46-15,-11 0 42 16,-9 0 18-16,-4 0 18 15,-5 0 17-15,0 0 36 16,-2 0-21-16,-26 6 7 16,1 2-5-16,-5 2-3 15,5 2-19-15,3 6-15 16,-1 4 3-16,0 5 1 0,3 0 0 16,2-1 0-1,9-4 1-15,6-2-10 0,5-3 1 16,0-7-2-1,0-3-3-15,22-4 4 0,3-3-20 16,5 0-13-16,-5 0 27 16,-3-8 6-16,-6-9 4 15,-7 0 2-15,-3-1 2 16,-4-4 5-16,0 2-2 16,-2 3-4-16,0 4 12 15,0 9-6-15,0 4-3 16,0 0-3-16,0 0 0 0,0 4 8 15,0 16-4 1,0 0-3-16,0 0 6 0,0-2-14 16,0-1 2-16,15-5-6 15,-2-2-5-15,4-5-5 16,2-5-5-16,1 0-8 16,2 0 3-1,3-17-9-15,-4-5 23 0,7-8 9 16,0-5 4-16,1-10 4 15,3-7-3-15,-7-6 10 16,-1-4 7-16,-4 0 5 16,-9 5-8-16,-3 8-2 15,-6 14 5-15,-2 12 11 16,0 11-2-16,0 7-5 16,0 5-3-16,-10 0-13 0,-1 0-3 15,-4 12 5-15,5 15-4 16,4 4 4-16,1 6-2 15,-1 7 1-15,6 4 4 16,-2-1-10-16,-1 1 1 16,3-3 0-16,0-1-2 15,0-7 0-15,0-5-4 16,0-4 0-16,0-9 7 16,0-1-10-16,0-3 2 15,0-5-4-15,0-5 2 16,0-3-2-16,0-2-2 15,0 0 12-15,3 0 6 16,10-15-18-16,10-9-19 0,-4-6 4 16,9 2-7-16,-6 5 12 15,-4 6 17-15,-4 10 4 16,-7 4 8-16,-3 3-3 16,2 0 7-16,-1 0-2 15,4 18-3-15,-1 3-4 16,-2-2 0-16,-2 1-1 15,3-2 8-15,-7-2-10 16,0 2 2-16,0-1 0 16,0 0 1-16,-3-4 1 15,-22 0-1-15,-5-4 0 16,-4-4 4-16,2 0-10 0,-4-5 2 16,5 0 0-1,6 0-8-15,9 0-2 0,10 0 5 16,6 0-2-16,0 0 4 15,0 0 2-15,11 0 7 16,11 0-1-16,5 3 2 16,2 2-2-16,1 0-2 15,6-5-5-15,-2 0 4 16,2 0-6-16,-4 0-3 16,1-15 4-16,1-5-1 15,2-7 5-15,2-3-5 16,7-10 3-16,1-5 6 0,3-7-6 15,-2-10 1 1,-5-7 5-16,-3-4-4 0,-6 6 1 16,-12 10 0-1,-6 17 5-15,-15 16 12 0,0 12-1 16,-11 8 0-16,-20 4-4 16,-2 0 5-16,0 8-10 15,5 12-3-15,7 4 0 16,10-3 6-16,5 9-6 15,3 2 6-15,3 0 1 16,0 3-2-16,0 0-4 16,0 0 6-16,0 6-12 15,0-6 6-15,0 0-10 16,0 0-3-16,0-2 4 16,0-6-1-16,0-2 5 0,9-3-7 15,2-2 3-15,0-3 3 16,3-4-10-16,-1-4 4 15,6-3-2-15,3-4 0 16,0-2-7-16,6 0-2 16,-3 0 8-16,3-13 7 15,-3-6-14-15,-4-6 9 16,-4-5 2-16,-3-2-15 16,-5 2-14-16,-4 8 6 15,-5 13 24-15,0 5-6 16,0 4 4-16,-9 0 13 15,-7 0 7-15,0 4 1 0,1 9-3 16,5 5 4-16,4 4-2 16,1-2 3-16,5 3-10 15,0-1 8-15,0-5-4 16,13 1-7-16,12-6 4 16,11-6-6-16,7-6-8 15,18 0-25-15,7 0-51 16,3-6-28-16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20.49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 24 144 0,'0'-10'141'0,"0"4"-137"15,-9-2-1-15,-2 8 24 16,11 0-5-16,0 0-6 15,0 0-9-15,0 0 6 16,0 0 12-16,0 0 2 0,0 10 2 16,0 3-7-1,0 6 0-15,0 4-6 0,3 4-6 16,-3 4-4-16,4 5 3 16,3-6-8-16,4 2 4 15,6-2-3-15,0 0 0 16,-2 0 1-16,0-3-5 15,-4-3 0-15,-3 2 8 16,-3-4-10-16,1 0 4 16,-6-8 1-16,0 1-4 15,0-2 2-15,0-7-9 16,0-3 4-16,0-3 0 16,0 0-6-16,0 0 6 0,0 0-4 15,0-1-2-15,-2-17-2 16,-5 0-5-16,5 0 3 15,2 3 12-15,0 2-5 16,0 3 3-16,0-3 3 16,0 4 4-16,9-1 1 15,7-1-5-15,0 5 3 16,6-3 3-16,1 3-3 16,-1 0 1-16,8 3 2 15,-1 3 1-15,0 0 3 16,2 0-6-16,-10 0 1 15,-1 11 12-15,-11 8-5 0,-7-1-1 16,-2 1 0-16,0 3-3 16,-13-6 2-16,-12 5-6 15,-4-4-1-15,2-1 7 16,-3-5-13-16,2-4 6 16,0-7-3-16,3 0-2 15,6 0 0-15,9-11-12 16,1-11 9-16,9 1 10 15,0-5-4-15,0 7 2 16,0 7 2-16,0 6-1 16,0 6 0-16,0 0-2 15,17 0 8-15,2 0 7 16,4 7-12-16,-5 7-1 16,0-2 2-16,0 0-3 0,4-2 1 15,3-5-5-15,3 1-1 16,8-6 6-16,2 0-10 15,7 0 8-15,-1 0-2 16,-3-13 2-16,-2-1 1 16,-6 4-6-16,-3-6 2 15,-6 2 7-15,-1-4-7 16,-3 1 4-16,-6-1 1 16,-6 9 0-16,-5 4 9 15,-3 1 3-15,0 4 0 16,0 0 8-16,0 0-19 0,0 0 2 15,0 9 0 1,0 12-2-16,0-2 1 0,0-2 1 16,2-4 0-16,9 1 2 15,3-5-8-15,-1-2 2 16,5-1-1 0,-2-6 4-16,4 0-1 0,-2 0-6 15,5 0 2-15,2-10 3 16,-3-10-3-16,0-2 5 15,-6-4-4-15,-4 4-1 16,-10 4 5-16,-2 3-6 16,0 7 2-16,0 4 5 15,0 4-3-15,0 0 6 16,-11 0-8-16,-3 0 7 0,3 11 0 16,0 5-4-16,6 5 0 15,2 3 9-15,3 5-8 16,0 1 1-16,0 4 2 15,0 2-4-15,8 0 2 16,3 1-6-16,0-2 2 16,3 0 3-16,-3 2-8 15,-2 0 3-15,-5-1 2 16,-4-4-5-16,0-1 8 16,0 1-8-16,-2-2-4 15,-11-7 11-15,-1-5-6 16,3-6-5-16,0-8 5 15,-3-4-1-15,1 0 1 0,-8 0-5 16,2-1 2-16,0-22 11 16,-1-4-13-16,4-6 2 15,7-3 7 1,9-4 4-16,0 2-1 0,9 2-9 16,16 10 9-16,2 4 2 15,4 2-3-15,-4 4-4 16,3 7 5-16,-1-3-6 15,-7 6 1-15,-1-3-26 16,1 3-93-16,3 2-70 16</inkml:trace>
  <inkml:trace contextRef="#ctx0" brushRef="#br0" timeOffset="2763">1610 691 152 0,'0'-26'40'0,"0"10"-33"15,3-4 55 1,8-2-11-16,5 4-29 0,-5-5 7 16,3 0-9-16,-3 1-4 15,3 1 2-15,-6-6-6 16,3 0-2-16,3 1-8 15,-1 1-3-15,5 6 13 16,0 1-9-16,0 6 5 16,-4 4-2-16,2 2 1 0,0 6-2 15,-1 0-5-15,-1 0 0 16,-1 0 10 0,-4 0-10-16,-2 15 4 0,0 0 2 15,-3 6-4-15,-1-2 2 16,1 1-2-16,-4 2-3 15,0 1 3-15,0-3-7 16,0-1 4-16,-15-1 5 16,-6-2-5-16,-4-5 9 15,-3-1-8-15,0-5-1 16,3 1 5-16,3-6-7 16,4 0-4-16,3 0-1 15,4-18-16-15,7-5 11 16,4 9 9-16,0 3 0 15,0 6 13-15,0 4-11 16,0 1 5-16,0 0 9 0,21 0-10 16,-2 1 0-16,9 11-2 15,-3-4-2-15,-1 1 2 16,1 1-5-16,-6-7-4 16,3 1 7-16,-2-4-7 15,-1 0 1-15,7 0-12 16,1 0-17-16,3-13-12 15,1-8-1-15,5 2 3 16,-4-2 12-16,-4-6 22 16,-7 9 10-16,-6-3 9 15,-12 6-6-15,-3 6 57 0,0 2-15 16,0 2-13 0,0-1 5-16,0 3-13 0,0 1-8 15,0 2-6-15,-9 0-7 16,0 0 12-16,-6 0-6 15,-2 0-2-15,-2 17 4 16,2 6-1-16,4 2 3 16,4 0-3-16,4-1 3 15,5-1-2-15,0-1-11 16,0-5 2-16,0-4 1 16,2-1-4-16,12-3 2 15,2-2-1-15,-2-3-1 16,3-1 6-16,2-3-5 0,3 0 1 15,3 0-14 1,2-11-13-16,2-5 6 0,-5-1 7 16,-5-6 8-16,-2 3 10 15,-5-1-2-15,-5 2 6 16,-1 5 1-16,-3 1-4 16,-1 5-1-16,1 6 2 15,-3 2-4-15,3 0 9 16,0 0 1-16,0 8 4 15,-3 8-3-15,0 1 0 16,0 4-3-16,0-2-3 16,0 1-5-16,0 1 4 15,0-6-8-15,8-2 3 16,-1-6-2-16,5-5-1 0,1-2 4 16,2 0-1-16,-1 0-2 15,2 0 7-15,0-16-6 16,2-4 0-1,-8 1 1-15,-2-1 4 0,1 3-3 16,-4 3 0-16,-2 2-3 16,0 8 11-16,-1 2-12 15,-2 2 5-15,0 0 3 16,0 0-1-16,3 0 0 16,0 0 8-16,0 15-4 15,0-3 5-15,-1 0-12 16,2 4-1-16,1-7 3 15,-1 2-4-15,5-5 1 16,0 0-4-16,5-5-4 16,-1 3 16-16,1-4-15 0,3 0 4 15,-3 0 5-15,-3 0-4 16,3 0 4-16,-3 0-1 16,3-5-4-16,-1-7 9 15,1-5-9-15,2-2 3 16,-2 1 4-16,1 2-6 15,-5 6 4-15,-4 4 2 16,-1 6-2-16,1 0 8 16,3 0-5-16,1 0-1 15,1 0 1-15,0 6-3 0,3 4 2 16,1-3-2 0,0 0-3-16,-1-5 5 0,2 4-9 15,-4-5 2-15,1-1 2 16,-2 0-1-16,1 0 3 15,-2 0 0-15,1 0-5 16,4-9 12-16,-2-5-10 16,1-3-1-16,3-1 7 15,-4 0-6-15,4 6 1 16,-4 5 2-16,1 3-2 16,-5 4 5-16,-1 0-6 15,-3 6 2-15,-1 14 3 16,-4 2 4-16,0 1-3 15,0-4-3-15,0 1-1 16,0-2 5-16,0 0-8 0,-6-5 5 16,-10 3 4-1,-4-3-3-15,1-1 1 0,-1-5-8 16,-2-2 0-16,0-2 2 16,-3 0-6-16,4-3 0 15,1 0 9-15,0 0 0 16,7 0 1-16,2 0-1 15,3 0-2-15,4 0 10 16,4 0-5-16,0 0 0 16,0 0 6-16,0 0-3 15,0 0 0-15,0 0-4 16,0 0-3-16,0 0 6 16,0 0-9-16,0 0 0 0,0 0-2 15,0 0 3-15,0 0 5 16,15 0-2-16,1 0-1 15,7 0 5-15,-1 0-8 16,-1-3 4-16,2 0-1 16,-2-2-2-16,4 1-4 15,3-2 2-15,-3 4-4 16,3-4 10-16,-3-1-12 16,0-2 6-16,2-1 4 15,-3-6-3-15,2 2 2 16,1-3 2-16,-2-3-2 15,2-3 10-15,-5-2-10 0,-2-1 0 16,-4-3 5 0,-5 2-6-16,-2 8 4 0,-1 5-2 15,-5 8-1-15,0 6 8 16,-3 0-8-16,0 0 0 16,0 0 6-16,0 0-3 15,0 0 1-15,0 0-2 16,0 0 0-16,0 15 7 15,0 1-8-15,0 7 1 16,0-4 2-16,-6 4-1 16,3 0 1-16,-2 2-2 15,5-6-3-15,0 1 8 16,0-8-9-16,0 1 6 16,0-5-5-16,5-4 4 0,6 1 2 15,-2 1-4-15,-1-5-1 16,-2 3 7-16,-4-2-8 15,0 0 1-15,-2 1 4 16,0 0-2-16,0-3 2 16,0 0-3-16,4 0 0 15,1 0 4-15,1 0-6 16,5 0 0-16,-1 0 6 16,4-6-5-16,1 2 4 15,1-3-2-15,-2-3-4 16,-1-1 8-16,-2-2-12 15,1 1 1-15,-1 0 0 16,-6 0-2-16,3-1 7 0,4-4-1 16,-7 2-8-16,6 0 11 15,0 5-3-15,-5 2 2 16,2 8 4-16,0 0-4 16,-2 0 6-16,5 0-5 15,-3 0 3-15,3 0 4 16,0 0-9-16,3 0-1 15,-3 10 9-15,0 1 1 16,-2 1 4-16,-4 0-7 16,-2 1 3-16,-3-2 4 15,0 2-7-15,0-4-2 16,0-1 3-16,0 2 4 0,0-1-3 16,-8 0-3-1,-10 2 1-15,-3-5 1 0,2 1-7 16,-4 1-8-16,4-2 2 15,8-6-15-15,8 2-2 16,3-2-20-16,0 0-31 16,0 2-115-16</inkml:trace>
  <inkml:trace contextRef="#ctx0" brushRef="#br0" timeOffset="3063">4186 557 359 0,'-2'0'50'15,"2"0"-39"-15,0-3 34 16,0 3-11-16,0-3-10 16,0 3-16-16,0 0-2 15,0 0 1-15,0 0-6 0,2-2-1 16,1 0-11-16,-3-3-69 16,2 3-80-16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32.08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326 251 90 0,'0'-8'62'0,"0"-2"-64"0,0 3 12 16,0 4 1-1,0 3-9-15,0-2 8 0,0-1 28 16,0 1 33 0,0-4-44-16,0 1 4 0,0 0 6 15,-3-7-11-15,-5 5-8 16,1-1-5-16,-2 1-8 15,-3 2 4-15,2 0-8 16,-4 2 0-16,0-1 3 16,1 4-6-16,-1-3-1 15,3 3 0-15,-3 0-5 16,3 0 17-16,0 0-13 16,-3 0 3-16,1 0 3 0,-5 0-1 15,2 0-1 1,-3 10-1-16,-3 5 0 0,2 2 6 15,0 0-9-15,4-1 3 16,7-2 2-16,2 2-5 16,7-2 2-16,0-1-1 15,0-1-4-15,0-3 10 16,0 0-4-16,7-5 2 16,11 4 2-16,0-5-2 15,7-1 9-15,4 2-10 16,3-3 4-16,7-1 5 15,1 2-8-15,-2 1-2 0,-2 4 6 16,-9 6-4 0,-7 1 3-16,-4 4-4 0,-11 2 7 15,-5-2 7-15,0 1-3 16,0-1 7-16,-21-1-3 16,-5-2-5-16,-1-3-6 15,-1-2-5-15,-3-2-2 16,1-6 11-16,6-2-10 15,-3 0 2-15,2 0 2 16,2-7-5-16,-1-12 6 16,3 1-2-16,6 2-2 15,3 8 12-15,7 2-13 16,1 3 0-16,4 3 0 0,0 0-3 16,0 0-4-1,0 0-25-15,0 0-49 0,0 9-123 16</inkml:trace>
  <inkml:trace contextRef="#ctx0" brushRef="#br0" timeOffset="592">467 24 137 0,'-30'0'34'0,"5"0"-32"16,20 0 17-16,5 0 7 0,0 0 5 15,0 0 1-15,0 0-4 16,0 0 4-16,0 0 13 15,0 0-5-15,0 0 4 16,0 20 1-16,-3 5-16 16,0 10-16-16,-3 4-9 15,4 1 5-15,0 3-9 16,2-4 4-16,0-4-5 16,0 3 0-16,0-8 8 15,0 0-9-15,0-3 0 16,0-3 4-16,0 1-3 15,4-3-2-15,2 1-1 0,-6-6-7 16,0-4 7 0,0-4-20-16,0-1 9 0,3-5 2 15,0-3-8-15,0 0-7 16,-1 0-47-16,-2-8-86 16</inkml:trace>
  <inkml:trace contextRef="#ctx0" brushRef="#br0" timeOffset="1770">326 318 62 0,'0'0'59'0,"0"0"-39"16,6 0 23-16,13 0-16 16,4 0-13-16,-2 0 6 15,4 0 6-15,3 0-15 16,-3 0 4-16,5 0-3 15,0 0-9-15,4 0 7 16,-5 0-10-16,5 0-2 0,0 0 6 16,-5 0-6-16,3 0-5 15,-3 0-3-15,-1 0-14 16,-7 0-3-16,-3 0 10 16,-13-3 14-16,-5 3 6 15,0 0 14-15,0 0-3 16,-5 0-5-16,-6 0-5 15,4 0 2-15,3 0-3 16,4 0 6-16,-2 0 10 16,-1 0 13-16,-6 0 10 15,-5 3-14-15,-3 2-11 16,-2 4 5-16,-3 1-12 16,0 7-6-16,-1-4 0 15,5 2-3-15,-2 2-3 0,9 4 1 16,0-2 2-16,3 1 3 15,2-2-5-15,4-4-2 16,2 1 7-16,0-2-16 16,0-4 11-16,0-1 1 15,16-5-10-15,12-3 16 16,2 0-12-16,4-3-3 16,-7-12 2-16,-5-2 2 15,-6 2 1-15,1-5 3 16,-2 4-1-16,-2-6 5 15,1 0-6-15,-6 0 6 0,-3 4 11 16,-3 4 0-16,-2 6 11 16,0 6-2-16,0 2-3 15,0 0 3-15,0 0-22 16,0 0-3-16,0 0 8 16,0 0-7-16,0 18 5 15,0 1-4-15,0 1-1 16,0-5 7-16,0 3-9 15,0-4-4-15,12-2 8 16,1-4-14-16,5-3 2 16,4-2-3-16,3-3 6 15,0 0 9-15,0-3-14 16,-4-14 9-16,4-5 9 0,-3-6-8 16,-2-2-2-1,2-5-7-15,-3-7 1 16,-2-5 7-16,-3-2-1 15,-7-4 4-15,-3 7 10 0,-4 4-1 16,0 12-1-16,0 6 2 16,0 15 1-16,0 4 8 15,0 5-14-15,0 0-3 16,0 0 14-16,0 0-14 16,0 0 4-16,-4 0 3 15,2 0-2-15,-1 14 6 16,-2 14-8-16,2 4-1 15,0 7 8-15,0 4-8 16,1 2 0-16,-5-3-3 0,5-2 1 16,-4 0 5-16,6-3-11 15,0-2 0-15,0-2-1 16,0-7-6-16,0-4 8 16,0-4-4-16,0-3 1 15,6-5-7-15,-6-3-19 16,0-2-11-16,0-5-46 15,0 2-35-15</inkml:trace>
  <inkml:trace contextRef="#ctx0" brushRef="#br0" timeOffset="2295">1006 385 189 0,'0'0'54'0,"0"0"-56"15,0 0 15-15,11 0-6 16,8 0-1-16,3 0-8 16,-2 0-1-16,5 0 10 15,-1 0-11-15,6 0 3 16,3 0 6-16,1 0-6 15,2-3 0-15,2-2-2 0,-2 0-4 16,3-2 0 0,-3 1 4-16,-3-3 0 0,-6 1 13 15,-8 1-4-15,-4 4 1 16,-10 1 1-16,-5 2 1 16,0 0 13-16,0 0-10 15,-3 0 10-15,-18 0 11 16,-4 17-10-16,-7 4 3 15,3 1-9-15,4 2-2 16,5-4-3-16,7 5-9 16,5-5-2-16,4 1 10 15,4-5-15-15,0-4 8 16,12-1-2-16,12-6-1 16,5-3 5-16,3-2-7 15,4 0 0-15,2 0 5 0,-2 0-7 16,0 0 4-1,-2-10-2-15,-5-2-4 0,-4 2-9 16,-7 2-47-16,-10 3-66 16</inkml:trace>
  <inkml:trace contextRef="#ctx0" brushRef="#br0" timeOffset="3534">2328 243 175 0,'0'0'33'0,"-2"0"-29"16,-15 8 48-16,0 6-10 15,4-1-26-15,7-8 3 16,-3 0 16-16,-1 6 7 15,-4 2-8-15,-6 4-16 16,1 1-3-16,0 4-1 0,0 4-15 16,4-1 1-16,8-3 1 15,7 0-8-15,0-2 10 16,0 0 0-16,18-5-6 16,5-1 10-16,-4-1-13 15,6-5 6-15,-6-6 6 16,0-2-9-16,2 0 6 15,-3 0-4-15,-2-7 1 16,1-9 6-16,-5-3-10 16,-7-3 2-16,-5 0 9 15,0-4-8-15,0-1 5 16,-27-3-4-16,-7 2-2 0,2-1 8 16,6 10-12-16,16 1 4 15,1 10 8-15,7 4-8 16,2 4-4-1,0 0-8-15,0 0 4 0,0 0 14 16,11 2-11-16,14 0 4 16,11-2 5-16,7 0-5 15,7 0-2-15,-1 0-2 16,-4-4-1-16,-1-7 9 16,-11 4-6-16,-2 2 4 15,-4 3 7-15,-7 2-7 16,-6 0 5-16,-10 0 1 15,2 7 2-15,0 15 9 16,-4 4-5-16,-2 5-4 16,4 1 3-16,-4 6-8 0,5 2 5 15,-3 2-5 1,5 3-1-16,-3-3 6 0,5-2-10 16,-1-1-1-16,-2-1 7 15,2-8-11-15,-3 0 3 16,1-8-4-16,-3-2-10 15,-3-8-22-15,0-2-34 16,0-2-68-16</inkml:trace>
  <inkml:trace contextRef="#ctx0" brushRef="#br0" timeOffset="3784">2587 625 165 0,'-5'-17'144'0,"5"0"-131"16,0 2-7-16,16 0 15 16,23-2-3-16,3 1-16 15,-1 4 7-15,-5 2-7 16,-5 4-2-16,-4 2-2 15,-7 4-13-15,1 0-65 16,1 0-145-16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49.60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245 522 159 0,'0'-8'26'15,"0"1"12"-15,0 2 27 16,0 3-13-16,0-1-25 16,0 0 11-16,0-1-14 15,0-7-24-15,0 4 7 16,0-2 6-16,0 1-2 15,0 0-6-15,0-1 4 0,0 1-6 16,0 1 4-16,0-1-4 16,0 3-4-16,-5-1 10 15,-4 5-9-15,1-1 5 16,0-1-5-16,-1 0 0 16,1 3 1-16,-2 0 1 15,-5 0-1-15,-1 0 6 16,2 0-5-16,1 0 0 15,2 0 0-15,-1 0 2 16,-1 0-3-16,2 0-1 16,-3 6-2-16,-4 5 7 15,5 5-8-15,-1 3 2 16,3 2 0-16,6 1 1 0,2-3 4 16,0 2-6-16,3-4-3 15,0-2 11-15,0-3-12 16,0 1 2-16,3-7-4 15,9 0 6-15,1-4 4 16,1-2-3-16,2 0-2 16,4 0 7-16,-2 0-8 15,3-14 4-15,-3-4-1 16,2-4 2-16,-1 2-1 16,-2-2-5-16,-1-1 1 15,-2 5 9-15,-4 6-9 16,-3 5 6-16,-5 4 0 0,-2 3 1 15,0 0 6-15,0 0-6 16,0 0-3 0,0 0 4-16,0 8-4 0,0 10 0 15,3 1 1-15,8 1 2 16,2-5-5-16,5 0-2 16,0-5-2-16,3-3 12 15,6-2-13-15,0-5-1 16,2 0-18-16,-2 0-74 15,-2 0-77-15</inkml:trace>
  <inkml:trace contextRef="#ctx0" brushRef="#br0" timeOffset="2036">900 597 152 0,'-9'0'172'0,"4"0"-171"16,5 0 29-16,0-10 4 15,14-6-18-15,13-1-10 16,7-5 4-16,-7-1 3 16,0 1-12-16,-7-5 0 15,-6 0 6-15,-1-2-4 16,1-1 1-16,0 4-2 15,-4 1-4-15,-1 6 9 16,-3 8-5-16,-3 6-1 16,0 5 7-16,-3 0-7 15,0 0 5-15,0 0-7 0,0 0 5 16,0 0 14-16,4 8-16 16,5 9 1-16,0 1 0 15,2 4-3-15,-4-1 3 16,4 6-6-16,-2-5 0 15,0 0 9-15,-2-3-10 16,0-1 2-16,-5-3-7 16,-2-3 6-16,0-2 4 15,0 1-1-15,-19-2 1 16,-7-4 6-16,1-2-8 16,1-3 2-16,2 0 1 15,0 0-4-15,3 0 2 16,2-17-7-16,7-1 3 0,3 0 4 15,7 9-3 1,0 3 6-16,0 4-1 0,0 2 1 16,0 0 2-16,7 0-2 15,8 0-1-15,6 15 5 16,-3-2-9-16,4-1 0 16,3 1 1-16,3-6-3 15,5-5 0-15,3-2-8 16,2 0-9-16,1-7 2 15,1-11-6-15,-4-4 0 16,-4-2 4-16,-1-4 11 16,-9 3 10-16,-6 0-2 15,-7 3-2-15,-5-2 8 16,-4 13-5-16,0 1 6 0,0 5 7 16,0 5 13-16,0 0 2 15,0 0-12 1,0 0-13-16,0 0 9 0,0 0-11 15,0 5 7-15,0 13 3 16,0 4-3-16,0-2 7 16,0 1-12-16,3 3 1 15,6-5 1-15,2-2-11 16,2-4 1-16,2-3-6 16,0-7-4-16,3-3 20 15,-7 0-6-15,5 0-3 16,-2-5 11-16,-1-16-7 15,5-3 0-15,-5-4 2 0,6 1-4 16,-4-3 4-16,-5 8-6 16,-1 3 2-16,-9 13 11 15,0 3-4-15,0 2 13 16,0 1 2-16,0 0-9 16,0 0 1-16,0 0-4 15,0 1-1-15,0 15 6 16,0-2-13-16,0 4 8 15,0 2 0-15,0 5-1 16,0 5-1-16,0-1-4 16,0 4-1-16,0 1 6 15,0 1-8-15,0-1 0 16,0 4 3-16,0-5-2 16,0 1 2-16,0-1-3 0,0-3-2 15,0 2 6-15,0-1-6 16,0-1 1-16,0-2 3 15,0-5-2-15,0-3 2 16,0-8-3-16,0-2-3 16,-9 0 10-16,-5-8-7 15,3 0 4-15,3-2-5 16,2 0-6-16,4-2 1 16,-1-20-9-16,3-5 17 15,0-3 4-15,0-2-5 16,0-3 2-16,0 2 2 15,0 4 0-15,0 2-2 16,0-6 2-16,0 3-2 0,8-4 7 16,7-1-10-16,3 0 2 15,5-3 0-15,4 1 3 16,7 2 1-16,-1 3-4 16,3 7-5-16,-6 8 18 15,-6 5-15-15,-4 4 2 16,-6 8 0-16,-6 0 0 15,0 0 4-15,1 0-8 16,-1 18 3-16,-3 1 11 16,-5 3-9-16,0-1 0 15,0-2 2-15,0-3 0 16,0-2 2-16,-2-4-3 0,-16 0 1 16,5-3 7-16,-3-4-11 15,-4-1 2-15,6-2-2 16,1 0-6-16,1 0 5 15,10-5-1-15,-1 1-5 16,3 4 15-16,0 0-7 16,0 0 5-16,14 0-3 15,2 0 0-15,1 4 2 16,-3 6-3-16,0-2-3 16,2-5 7-16,1-3-7 15,2 0-1-15,6 0-4 0,-1-6 1 16,1-11 1-1,7-5-3-15,4-11 1 16,2-4 9-16,5-7-18 0,-7-13-6 16,-5 2-2-16,-8-8 7 15,-10 4 13-15,-5 9 6 16,-8 11 3-16,0 13 23 16,0 14-3-16,0 5 10 15,0 4-15-15,0 3-8 16,0 0-1-16,-6 0-7 15,-2 0-6-15,-3 3 13 16,1 14-10-16,3 7 3 16,3 6 7-16,4 8-5 15,0 4 4-15,0 0-7 0,0-2 4 16,0 2 1-16,11-6-7 16,-3 0 0-16,0-1 0 15,-3-5 0-15,1-5 1 16,-4-5-5-16,1-3-5 15,-3-2 8-15,0-2-6 16,0-6-20-16,0 0-13 16,-5-4-67-16,-8-1-21 15</inkml:trace>
  <inkml:trace contextRef="#ctx0" brushRef="#br0" timeOffset="3223">2125 450 168 0,'0'-5'24'0,"3"-7"-20"16,19-1 16-16,9 3 9 15,7 1-19-15,-4-2 2 16,2 4-8-16,-1 2 13 15,1 0-10-15,0 0 1 16,3 2-5-16,0-1 1 16,-1-2-1-16,-2 4-4 0,-2-3 1 15,-4 0 5 1,-6 3-6-16,-4 2 0 0,-9-3 2 16,-3 3 0-16,-6-3 6 15,-2 3 4-15,0 0 37 16,0 0-1-16,0 0-23 15,0 0-14-15,0 0 0 16,0 0-7-16,-5 0 1 16,-4 0-4-16,2 8 0 15,1 2 6-15,4 2-4 16,-1 1-1-16,3 4 1 16,0 0-1-16,0 4 4 15,0-4-6-15,0-4-1 16,0-1 5-16,3-2-9 15,7-3-1-15,4-2 5 0,6-5 6 16,1 0-3-16,7 0-19 16,-3 0 2-16,3-15 10 15,-1-3-6-15,0-1 7 16,2-3 3-16,-4 0 2 16,0-5 0-16,-7 6 0 15,2 1-3-15,-9 5 11 16,0 5-11-16,-6 7 7 15,-2 3-3-15,1 0-1 16,0 0 8-16,2 0-6 16,-1 0 5-16,1 9 7 15,2 8-8-15,-1 0-1 16,-1 0-3-16,-3 3 1 0,3-1 0 16,-6 2-4-16,0-4-4 15,0-2 11-15,0-2-9 16,0-4 1-16,0-1 1 15,0-5 0-15,0-3 2 16,0 0-2-16,0 0-2 16,0 0 7-16,3-5-6 15,6-16 2-15,4-3 1 16,4-1-2-16,2 3 3 16,4 7-5-16,-8 2 0 15,-3 9 9-15,-3-2-7 16,-7 6 1-16,0 0 0 15,1 0 0-15,3 0 5 16,2 0-5-16,0 0 1 0,1 6 6 16,-4 6-6-16,3 3 3 15,-2 0-1-15,0-1-3 16,-6 2 1-16,2-7-2 16,-2 1-4-16,0-5 9 15,3 1-10-15,1-6 5 16,-2 0-6-16,5 0 2 15,8 0 6-15,4-8-3 16,3-17-1-16,6-2 5 16,-4-3-11-16,1 5 7 15,-5 5 1-15,-6 13 1 16,-6 4 2-16,-3 3-2 0,1 0 1 16,-3 0 9-16,0 13-4 15,-1 4-1 1,0-2-2-16,4 0 1 0,3 0 4 15,-1-4-6-15,3 0-2 16,0-3 9-16,0-1-9 16,5-4 1-16,4-2 3 15,2 3-7-15,3-2 5 16,-3-2-5-16,-1 0-2 16,2 0-2-16,-6 0-29 15,-7 0-102-15</inkml:trace>
  <inkml:trace contextRef="#ctx0" brushRef="#br0" timeOffset="4570">4208 358 137 0,'0'0'28'0,"5"0"-12"16,3 0 27-16,6 0 10 16,0-5-15-16,-10 2 4 15,-4 3 5-15,0 0-13 16,0 0-2-16,0 0-12 15,0 0 4-15,0 0-20 16,0 0-6-16,0 0 8 16,0 0-14-16,4 0-8 15,1-2-4-15,1-2-36 16,2 1-50-16,-4 0-82 0</inkml:trace>
  <inkml:trace contextRef="#ctx0" brushRef="#br0" timeOffset="4849">4304 557 69 0,'6'0'240'0,"4"0"-230"15,-7 0 28-15,3 0 17 0,-1 0-28 16,-2 0-20 0,-3 0-4-16,0 0 0 15,2 0-3-15,2 0 5 0,-2 0-6 16,3 0-6-16,-1 0 11 16,-4 0-14-16,0 0-6 15,0 0-23-15,0 0-84 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05.61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8 278 0,'0'-8'93'0,"0"8"-62"15,0 0 34-15,0 0-27 16,0 0-31-16,0 0-14 15,0 0-17-15,0 0-54 0,0 0-77 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0:58.3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171 299 138 0,'0'-12'53'16,"2"-6"-49"-16,4 3 9 16,0 12 19-16,-1-3-4 15,-1 6-20-15,-4-3 18 16,0 3 5-16,2-2-4 16,-2-3-10-16,2-3-7 15,3-4-1-15,-1 0 7 16,1 0-5-16,1 1-5 0,-6 1 6 15,0 2-6-15,0 3 6 16,0 2-6-16,0-5 5 16,0 0-1-16,-11 1-8 15,-2 0-3-15,-5-1 9 16,4 0-7-16,-2 4-1 16,-3 4 5-16,-4 0-1 15,-4 0 0-15,0 12-5 16,2 12-3-16,8 2 10 15,11-1-11-15,6-4 3 16,0 4 2-16,9-2-2 16,12 0 6-16,10-1-7 15,-1-6 0-15,4 2 3 16,-3-6-1-16,-4 2 0 0,0-5 0 16,-11-2 1-16,-1 6 2 15,-13 3-9-15,-2 2 1 16,0 2 14-16,0 3-10 15,-11-3 6-15,-2-1-4 16,-1-1-2-16,3-2 7 16,-3-9-8-16,3-1 0 15,0 0 9 1,-3-3-8-16,1-1 1 0,-4-2 1 16,9 0-5-16,1 0 7 15,5 0-3-15,2 0-6 16,0 0 13-16,0 0-11 15,0 0 8-15,9 0-2 16,1 0-2-16,-1 0 6 0,-1 6-5 16,0 1-4-16,7 2 12 15,-2 5-12-15,1-1 7 16,-3 5-6-16,0 2 5 16,-9 5 2-16,1-2-5 15,-3 3 5-15,0 0 3 16,0-3-7-16,0 0 5 15,0 0-3-15,-3-7-2 16,3 2 6-16,0-2-7 16,0-4-2-16,0 0 10 15,0-5-7-15,0 3 4 0,12-2 0 16,4 3-7 0,4-2 9-16,-4-2-7 0,-2 3 0 15,-1-3 3-15,4-1-5 16,-5-2-6-1,1-1-4-15,-8 0-15 0,-2-3-35 16,0 0-99-16</inkml:trace>
  <inkml:trace contextRef="#ctx0" brushRef="#br0" timeOffset="668">685 480 171 0,'-11'-9'69'15,"2"2"-37"-15,6 7 8 16,3 0 7 0,0 0-37-16,0 0-4 0,0 0 19 15,0 0 5-15,0 14 0 0,6 6-9 16,4 3-5-16,1 3 0 15,1 4-12-15,-1 4 0 16,-2-2 3-16,-5-4-9 16,3-4 2-16,-2-4 2 15,1-6-6-15,-3-2 10 16,-1-4-10-16,-2-2 2 16,0-5 7-16,0-1-8 0,0 0 5 15,0 0-1 1,0 0-2-16,0-11 4 0,0-18-9 15,0-2 3-15,0-4 4 16,0-2-2-16,0 7-1 16,0 3 3-16,0 9-1 15,0 4 5-15,0 4-8 16,0 4 1-16,0 1 7 16,2 3-7-16,12-3-1 15,8-3 4-15,10-2-2 16,4-2 4-16,4 0-5 15,5-4 0-15,-1 4 6 16,-6 4-5-16,-10 5 1 16,-9 3-2-16,-11 0-14 15,-2 0-15-15,-3 0-78 0,-3 7-21 16</inkml:trace>
  <inkml:trace contextRef="#ctx0" brushRef="#br0" timeOffset="1282">649 206 199 0,'-3'-6'49'0,"3"6"-25"16,0 0 21-16,0 0-22 16,0-3 0-16,0 3 13 15,19 0 6-15,8 0-3 16,4 0-21-16,3-3-6 16,4 3-5-16,0 0-6 15,10 0 5-15,3 0-9 16,6 0 0-16,-3-1 8 15,-2-7-7-15,1 3 3 16,-11-5-2-16,-9 2-2 16,-11 3 8-16,-11 2-7 0,-5-1-2 15,-6 4 9 1,0 0-7-16,0 0 5 16,0 0-2-16,0 0-1 0,0 0 7 15,0-2-12 1,0 0 4-16,-3-6 6 0,-9 2-11 15,2-1 3-15,-4 2 0 16,0 1 3-16,1-2 6 16,-7 4-7-16,6 0 0 15,6 2 5-15,5-2-6 16,3 2 2-16,0 0 0 16,0-3-6-16,0 3 13 15,0 0-9-15,9 0 1 16,4 0 8-16,-2 0-7 0,-3 0 6 15,-4 17-2-15,-4 3 0 16,0 4 7 0,0 5-16-16,0-5-2 15,0 1-25-15,0-2-150 0</inkml:trace>
  <inkml:trace contextRef="#ctx0" brushRef="#br0" timeOffset="2025">1124 983 47 0,'2'-3'80'16,"1"0"-51"-16,-3 1-2 15,2 2 11-15,-2 0-14 16,4 0 3-16,1-2 27 16,1 2-9-16,4 0-15 15,5 0-14-15,-2-2-7 0,1 2 4 16,-3 0-13-16,3 0 1 16,0 0 9-16,-6 0-7 15,0 0 4-15,1 0 6 16,-5 2 3-1,3 5 5-15,-7 3-13 0,0 5-1 16,0 2 3-16,0 4-9 16,-9-1 0-16,1-6-1 15,-1 2 0-15,7-4 3 16,-2-5-7-16,4-2-2 16,0-3 10-16,0 2-13 15,0-3 8-15,12 5-3 16,8-6-5-16,2 0 2 0,-6 0-19 31,0 0-18-31,-1 0-49 0,-2 0-39 0</inkml:trace>
  <inkml:trace contextRef="#ctx0" brushRef="#br0" timeOffset="2349">1220 752 149 0,'0'0'59'0,"0"0"-20"0,0 0 3 0,0 0-12 15,0 0-1-15,0 0-12 16,0 0 11-16,0 0 4 16,3 0-18-16,0 0 6 15,3 0-3-15,-1 0-9 16,5 0 0-16,-1-3-10 16,-3 0 3-16,-4 2-5 15,-2 1-31-15,0 0-78 0</inkml:trace>
  <inkml:trace contextRef="#ctx0" brushRef="#br0" timeOffset="2852">1595 896 305 0,'9'-5'42'0,"-9"-5"-4"16,0 7 25-16,9 0-44 0,4 3-13 15,6 0-3-15,3 0 4 16,0 0 2-16,1 0-6 16,-5 13 2-16,-3-3 5 15,-5 3-9-15,-6 2 4 16,-4 4 0-16,0 3 0 16,-11 1-3-16,-14 0-16 15,-4-3-26-15,5-6-57 16,-1 2-59-16</inkml:trace>
  <inkml:trace contextRef="#ctx0" brushRef="#br0" timeOffset="3621">1899 695 1 0,'-5'0'325'0,"5"0"-311"0,0 0 9 16,0 0 26-16,0 0-32 15,0 0-7-15,0 0-5 0,0 0-4 16,0 0 12-16,0-6-4 16,13-2-8-16,6-2 8 15,1-4-8-15,-4 0 7 16,1-3-4-16,-5-2-5 15,-1-2 11-15,2-5-16 16,1-1 3-16,2-5 5 16,2-3-4-16,-11 3 1 15,1 2 0-15,-5 6 0 16,-3 2 9-16,0 11-13 0,0 3 8 16,0 4 9-16,0 1-5 15,0 3-2-15,-3 0 1 16,-3 0-8-16,2 0 7 15,1 7-8-15,3 5 5 16,0 3 8-16,0 7-10 16,0 1 5-16,0 4-2 15,0 3-2-15,0 3 7 16,0 2-8-16,0 4 1 16,0-1 7-16,0-1-5 15,3 2-2-15,-1-1 0 16,4-4-5-16,-1 1 12 0,7-1-13 15,-4-3 4-15,-1 1 5 16,-3-7-4-16,-4 2-4 16,0-5 5-16,0 5-8 31,0-8 14-31,0-5-18 0,-4-1 1 0,4-6 2 16,0-4-15-16,0-3-9 15,0 0 4-15,0 0 21 16,0 0 0-16,-2 0-46 15,-9-7 8-15,0-9-31 16,3 5-20-16</inkml:trace>
  <inkml:trace contextRef="#ctx0" brushRef="#br0" timeOffset="4058">2051 617 172 0,'0'-6'22'16,"8"0"-5"-16,1-2 40 15,10 4-33-15,0-2-4 0,6 5-10 16,2-4-5-16,-1 5 17 15,-1 0-3-15,0 0-3 16,-4 0 1 0,1 0 0-16,-5 0 11 0,-3 0-8 15,-3 0-5-15,-1 0 1 16,-3 12-10-16,-3 2 0 16,3 5 1-16,-7-1-5 15,0 0 5-15,0 0-3 16,-9-1 0-16,-14 1 4 15,-6-4-8-15,-2-2 1 16,-2 2-2-16,5-5-2 16,3-3 3-16,4-5-20 15,4-1-10-15,3 0-29 16,3 0-48-16,6 0-36 16</inkml:trace>
  <inkml:trace contextRef="#ctx0" brushRef="#br0" timeOffset="4536">2374 997 185 0,'-5'0'82'16,"1"0"-69"-16,4 0 19 16,0 0-11-16,0 0-12 15,0 0-4-15,0 0 35 16,0 0 2-16,0 0-13 15,0 0 0-15,0 0-16 16,0 0-2-16,0 0-14 16,0 0 7-16,0 4 4 15,4 5-7-15,1 1 4 0,-5 3 4 16,0-1-6-16,0 4 8 16,0-2-12-16,0 2-4 15,0-2 13-15,0-4-17 16,0-2 0-16,13-4-1 15,12-4 2-15,0 0 14 16,0 0-17-16,3 0 0 16,-6 0-10-16,-5-10-23 15,-3-2-62-15,-3 1-50 16</inkml:trace>
  <inkml:trace contextRef="#ctx0" brushRef="#br0" timeOffset="4764">2490 844 177 0,'0'0'34'0,"0"0"-14"15,14 0 53-15,4 0-39 16,0 0-3-16,-10 4-13 15,-2-1-4-15,-6 0-16 16,0-3-1-16,0 0-25 16,0 0-85-16</inkml:trace>
  <inkml:trace contextRef="#ctx0" brushRef="#br0" timeOffset="5547">2150 162 132 0,'0'5'4'0,"0"1"16"16,0-2 2-16,3 3-2 16,13-4-3-16,7 3-1 15,4-5 17-15,9 5-2 0,3-3-8 16,-4-3 9-16,5 3-3 16,-4-3-12-16,-6 1-11 15,3-1-6 1,-3 0 8-16,12 0-13 0,8 0 3 15,-1-10 6-15,1-3-9 16,-9-1 5-16,-16 1-8 16,-12 10 2-16,-9-5 9 15,-4 2-5-15,0 2-16 16,-4-5 11-16,-17 2 3 16,-7 0 7-16,0 0-5 15,1-4 0-15,2 4 10 16,3 0-10-16,6 0 10 0,7-2 18 15,3 4 2-15,3 3 2 16,3 0-8 0,0 2-13-16,0-3 7 0,0 3-16 15,0 0-1-15,0 0 8 16,9 0-6-16,8 0 2 16,4 12 1-16,2 9 2 15,-1 6 8-15,-3 0-13 16,-5-1 2-16,1-7 5 15,-6 2-8-15,3-3 4 16,-4-2-6-16,-5-3-2 16,-3-3 5-16,0-4-16 0,0 0-11 15,-5 2 4 1,-20-1-80-16,0-1-60 0</inkml:trace>
  <inkml:trace contextRef="#ctx0" brushRef="#br0" timeOffset="6470">2937 11 199 0,'2'-3'38'16,"-2"3"3"-16,4 0 9 15,10 0-24-15,2 0-5 16,7 0 0-16,-2 0 0 16,2 0 2-16,-7 0-5 15,0 0-10-15,-2-2 1 0,3 2 0 16,-1 0-7-16,7 0 8 16,2 0-13-16,-1 0 5 15,1 0 1-15,-11 0-3 16,-3 5 1-16,-9 9 4 15,-2-1 8-15,0 9 5 16,-13 4-17-16,-14 4 0 16,-1 0 2-16,6 0-6 15,4-6 5-15,8 0-1 16,2-1-5-16,8-3 7 16,0 0-9-16,0 0 6 15,0-1 3-15,0 2-10 0,5-3 7 16,6-2-3-1,0-1-2-15,3-1 9 0,6-6-12 16,-4 0 6-16,4 0 4 16,-7-4-4-16,-1-1 2 15,-10 2-4-15,-2 3-2 16,0 2 10-16,0 6-8 16,-20 5 4-16,-1 2 5 15,3-2-4-15,7 0 1 16,7-1-1-16,1-2-1 15,0-2 11-15,3-1-14 16,0 3 3-16,0-4 3 16,0 0-3-16,0 4 0 15,6-2 0-15,7 2-3 16,3-2 7-16,6-1-7 0,-1-1 2 16,-3 4 4-16,2 2-3 15,-9 2 1-15,0 3-1 16,-8 0-2-16,-3-2 11 15,0 0-13-15,0-1 5 16,0-3 3-16,0 1-7 16,0-2 2-16,-3 2-1 15,-3-6-3-15,-2 2 10 16,0-4-10-16,-1-2 4 16,1-2 0-16,0-4-7 15,3-1-12-15,-10-2-51 16,1-1-69-16,-1 4-25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05.38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0 143 90 0,'0'-5'195'15,"0"-8"-164"-15,0 10-3 16,0 1 33-16,0 2-18 16,0 0-33-16,0 0-6 15,0 0-1-15,0 0 13 0,3 0-2 16,5 0-6-1,-2 0 9-15,-4 8-11 0,0 9 6 16,-2 6-6-16,0 1-4 16,0 4 7-16,0-3-12 15,0-3 3-15,0-2 2 16,0-5-1-16,0-3-1 16,0-1 0-16,4-4-3 15,3 0 7-15,5-2-8 16,5-2 0-16,4-3 6 15,10 0-11-15,-4 0-14 16,0-13-25-16,3-7-105 16,-6 3-104-16</inkml:trace>
  <inkml:trace contextRef="#ctx0" brushRef="#br0" timeOffset="648">408 145 165 0,'0'0'84'16,"0"0"-66"-16,0 0 7 16,0 0 10-16,0 0-21 15,7 0 0-15,0 0 4 16,4 0 5-16,3 0 7 16,3 0-18-16,8 0-7 15,0 0 4-15,0 0-3 0,2-2-4 16,-3-3-2-1,1 1-3-15,-5 2 6 0,-4 2-11 16,-2 0-4-16,-2-1-8 16,-8-2-37-16,2 3-95 15,-1 0-59-15</inkml:trace>
  <inkml:trace contextRef="#ctx0" brushRef="#br0" timeOffset="904">431 281 186 0,'0'0'41'0,"0"3"-30"0,0 0 34 16,0 1-1-1,9 0-21-15,6 0-1 0,4-1-1 16,1-1-6-16,4-2 2 15,-1 0-15-15,5 0-3 16,-4 0 2-16,-2 0-5 16,1 0-2-16,-7 0-8 15,-2 0-11-15,-3-2-75 16,-3 2-105-16</inkml:trace>
  <inkml:trace contextRef="#ctx0" brushRef="#br0" timeOffset="3136">1129 194 209 0,'0'-4'71'15,"0"-4"-40"1,0 1 8-16,0 7-16 0,0 0-13 16,0 0-5-16,0 0 9 15,0 0-3-15,0 0 3 16,0 0 8-16,0 0-14 15,0 0-3-15,2 0-3 16,-2 0-7-16,0 0-5 16,0 0-27-16,0 0-45 15,0 0-155-15</inkml:trace>
  <inkml:trace contextRef="#ctx0" brushRef="#br0" timeOffset="3442">1394 215 208 0,'0'-10'49'16,"0"10"-31"-16,0 0 9 16,0 0-10-16,0 0-12 15,0 0-1-15,6 0-1 16,0 0 3-16,-2 0-2 16,3 0-4-16,-5 0-13 15,3 0-27-15,7 0-168 16</inkml:trace>
  <inkml:trace contextRef="#ctx0" brushRef="#br0" timeOffset="3656">1764 158 210 0,'-5'0'165'0,"1"0"-144"0,2 0 21 16,2-3-1-16,0 3-35 15,0 0-27-15,-5 0-65 16,1 0-67-16</inkml:trace>
  <inkml:trace contextRef="#ctx0" brushRef="#br0" timeOffset="6384">944 11 165 0,'0'-7'46'0,"0"2"-17"16,0 5 22-16,0 0-2 16,0 0-29-16,0 0-4 15,0 0-6-15,0 0 8 16,0 0-5-16,0 0 14 15,0 17 3-15,0 6-8 16,0 3-6-16,0 8-4 16,0-1-5-16,0 3 4 15,0-3-9-15,-6 3 2 16,-4-1-2-16,2-5-3 16,5 0 3-16,3-5-7 15,0-3 5-15,0-2 0 16,0 3-1-16,0-5 0 15,0 3 0-15,0-2-2 0,0 1 3 16,0-5-14-16,3-2-10 16,-1-1-57-16,7-4-89 15</inkml:trace>
  <inkml:trace contextRef="#ctx0" brushRef="#br0" timeOffset="6829">1149 542 212 0,'-9'0'25'16,"9"0"-8"-16,0 0 14 0,0 0 8 15,0 0-18-15,5 0 13 16,4 0 23-16,0 0-13 16,-2 0-26-16,-7 0-3 15,4 0-7-15,-4 10 2 16,0 3-8-16,0 4-4 16,0 6 0-16,-11-1-9 15,-10 2-20-15,-3-1-87 16,-1 0-76-16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10.42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4 172 160 0,'0'-10'55'0,"-4"-5"-21"16,4 10 25 0,0 3 2-16,0 2-26 0,0 0-26 15,0 0 14-15,0 0 0 16,0 5-2-16,4 14-3 16,3 9-3-16,2 1-4 15,0 6 4-15,-5 2-5 16,-1 1-6-16,1-4 1 15,-4 2-2-15,2-4-3 16,3-5 0-16,-2-2-3 16,-3-5 6-16,0-5-10 15,0-5-2-15,0-3-2 16,0 0-14-16,0-4-27 16,0-3-32-16,0 0-56 0</inkml:trace>
  <inkml:trace contextRef="#ctx0" brushRef="#br0" timeOffset="563">25 124 189 0,'0'-5'13'16,"0"3"-6"-16,0 2-1 15,0 0-3-15,11 0 6 16,0 0 6-16,3 0 12 16,-3 15 9-16,3 0 0 15,-1 5 2-15,2-2 9 16,4 9-23-16,3 0 2 15,3-3-15-15,8 4-5 16,6-1 0-16,2-2-6 16,6 3 0-16,-5-4 1 15,-4 1-2-15,-6-5 2 16,-9-2-5-16,-6-6 1 0,-6-5 8 16,-5-2-8-16,-4-2 4 15,0-3-1-15,-2 0-1 16,4 0 7-16,1 0 1 15,4-3-1-15,-1-19 1 16,0-5-3-16,1-8 6 16,-7-2-1-16,-2-6-1 15,0-6-4-15,0-6-5 16,0 3 1-16,0 7 6 16,-11 10-6-16,3 10 0 15,-3 8 0-15,-4 5 0 0,-1 2 3 16,-4 0-13-1,2 5-6-15,-4 2-11 16,1 3-46-16,8 0-105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21.91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219 207 120 0,'2'-8'42'0,"4"-1"-32"16,5-1 20-16,3-3 3 16,-7 6-10-16,-7 5 1 15,0 2-2-15,0 0 11 16,0 0-22-16,0 0-4 15,0 0 9-15,0 0-15 16,0 0 7-16,0 0 3 16,0 0 8-16,0 0 15 15,0 0-16-15,0 0-12 16,0 0 7-16,0-3-10 16,0 3 5-16,-5-5-9 15,-8 2-1-15,-1 1 11 16,-1 0-12-16,2-1 0 0,-3 3 6 15,-4 0-5-15,-1 0 6 16,-2 0-5-16,6 0 0 16,7 0 8-16,4 0-13 15,3 5 3-15,3 0 5 16,0 3-5-16,0-2 3 16,0-1-3-16,0 1-3 15,0 1 9-15,5 1-6 16,13-1 0-16,6 0 9 15,1 1-6-15,0 2 2 16,0 1-3-16,-1 1-1 16,-5 2 9-16,1 2-12 0,-6 2 3 15,-8-5 5-15,-6 5-8 16,0-1 3-16,0 1 6 16,-23-1-5-16,-7 3 9 15,-6-5-12-15,-3 0 4 16,6-3 4-16,3 2-7 15,3-8 2-15,4 1 0 16,4-7-1-16,5 0 9 16,3 0-16-16,8-5-4 15,3-14-7-15,0-6-21 16,0 2-86-16</inkml:trace>
  <inkml:trace contextRef="#ctx0" brushRef="#br0" timeOffset="462">508 31 194 0,'0'0'15'0,"0"0"-2"15,0 0 23-15,0 0 0 16,0 0 11-16,0 0-13 15,8 9 2-15,1 9 5 16,2 2-20-16,-6 2-2 16,1 3-2-16,-1 8-10 15,-1 1 0-15,1 7-2 16,-5 3-7-16,0 3 7 16,0 0-10-16,0 4 3 15,0-8 3-15,0 2-5 16,0-7 0-16,0-8-8 0,0-8-12 15,0-7-27-15,0-7-44 16,0-4-38-16</inkml:trace>
  <inkml:trace contextRef="#ctx0" brushRef="#br0" timeOffset="1486">417 349 126 0,'0'-10'76'0,"0"2"-71"16,0 6 13-16,0 2 21 0,11 0-22 15,5 0-7-15,4 0 5 16,5 0-1-16,0 0 1 15,5 0-8-15,0 0-5 16,4 0 1-16,2 0-4 16,0 0 1-16,-4 0-4 15,1 0-6-15,1 0 10 16,0 0-14-16,-5 0-2 16,3 0 4-16,-11 0-7 15,-4 0 15-15,-6 0 1 0,-9 0-3 16,-2 0 8-1,0 0-6-15,0 0 9 0,0 2 17 16,0-2-7-16,0 0 6 16,0 0 0-16,-2 0 3 15,-15 2 1-15,-6 9-3 16,-7 6 4-16,-3 3-4 16,0 5-6-16,3 3-6 15,7-4-9-15,10 1-2 16,8-3 7-16,5-2-10 15,0-5 0-15,0-1-1 16,14-5-4-16,13-9 13 0,9 0-10 16,0 0 2-16,5-6 4 15,-3-13-7-15,-7-6 1 16,-3 0 6-16,-7-3 0 16,-6 3 2-16,-4 1-4 15,-7 4 1-15,0 5 7 16,-4 5 1-16,0 5 11 15,0 5-5-15,0 0-4 16,0 0-3-16,0 0-7 16,-6 0-2-16,-1 5 14 15,1 15-13-15,3 5 2 16,3-1 3-16,0 5-3 16,0-5 0-16,3-2-4 15,12-7-5-15,6-5 11 16,-2-2-6-16,0-8 1 0,0 0 1 15,0 0-6-15,4-8-16 16,-1-12-13-16,0-7-18 16,0-3 16-16,3-6 3 15,-4-10 16-15,-1-4 14 16,-6-5 5-16,-5 1 3 16,-5 4 4-16,-4 8 4 15,0 10 19-15,0 7 1 16,0 10 15-16,-13 2-12 15,2 9-24-15,3 4 2 16,2-3 1-16,4 3-5 16,-1 0 5-16,-1 7-7 0,2 19 6 15,0 12 6 1,2 1-4-16,0 8-1 0,0 2-9 16,0 1-4-16,0-3 7 15,0-4-9-15,0-3 3 16,0-6 0-16,0-4-5 15,8-3-1-15,-3-10-4 16,4-1-9-16,-4-5-5 16,-2-8-39-16,3 3-24 15,-4-6-54-15</inkml:trace>
  <inkml:trace contextRef="#ctx0" brushRef="#br0" timeOffset="1950">1132 460 198 0,'0'-12'52'16,"0"5"-44"-16,0 0 24 16,19 1-2-16,12 1-28 15,3 4-5-15,4-2 6 16,3-3-3-16,-5 1-9 15,-2-2-6-15,-7 2-5 16,-5 0 3-16,-8 0 1 0,-3 0 13 16,0 3-1-16,3-6 4 15,5 0 4-15,-2-1-4 16,-1-4-1-16,-3 5 15 16,-6 1 9-16,-5 5 33 15,-2 1 39-15,0 1-29 16,0 0-40-16,-13 0-14 15,-10 1-14-15,1 19 10 16,4-1-10-16,3 4 1 16,4 2 2-16,3 2-1 15,6-1 2-15,2-2-3 16,0-2-7-16,0-5 12 16,4-4-15-16,21-3 10 15,6-6 1-15,5-4-10 16,5 0-5-16,-3 0-30 0,-2-11-13 15,0 1 14-15,-2 2-117 16</inkml:trace>
  <inkml:trace contextRef="#ctx0" brushRef="#br0" timeOffset="2739">2214 416 346 0,'-19'-18'21'0,"0"9"-8"16,3 6 38-16,2 3-29 15,-8 0-19-15,-1 0 5 16,3 0-10-16,2 7 6 16,2 8 0-16,-4 3 5 15,0 8 3-15,4 4-5 0,2-2-4 16,8 2 10-1,6-7-17-15,0-2 1 0,0-5 4 16,22-6 1-16,7-5 1 16,3-5-3-16,-1 0-8 15,-1 0 13-15,-8-5-13 16,-8-12 7-16,-5-4 2 16,-5 3-1-16,-4-9 2 15,0-2-4-15,0-4-3 16,0 3 7-16,0 1-12 15,-4 7 4-15,-14 4-4 16,8 8-5-16,-1 3 15 16,5 4-2-16,6 1-2 15,0 2 2-15,0 0-19 0,6 0 10 16,22 0 12-16,1 0 2 16,7-3-3-16,0-5-1 15,-2 4 1-15,4-1 6 16,-7 0-7-16,-6 5 4 15,-7 0 4-15,-9 0 9 16,-4 0 6 0,-1 17-16-16,-4 3 1 0,0 5 1 15,0 5-8-15,0 5 2 16,0 2-2-16,0 5 6 16,0 0-5-16,0-2-2 15,0 0 1-15,5-3 6 16,4-2-10-16,2-2 4 0,0-2-2 15,3-2-2 1,-3-5-5-16,-1-6-7 0,-2-6-10 16,-5-5-5-16,1-4-37 15,-2-3-70-15</inkml:trace>
  <inkml:trace contextRef="#ctx0" brushRef="#br0" timeOffset="2958">2335 600 272 0,'0'-11'38'0,"0"6"-23"16,0-4 12-16,34 4 6 15,2-5-26-15,2 4-3 16,-2-3-8-16,0 2-5 15,-6 2-13-15,1-1-57 16,-3 6-122-16</inkml:trace>
  <inkml:trace contextRef="#ctx0" brushRef="#br0" timeOffset="3569">3280 346 165 0,'3'-10'37'0,"-3"3"-14"15,0 1 43-15,0-3 6 16,0 4-34-16,0 1-13 0,-11-2-10 16,-9 3 2-1,-5 3-13-15,-4 0 3 0,-7 0-6 16,0 0-3-16,0 21 10 16,0 1-9-16,8 2 6 15,3 4-6-15,12 0 1 16,5-1 4-16,5 0-7 15,3-5-4-15,0-2 10 16,7-5-16-16,13-2 5 16,5-6-1-16,0-3-3 15,0-4 4-15,-6 0-13 16,-2 0 2-16,2 0 1 16,-2 0-2-16,2-9-2 15,-2-6-2-15,-4-5 16 16,-4-4 9-16,-7-2-1 0,-2 4 4 15,0 7 17 1,0 8 19-16,0 4 11 0,0 3-26 16,0 0-17-16,-2 0 5 15,-5 17-2-15,3 6-3 16,4 2 3-16,0-3-10 16,0 3 0-16,0-2 0 15,0-1-3-15,0-5-1 16,4-4-23-16,17-6-17 15,1-2-36-15,5 0-60 16</inkml:trace>
  <inkml:trace contextRef="#ctx0" brushRef="#br0" timeOffset="4244">3907 593 215 0,'-9'0'54'0,"9"0"-55"15,-5 0 31-15,5 0 47 16,0 0-33-16,0 0-24 16,0 0-11-16,0 0 7 15,0 0-1-15,0 0-6 16,5-6-7-16,13-11-2 16,3-5-1-16,1-6 5 15,5-2-6-15,2-2 0 16,1 2 6-16,-3 3-6 15,-2 5 2-15,-5 4 1 16,-7 8-2-16,-2 5 5 16,1 5-6-16,-1 0-2 15,2 0 10-15,4 8-6 0,-3 9-2 16,0 5 2-16,-2 1-1 16,-8-1 5-16,1 0-8 15,-5 0-1-15,0-4 6 16,0 0-9-16,-9-3 7 15,-14 0 1-15,-5-3 0 16,0-2 4-16,3-5-8 16,0-2 2-16,3-3 6 15,6 0-7-15,5 0 2 16,11 0-3-16,0-13-1 16,0 5 7-16,13 5-4 15,8 3-1-15,-3 0 8 16,0 0-6-16,-3 0 2 0,-1 9-1 15,0 0-3-15,0-3-2 16,1 0-28-16,0-6-16 16,2 0-20-16,5 0-2 15,5-21-4-15,4-2-19 16</inkml:trace>
  <inkml:trace contextRef="#ctx0" brushRef="#br0" timeOffset="5503">4454 366 71 0,'2'-17'52'0,"-2"4"-3"15,0 8-18-15,0 3 17 0,0 2-18 16,0 0-19 0,0 0 13-16,0 7 5 0,0 16 3 15,0 2-16-15,-6 2-4 16,4 3 1-16,2-3-12 16,0 0-3-16,0-4 3 15,2-6-12-15,13-7 1 16,4-7-1-16,3-3 2 15,8 0 10-15,4 0-4 16,2-18-3-16,-6-7 9 16,-3 2-5-16,-2-6 2 15,-6 4 0-15,-4 5-2 16,-10 5 6-16,-5 6-4 16,0 1 1-16,0 6 10 15,0 2-4-15,0 0 2 0,0 0-8 16,0-3 1-1,0 3 8-15,0 0-5 0,0 0 9 16,0 0 3-16,0 0 0 16,0 0 12-16,0 18-9 15,2 4-10-15,1 2 6 16,-3 5-16-16,3-3 0 16,0 4 7-16,-3 0-9 15,3 0 5-15,3 5-3 16,-6 3 0-16,2 1 4 15,-2 0-7-15,0 4-1 16,0-4 7-16,0 3-7 0,0-2-2 16,0-2 3-16,-14-1 2 15,-3-5 3-15,-2-7-8 16,0-3 4-16,-4-4 6 16,2-6-8-16,2-4 4 15,-1-3-3-15,8-3-2 16,3-2 5-16,3 0-12 15,3-2-1-15,3-21 8 16,0-2-6-16,0-6 9 16,0-7-6-16,0-4 4 15,16-1 1-15,9-1-1 16,0-1-1-16,-3 3 10 16,-2-1-6-16,-2 4 1 15,3 2-3-15,-6-1 0 16,-3 3 3-16,1 8-11 0,4 2 4 15,2 5 7-15,8 7 0 16,2 1 0-16,-2 6 1 16,-2 2 2-16,-5 4 4 15,-6 0-9-15,-4 4 5 16,5 15-1-16,-2 3 2 16,-8 0 2-16,-2 1-1 15,-3-3-2-15,0-3 6 16,0-2-14-16,-3-2 9 15,-8-1 6-15,-5-4-8 16,0-3 7-16,-2-3-11 16,-3-2 4-16,1 0 2 0,7 0-8 15,4 0 0-15,9 0 10 16,0 0-1-16,0 0-3 16,17 0-4-16,4 0 1 15,11 0 7-15,-8 0-8 16,-5 0 0-16,6 0 3 15,-8 0-6-15,-1 0 4 16,-3-2-9-16,5-6-5 16,0-5 12-16,5-6-9 15,5-3 2-15,0-8 9 16,4-8-15-16,1-4 11 16,-1-4 1-16,-5-8 2 15,-2 3-1-15,-9 0-12 16,-8 10 12-16,-5 6 5 0,-3 9-1 15,0 7 2-15,0 8 12 16,-11 2-5-16,-3 9 10 16,-2 0-21-16,3 0 2 15,-5 15 8-15,4 3-11 16,6 4 7-16,3 5 0 16,2 8 6-16,3 5 8 15,0 4-16-15,0-2 5 16,0 3 0-16,0 0-8 15,0-3 5-15,0-4-6 16,0-4-2-16,0-6 6 16,0-5-11-16,0-6-3 15,0-4-15-15,0-10-30 0,0 0-23 16,0 0-79 0</inkml:trace>
  <inkml:trace contextRef="#ctx0" brushRef="#br0" timeOffset="6547">5044 557 243 0,'0'-9'25'16,"0"1"-12"-16,14 1 1 15,22 1 11-15,2-1-8 0,7-3-15 16,2 0-3-1,1 0 3-15,-5 2-3 0,-1-4 6 16,-1 2-8-16,-2 2 1 16,3-3 5-16,-4 4-7 15,0-1-3-15,-8 4-1 16,-5 1 5-16,-14 3 7 16,-2 0-8-16,-9 0-1 15,0-3 7-15,0 3 0 16,0 0 3-16,-3 0 1 15,-14 0 3-15,1 0 1 16,-6 6-11-16,-1 15 2 16,2 1 3-16,-1 7-7 0,4-5 12 15,5 1-3-15,11-3-7 16,2-2 6-16,0-3-5 16,2-4 0-16,23-5 0 15,8-7-1-15,0-1 1 16,6 0-4-16,-3-7 0 15,-3-10 7-15,0 1-12 16,0-5 3-16,-6 3-2 16,-2 3 9-16,0 0 0 15,-5 5-4-15,-4 5 5 16,-5 3 10-16,-2 2-8 16,-4 0 3-16,4 0 0 15,-4 17-3-15,1 1 0 16,-6 3 2-16,0-3-8 0,0 3 10 15,0-4-12-15,0-3 3 16,0-3 3-16,0-4-3 16,0-2 0-16,0-3 0 15,-3 2-4-15,3-4 9 16,-3 0-9-16,3 0-1 16,0 0-8-16,6-16 9 15,19-11 4-15,5-5 1 16,0-3-4-16,0 2 12 15,-5 9-6-15,-3 11 0 16,-8 8 6-16,-6 5-2 16,1 0-5-16,-6 0 0 15,2 15 0-15,-1 7 7 0,0 0-8 16,-1-1 10-16,-1-2 11 16,4-2 2-16,-3-7-5 15,0 1-17-15,0-4-2 16,0 0 7-16,-1-2-11 15,5-5 0-15,-3 3-1 16,5-3-5-16,5 0 11 16,-1 0-2-16,10-15-1 15,1-8 10-15,1-3-11 16,7-2 3-16,-1 3-3 0,-1 10 3 16,-7 8 2-1,-10 7-2-15,-4 0-5 0,-9 2 14 16,0 18-2-16,0 3 0 15,0-1 4-15,0-2-6 16,0-1 3-16,0-3-5 16,0-3-2-16,0-4 8 15,0-1-8-15,6-6 3 16,15-2-1 0,4 0 3-16,9 0-4 0,6-15-5 15,-4-7-9-15,4-3-37 16,-10 8-203-16</inkml:trace>
  <inkml:trace contextRef="#ctx0" brushRef="#br0" timeOffset="8402">709 1395 88 0,'0'0'114'16,"0"0"-104"-16,0 0 3 15,7 0 19-15,7 0 14 16,-1 2-10-16,1 6-6 15,-5 7 3-15,-2 2-5 16,-3 9 0-16,-4-2-17 16,0 1-2-16,0-1-7 15,0-4-4-15,7-5-2 16,2-5 9-16,4-2-10 16,1-5 7-16,-3-3-3 15,0 0 2-15,0 0 0 0,1 0-1 16,4-16-2-16,1-1 6 15,2-3-9-15,3-5 4 16,3 0-5-16,2 0 5 16,0 3 2-16,-4 7-3 15,-6 8 3-15,-9 2 3 16,-5 5-7-16,0 0 6 16,0 0 4-16,-1 0-3 15,0 18 2-15,2 6-6 16,-2 1-2-16,-2-3 8 15,3 0-7-15,-3-4 1 16,0-3-1-16,0-5-2 16,0-3 9-16,0-4-5 15,0-3-9-15,0 0 9 0,0 0-25 16,14 0 10-16,-1-10 13 16,7-10-6-16,0-3 11 15,-7 4-4-15,-5 6-5 16,-4 6 12-16,-2 7-9 15,1 0 5-15,-1 0 7 16,7 0-1-16,2 17 0 16,3 5-4-16,-3 1-2 15,-3-1 1-15,0 0-2 16,1-6 0-16,-5-3-4 16,3-9-18-16,-2-2-17 15,1-2-70-15</inkml:trace>
  <inkml:trace contextRef="#ctx0" brushRef="#br0" timeOffset="8639">845 1229 302 0,'0'-15'48'0,"0"7"-43"0,0 5-3 15,0 2 1-15,0 1-19 16,0 0-63-16,8 0-96 16</inkml:trace>
  <inkml:trace contextRef="#ctx0" brushRef="#br0" timeOffset="9088">2206 1326 253 0,'0'0'81'0,"0"0"-63"16,0 0 9-16,0 0 7 15,-3 2-10-15,-5 20-13 16,-5 5-1-16,4 3 16 0,4 0-14 16,-1 0 8-16,6-1-11 15,0 4 1-15,0-3-2 16,0 3-10-16,0 1 4 16,0-2 0-16,0-2-5 15,2-3 4-15,-2-2-4 16,0-5-8-16,0-5 2 15,0-5-14-15,0-8-25 16,0 1-64-16,-2-3-181 16</inkml:trace>
  <inkml:trace contextRef="#ctx0" brushRef="#br0" timeOffset="9799">1726 1310 114 0,'0'-14'58'16,"0"1"-51"0,0 4 15-16,13 1 17 0,18 4-8 15,5 0 4-15,3 4-4 16,5 0-9-16,-3 0-18 15,6 0 0-15,5 0 0 16,0 0-5-16,1 0 3 16,0 0-4-16,-6 0 2 15,-6 0 5-15,-5 0-11 0,-12 4 4 16,-6 2 6-16,-15 1 8 16,-3 6 21-1,0 1-12-15,0 7-6 0,0-1-2 16,8 2-5-16,-1 5-6 15,2 1 9-15,3-1-11 16,-8 3 1-16,5 0-1 16,0 2 1-16,-2 0 6 15,2 1-11-15,-4-3 2 16,1-4 5-16,-4-1-4 16,5-5 0-16,-2-5 1 0,4-7-7 15,-7-3 10-15,0-3-11 16,1-2 5-16,-3 0 7 15,0 0-3-15,6 0 0 16,-1-2-1-16,4-16-7 16,4-7-8-16,4-1-7 15,2-10-11-15,6 6 30 16,0 8-4-16,-9 5 9 16,-5 7 1-16,-7 8-5 15,-4 2 17-15,0 0 7 16,0 0-1-16,0 7-1 15,0 10-16-15,0 4-3 16,0-2 0-16,5 1-2 16,0-2 9-16,1-3-9 15,-3-3-1-15,-1-5 5 0,4 4-3 16,-1-5-2-16,1-1-10 16,0 3-18-16,4-3-7 15,4-5-3-15,0 0-16 16,3 2-45-16</inkml:trace>
  <inkml:trace contextRef="#ctx0" brushRef="#br0" timeOffset="11163">2896 1683 120 0,'-5'0'182'16,"1"0"-160"-16,4 0-8 16,0 0 16-16,0 0-10 15,18 0-9-15,6 0-7 16,2 0-4-16,-1 0 0 15,-1 0-1-15,-4-12 2 0,-4-4 6 16,-7 4-12 0,-4-5 3-16,-3 2 9 0,-2-3-9 15,0 4 6 1,0 1 1-16,0 3-9 0,-11 3 10 16,-5 2-7-16,-4 2 10 15,-1 3 2-15,-8 0-2 16,2 0-4-16,0 18 1 15,5 4-4-15,5 1 12 16,9-1-15-16,5 4 1 16,3-5 5-16,0 1-6 15,5 1-2-15,18-6-2 16,2-4 0-16,-1-6 5 16,7-5-7-16,1-2-3 0,-1 0-5 15,-1 0 3-15,-1 0 3 16,-5 0 2-16,-3-7 2 15,2-5 7-15,-1-1-12 16,1 0 0-16,-5-4 4 16,2 4-2-16,-4-5 8 15,-2 3-3-15,-3 2-1 16,0 5 13-16,0 6-3 16,0 2 0-16,-2 0 7 15,3 0-4-15,1 0 11 16,-2 5-14-16,-3 13-3 15,0 1 14-15,-2 3-17 16,-1 0 3-16,-2-1 3 16,-3-4-5-16,0-2 3 15,0-5-4-15,0-3-4 0,0 1 10 16,0-3-5-16,-3 0-4 16,-2-3 2-16,2-2-6 15,0 0-1-15,3 0-2 16,0-20-5-16,0-2 19 15,0-5-9-15,0-6 4 16,9 4 1-16,10 7-8 16,0 4 6-16,0 9 1 15,-2 3-1-15,-3 1 8 16,2 5-8-16,2 0 4 16,0 0 2-16,2 0 1 15,2 0 0-15,-1 11 3 0,-3 3-8 16,-2 2 13-16,-5-3-9 15,-5 5 2-15,-6-3 3 16,0 0 1-16,0 2-2 16,0-4-7-16,-3-1 0 15,-5-7 8-15,8-5-14 16,0 3 3-16,0-3-2 16,0 0-1-16,0 0-23 15,0 0-1-15,2-18 25 16,12-5 10-16,-3 1-10 15,0 4 3-15,1-4 2 16,-5 8-1-16,2 6 2 16,2 6-5-16,0 2 3 0,3 0 6 15,0 0-5-15,-1 0 7 16,-2 13 9-16,-2 2-9 16,-4 3 5-16,1-2-9 15,-3-1-4-15,1 0 8 16,0-3-10-16,-2-2 2 15,1-5-2-15,0-3 2 16,0-2 2-16,-3 0-6 16,6 0 0-16,-4 0 6 15,6 0-4-15,1-5 0 0,1-12 3 16,7-5-6 0,-3-6 5-16,2 7-4 0,1-2-3 15,-3 10 8-15,2 8-2 16,-4 5 0-1,-1 0 2-15,-7 0 6 0,0 13 2 16,-1 4-5-16,-1 1-3 16,4-4 6-16,-3 1-12 15,4 0 7-15,0-2-2 16,4-6-5-16,-3-2-6 16,6-5 2-16,0 0-28 15,2 0-51-15,9 0-102 16</inkml:trace>
  <inkml:trace contextRef="#ctx0" brushRef="#br0" timeOffset="13292">4335 1649 171 0,'0'-15'91'0,"0"3"-70"16,-2 4 59-16,-4 5 6 16,-6 3-67-16,1 0-14 15,-2 0-2-15,-4 0 0 16,4 3-2-16,-1 11-2 0,1 4 1 16,1 0 13-1,1 3-15-15,2-1 7 0,7 0-7 16,2-2 4-16,0-1-2 15,0-4-4-15,8-1-2 16,9-2 12-16,5-5-12 16,0 0-1-16,3-5-5 15,2 0 6-15,-2 0 1 16,-6-8-2-16,-4-4 4 16,-8 0 11-16,-7-1-11 15,0 1 8-15,0-3 0 16,0 2-3-16,-11-2-2 15,-2 0-3-15,-2-4-10 0,4 0 8 16,3-2-10 0,6 4 6-16,2 4-7 0,0 5 11 15,0 8 2 1,2 0-3-16,13 0-2 0,-2 3 9 16,3 7-17-16,7 0-9 15,1-4 5-15,4-2 12 16,3-4 7-16,-1 0-4 15,6 0-10-15,8 0-5 16,0 0-28-16,-2 0-48 16,-3-4-17-16,-6 1 128 15,-6 3 40-15,-5-3-39 16,-11 3 15-16,-5 0 7 16,-4 0-17-16,-2 0-2 0,0 0 4 15,0 0-6-15,0 0 7 16,-5 0 2-16,-15 6-26 15,-5 8 10 1,-2 5-8-16,0 2 12 0,2 3 14 16,0 1-16-16,8-2 1 15,6-1-14-15,8-5-4 16,3 1 10-16,0-4-12 16,0-6 2-16,16-5 6 15,10-3-3-15,-1 0-4 16,2-11-1-16,1-8 5 15,-3-3 7-15,-6-1-8 16,0-2 5-16,-6-5-1 0,-1 1 1 16,-3-6 3-16,-7-3-6 15,-2-4-3-15,0-2 10 16,0-1-4-16,0 0-1 16,-2 5 4-16,-7 11-1 15,-3 8 22-15,8 15 1 16,-3 3-16-16,3 3 2 15,1 0-16-15,-3 0 9 16,1 3-1-16,-2 14-3 16,5 2 16-16,2 7-12 15,0 1 1-15,0 5 4 16,0-2-8-16,0 7 2 0,0 2-3 16,9-6 0-1,-1 3-2-15,2-6 0 0,1-4-6 16,1-4 8-1,-1-2-7-15,0-2 1 0,0-6-4 16,1-2 5-16,1 0-1 16,-2-5-2-16,1 0-6 15,-8-3 2-15,7-2-19 16,10 0 7-16,0 0-1 16,1-4 3-16,0-11 9 15,-2-3 7-15,-1-5-6 16,0 1 9-16,-5 4-7 15,-1 0 6-15,-6 6 4 16,-7 6-1-16,0 6 8 16,0 0 4-16,0 0-3 15,0 0 15-15,0 12-14 0,0 6 8 16,0 1-5-16,0 1-6 16,0-2-1-16,0-6-6 15,11-2-6-15,5-5 9 16,1-5-6-16,4 0-8 15,4 0-7-15,0 0 0 16,3-3 9-16,0-14-2 16,-1-1 0-16,-4-4 10 15,-1 0-10-15,-6-4-1 16,-3-3 1-16,-1 4 5 16,-7 3 6-16,-1 9 5 0,-4 6 11 15,0 5 8-15,0 2-6 16,0 0-5-16,0 0-4 15,0 0-1-15,0 0 3 16,2 2-4-16,1 13 0 16,-1 0 4-16,2 3-6 15,-2 1-5-15,-2 4 6 16,2-1-3-16,-2 0 5 16,0 3-7-16,0 3-4 15,0 2 9-15,0-1-6 16,0 6 0-16,0 0-4 15,0 0 2-15,0-3 6 16,3 3-11-16,0-3 4 16,-3-2 0-16,0-5-5 15,0-1 1-15,0-4 1 0,-8 8 1 16,-5-8 6 0,-2-1-20-16,5-4 4 0,-5 0-2 15,1-4-22-15,1-4 11 16,-1-5 10-16,0-2 12 15,1 0 12-15,1 0-4 16,6-9 0-16,1-9 6 16,5-9-6-16,0-3 0 15,0-3-2-15,0-6 4 16,5 1 0-16,13 1-6 0,4-2 6 16,-1 9 19-1,8 2-7-15,3 6-2 16,2-1-6-16,4 1-3 0,-2 5-1 15,0-3-6-15,-3 3-1 16,-5-1 6-16,-1 8-6 16,-7 3 2-16,-7 4 0 15,-1 3 1-15,-8 0 0 16,0 0-2-16,-1 0 10 16,-3 15 4-16,0 8-7 15,0-1-2-15,0 0 0 16,0-2-4-16,0-4 4 15,0-7-8-15,0-1 1 0,0-3 8 16,0-3-12 0,0 0 5-16,2-2 0 0,0 0-4 15,4 0 7-15,2-2-4 16,10-16-2 0,0-9-2-16,7-3-9 0,-3 1 2 15,-2 1-6-15,-4 13 15 16,-5 7 7-16,-2 8-2 15,-6 0 7-15,-3 0 12 16,0 11-10-16,0 6-2 16,0 1-4-16,0-1-3 15,2-5 8-15,7-4-10 16,-1-1-3-16,0-4 15 16,3-1-16-16,0-2-5 0,6 0-32 15,0 0-34-15,8 0-99 16</inkml:trace>
  <inkml:trace contextRef="#ctx0" brushRef="#br0" timeOffset="14690">6378 1688 143 0,'2'-5'32'16,"-2"4"-15"-16,0 1 49 16,0 0 20-16,0 0-42 15,0 0-29-15,-21 0-2 0,-7 0 5 16,-2 6-5-16,5 9-4 16,2 2-5-16,4 1 0 15,2 1 2-15,4 2-2 16,2-2 1-16,6-1 7 15,-2-3-8-15,7 0-2 16,0 2 1-16,0-4-4 16,0-2 3-16,0 0-7 15,12-9-4-15,8-2 3 16,1 0-6-16,-2 0-1 0,4-5-3 16,-4-6 2-16,0-5 7 15,-2-2-1-15,-4 1 2 16,-2 0 10-16,-7-3-6 15,-4 3 5-15,0 4-1 16,0 3 3-16,0 5 9 16,0 3-10-16,0 2 0 15,0 0 3-15,0 0-5 16,0 0-4-16,0 0 3 16,0 0 14-16,0 9 8 15,0 9-15-15,0 2-4 16,0 0 6-16,0 0-10 15,0-2 1-15,0-1-1 16,8-8-4-16,0 1 10 16,1-5-13-16,-2-2-1 0,5-3 6 15,5 0-10 1,4 0-14-16,4 0-10 0,-1-13 4 16,-1-4 16-16,-6 3 5 15,0-7-1-15,-4 1 13 16,-2 3-2-16,-6-3 2 15,4 8 2-15,-3 4-2 16,-3 3 9-16,-1 5-13 16,3 0 7-16,-2 0 7 15,3 0 2-15,-4 7 10 16,-2 14 3-16,4-4-6 16,-4 3 0-16,0-5-16 0,0 2 0 15,0-5 2-15,0-1-9 16,3-2 5-16,-1-4-4 15,4-3-10-15,1-2-4 16,7 0-9-16,3 0-3 16,2 0 7-16,1-14 2 15,2-4 15-15,-3-1 2 16,3-4 0-16,1 4 6 16,-5 1-8-16,-3 8 0 15,-5 5 9-15,1 5-5 16,-5 0 3-16,-6 0 5 15,0 0 4-15,0 8 22 16,0 6-20-16,0 4-6 0,0-1 3 16,0 1-5-1,3-6-4-15,3-2-2 0,-1-3-2 16,0-1 8-16,3-6-18 16,4 0 7-16,4 0 6 15,4 0-10-15,2-3-1 16,1-10 6-16,-5-4-1 15,4-1 8-15,1 1-14 16,-5 2 12-16,0 3 1 16,-5 2-5-16,-5 8 5 15,-5-1-3-15,-3 3 1 16,0 0 12-16,0 0-6 0,0 0 8 16,0 0 11-16,0 5-13 15,0 10-7-15,6-2-4 16,0 4 0-16,1-10 3 15,1 0-6-15,4 1 1 16,-1-5 0-16,2-3-1 16,1 0 6-16,2 0-5 15,4 0-3-15,0 0 6 16,-4-3-18-16,0-10 4 16,-2 4 1-16,1-8-7 15,1-1 8-15,2-5 3 16,-3 4 3-16,-1-2 6 15,-9 4-5-15,1 7-3 16,-4 7 9-16,-2 3-6 16,0 0-1-16,0 0 12 0,0 8 12 15,-6 15 3-15,2-3-15 16,-1-1-1-16,1-1 6 16,2-6-14-16,2-1 2 15,0-4-2-15,0-5-9 16,2-2-2-16,15 0-52 15,2 0-67-15</inkml:trace>
  <inkml:trace contextRef="#ctx0" brushRef="#br0" timeOffset="14922">7535 1559 186 0,'-3'0'9'0,"-10"4"-12"15,4 9-3-15,6 0 10 16,3-4-57-16</inkml:trace>
  <inkml:trace contextRef="#ctx0" brushRef="#br0" timeOffset="15441">7794 1703 185 0,'13'0'24'0,"-10"0"2"16,1 0 28-16,-4 0 38 16,0 0-41-16,0 0-38 15,-22 0 0-15,-5 9 6 16,2 4-16-16,2 5 2 0,10 2-2 16,-1-3-3-1,2 3 7-15,6 3-11 0,6-6 3 16,0 0 2-16,0-4-1 15,6-4 1-15,22-4-3 16,10-5 1-16,7 0 4 16,-4 0-6-16,0-7 0 15,-1-8 4-15,-8 2-1 16,-3-1 2-16,-5-4-3 16,-3 3-1-16,2 0 8 15,-4 1-8-15,4 1 1 16,2 3 2-16,-1 5-3 15,1 3 4-15,0 2-2 16,-6 0 0-16,-2 0 12 16,-4 0-13-16,2 9 5 0,-5 9 5 15,1-3-6-15,1 2 6 16,-9-2-1-16,1 0-9 16,-4-5 7-16,0 2-9 15,0-2 0-15,0-2-2 16,0-1-16-16,-11-3-57 15,1-1-120-15</inkml:trace>
  <inkml:trace contextRef="#ctx0" brushRef="#br0" timeOffset="17073">9296 113 198 0,'0'-17'79'0,"0"-4"-61"15,-13-4 26 1,-10 8-7-16,-11 2-14 0,2 11-18 16,-6 0-5-16,-4 4 0 15,6 0 14-15,0 0-6 16,4 0 4-16,1 0-3 15,-5 0 0-15,0 0-1 16,4 0-6-16,-2 0 5 16,9 11 6-16,5-1-16 15,9 3 3-15,4 1 2 16,3 2-1-16,4 3-1 0,0-5-1 16,8 4 1-1,26-6 8-15,4 1-5 0,10 1 2 16,-1-9-1-16,-4 8 1 15,2 2-2-15,-12 8-5 16,-6 6 0-16,-8 4 8 16,-10-1-8-16,-7-2 0 15,-2-6 4-15,0-1 0 16,0-1 3-16,-7-5-8 16,-16 1 3-16,4-2 8 15,-4-5-11-15,2 2 3 16,2-3 1-16,-1-3-1 15,4 1 1-15,5-3-8 16,3 1 5-16,4 0 7 16,4 2-11-16,0 4 5 0,0 5 0 15,14 1 2 1,8 4 0-16,3 3-3 0,-2-1 1 16,-4 6 5-16,-5 3-7 15,-11 0 4-15,-3 1-1 16,0-2 0-16,0 5 1 15,-3-2-1-15,-3 3-4 16,0 2 12-16,0-1-11 16,4 1 2-16,2-3 2 15,0-7-2-15,0-2 4 16,0-6-3-16,6-2-4 16,8-8 9-16,2-2-7 0,0-2 1 15,1-4 0-15,-6 2-3 16,1-1-11-16,-10-2-15 15,1-2-62 1,-3 4-79-16</inkml:trace>
  <inkml:trace contextRef="#ctx0" brushRef="#br0" timeOffset="17599">9672 336 183 0,'-11'-12'44'16,"2"5"-44"-16,6 4 37 15,3 3-4-15,0 0-19 16,0 0 7-16,0 0-1 0,0 0 9 16,0 0 19-1,0 0-14-15,0 0-4 0,0 0-7 16,3 0 0-16,15 15 4 15,0 5-17-15,2-1 8 16,2 4-14-16,3 2 0 16,0 5 4-16,5 2-9 15,1 3 1-15,-1-3 6 16,0 3-8-16,-3-3 1 16,-2 1 0-16,3-1 0 15,-3 0 2-15,-3-5-6 16,0-2-4-16,-3-4 1 15,-10-5-13-15,-1-2-3 16,-5-8-8-16,-3-3-31 16,0-3-61-16,0 0-96 15</inkml:trace>
  <inkml:trace contextRef="#ctx0" brushRef="#br0" timeOffset="17973">10006 225 169 0,'0'-13'27'16,"0"5"-13"-16,0 7 19 0,0 1 11 15,0 0 7-15,0 0-25 16,-6 0 3-16,-7 6-10 16,-4 19 3-16,-2 10 4 15,2-3-6-15,0-2 2 16,4 0-6-16,-5 0-5 16,3 5 0-16,-4-1-14 15,2 6 2-15,0 3 4 16,0-1-5-16,-2-3 0 15,0 2-4-15,0-10-7 16,-1-1-6-16,4-4-46 16,2-7-43-16,5-2-88 0</inkml:trace>
  <inkml:trace contextRef="#ctx0" brushRef="#br0" timeOffset="18412">10422 746 380 0,'0'-12'32'16,"0"4"-9"-16,0 8 26 15,0 0-19-15,0 0-24 16,4 17 2-16,1 14 7 16,4 4-9-16,2-1-5 0,-4 3 1 15,4-5-2-15,-4-2 4 16,-5-2-8-16,-2-3-11 16,0-3-7-1,-2 0-73-15,-18-4-114 0</inkml:trace>
  <inkml:trace contextRef="#ctx0" brushRef="#br0" timeOffset="18963">10630 150 189 0,'-8'-10'69'16,"8"10"-57"-16,0-5 27 0,0 5 7 15,0 0-20-15,0 0-13 16,0 0 12 0,0 0-8-16,0 0-4 0,0 0-4 15,0 0 1-15,0 0 12 16,0 0-12-16,5 12-3 15,6 5 3-15,0-1-5 16,8 7 1-16,3-1-5 16,5 2-1-16,13-2 5 15,1 0-8-15,4-6 1 16,-7-1 7-16,-4 0-6 16,-7-3 2-16,-11 3-4 15,1 0-2-15,-7 0 5 0,-1 0-9 16,2 0-3-16,1 0 4 15,-2-3-16-15,1-5-11 16,-3-7-39-16,-4 0-20 16</inkml:trace>
  <inkml:trace contextRef="#ctx0" brushRef="#br0" timeOffset="19378">11113 130 159 0,'0'-5'20'0,"0"5"-3"16,0 0 28-16,0 0 16 15,0 0 0-15,0 0-27 16,0 0-4-16,0 0 8 16,-9 20-22-16,-4 4-8 15,-4 6 8-15,-2 10-6 0,2 5-5 16,-2 0-3 0,5 5-3-16,1 1 9 0,2 5-11 15,5 1-3-15,0 0 10 16,3-1-7-1,3 1 3-15,0-9-1 0,0 3-5 16,0-9 7-16,0-3-12 16,0-4-1-16,0-8-11 15,0-5-24-15,0-7-15 16,0-2-63-16</inkml:trace>
  <inkml:trace contextRef="#ctx0" brushRef="#br0" timeOffset="20359">11444 257 165 0,'9'-24'57'0,"-9"16"-7"16,0 3 50-16,0 0-18 16,0-1-49-16,0 4-15 15,0-2-3-15,2 0-2 16,1-3 6-16,3 0-20 16,4-3 1-16,13-1 5 15,10-6-6-15,8 5 2 16,8 2-3-16,-1 8 0 15,-12 2 11-15,-12 0-9 0,-15 0 0 16,-6 11 9 0,-3 5-3-16,0 1 4 0,-9 1-10 15,-7 0 1-15,-4-1 6 16,4-3-12-16,-1-1 3 16,0-3 5-16,4 2-4 15,-1-2-1-15,-2 4-1 16,-4-2-10-16,1 2 12 15,2 6-8-15,4 0 0 16,4 2 9-16,6 1-9 16,3-1 5-16,0-2-4 15,0-1 1-15,6-1 9 16,8-3-18-16,-1-8 2 16,4-2 3-16,2-5-4 15,6 0 13-15,5 0-7 0,-1 0-1 16,-2-16 15-16,-11 4-9 15,-5-2 3-15,-8 10 7 16,-3 0 1-16,0 4 10 16,0 0-4-16,0 0-7 15,-10 0 4-15,-10 5-13 16,-2 8 3-16,-1 3 6 16,5-2-6-16,0 3 3 15,7 1-3-15,4-4-4 16,4 7 10-16,3-5-11 15,0 7 2-15,0 0 5 16,14 4-1-16,11 2-1 0,-1 4-6 16,1 2 4-1,0-3 7-15,3 0-9 0,-1 1 3 16,3-4 5-16,-2 1-4 16,-3 5 1-16,-8-5-2 15,-9 2-1-15,-8 0 10 16,0 1-5-16,0-6-2 15,0 0 3-15,-14-4-4 16,-2-9 3-16,-4 2-9 16,-5-3-4-16,-5-7-15 15,0 2-176-15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45.71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0 215 163 0,'0'0'51'16,"0"0"-34"-16,0-7 24 16,0 2 40-16,0 2-40 15,0 3-6-15,0-3-12 16,0-1-6-16,0-1 0 16,0-5-10-16,0 3 2 15,6-4 1-15,3-1-7 16,2-3 2-16,-1-5-2 15,7 0-1-15,-3-2 6 0,5 2-10 16,1 3 2-16,-4 4 10 16,4 3-9-16,-4 3 3 15,1 5-2-15,-4 2-2 16,4 0 7-16,0 0-6 16,4 15-1-16,4 6 6 15,0-1-7-15,-1-4 1 16,5-2 3-16,-1-6-3 15,-4-3 3-15,1-5-6 16,0 0 1-16,-3 0 7 16,1 0-8-16,-13 0 1 15,2 0 4-15,2-3-5 16,-1-2 3-16,1 0-6 16,-1-6-1-16,-1 2 5 0,-3-1-10 15,6-7-12-15,-1 0-47 16,6 1-146-16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1:47.66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164 62 94 0,'11'-10'23'0,"5"0"12"0,9-4-8 16,-8 6-2-16,-3 0 8 15,-4 1 4-15,-10 7 13 16,0-3 11-16,0 3-26 16,0 0-3-16,0 0-4 15,0 0-15-15,0 0-7 16,-10 0-3-16,-15 0-6 15,-3 3 9-15,1 2-8 16,2 0 0-16,-3 2 5 16,-3-5-4-16,7 3 1 15,1-2 0-15,7 0-3 16,5 2 10-16,6-3-11 16,1 3 2-16,4 0-2 15,0 1-2-15,0-2 3 0,0 4-1 16,0-4 1-16,15 2 9 15,4-2-8-15,0 1 2 16,6 1 2-16,3-1-3 16,2-1 2-16,-5 4-2 15,-6-1-2-15,-8 4 8 16,-11 1-12-16,0 7 6 16,0 6 2-16,-5 4-2 15,-12-5 2-15,-2 3-2 16,5-4-5-16,3-4 16 15,3-1-17-15,1-4 8 0,1-2 2 16,-1 1-7-16,2-3 6 16,2-3-2-16,3-1-6 15,0-2 12-15,0-1-10 16,3 0 2-16,24-1 4 16,7-2-3-16,2 4 1 15,0 2 0-15,-7 6-1 16,-4 8 5-16,-7 3-6 15,-11 6 3-15,-7 1 3 16,0 3 0-16,-2 1-3 16,-12-4 0-16,-2 0-4 15,1-2 11-15,1-3-12 16,1-1 2-16,-1 3 8 0,9-4-8 16,-1 1 4-16,4 4-2 15,2-1 0-15,0 0 5 16,0 1-6-16,0-3 1 15,0 3 2-15,0-7-3 16,4 0 1-16,5-9 0 16,-7-3-3-16,2 0 6 15,-1-7-21-15,-3-2-38 16,5 0-75-16</inkml:trace>
  <inkml:trace contextRef="#ctx0" brushRef="#br0" timeOffset="553">727 206 60 0,'0'0'60'0,"0"0"-3"15,0 0-30-15,0 0 16 16,0 0 4-16,0 0-1 16,0 0-3-16,0 0 3 15,0 0-17-15,-6 0-4 16,1 12-12-16,2 11-6 15,-3 7-1-15,4 2-4 0,2 5 0 16,0 2 9-16,0-4-15 16,0 3 5-16,0 0 2 15,0-1-1 1,2 4 0-16,2-2-5 0,-4 1 1 16,0-4 2-16,0 0-19 15,-4-5 0-15,-7-3-31 16,4-6-17-16,3-4-54 15</inkml:trace>
  <inkml:trace contextRef="#ctx0" brushRef="#br0" timeOffset="1193">788 206 150 0,'16'-12'27'0,"-14"6"6"15,-2 3 28-15,4-1-10 16,-4 4-27-16,0 0-10 15,5 0 1-15,7-2-11 16,-1 2 2-16,2 0-3 16,3 0 0-16,-1 0-1 15,2 0-1-15,4 0-2 16,7 0 13-16,1 0-6 16,7 7 15-16,-4-2-5 0,-3 3-6 15,-4-1 2-15,-3-2-7 16,-10 0-1-16,-6 0 8 15,-6 3-8-15,0 4 4 16,-12 7 5-16,-12 6-12 16,-9 4 3-16,-1 1-4 15,-2 0-4-15,-2-6 12 16,-1-3-8-16,0 0-3 16,3-3 5-16,3-6-5 15,3-3 3-15,6-3-7 16,1-6-8-16,10 0-16 15,1 0-74-15,12 0-60 0</inkml:trace>
  <inkml:trace contextRef="#ctx0" brushRef="#br0" timeOffset="1741">1180 862 311 0,'0'-20'23'15,"0"0"19"-15,0 13 21 16,0 0-43-16,0 1-9 16,9 1-11-16,16 2 6 15,-1 3 6-15,-3 0-9 16,-1 0 8-16,-11 6 1 15,-5 19-2-15,-4 2-6 16,0 3-4-16,-2 0-6 16,-20-1 5-16,-3-3-19 15,0-2-44-15,-4-1-113 16</inkml:trace>
  <inkml:trace contextRef="#ctx0" brushRef="#br0" timeOffset="2498">1481 273 119 0,'0'-4'63'0,"0"4"-42"16,0-3 30-16,0 3 12 16,0 0-3-16,0 0-24 15,0 0-4-15,5 0-1 16,4 0-9-16,-2 11-8 0,2 8 4 16,0 8-14-1,-4 0 0-15,3 5-2 16,-3-2-1-16,7 2 4 0,-4 3-8 15,6 1 0-15,-3-1 7 16,3-1-5-16,-1 1 0 16,-4-5 2-16,-4-4-3 15,4-3 4-15,-7-2-5 16,0-5 0-16,7-5 4 16,-3-4-9-16,0-5 2 15,-2 1-1-15,2-3 4 16,-3 0 4-16,5 0-5 0,1-9 4 15,5-12 3 1,2-9-5-16,0-1 2 0,1-7 2 16,0-10-5-16,5-1 6 15,-4-5-2-15,5-2-6 16,-6 2 12-16,-6 6-7 16,-3 12 4-16,-8 7 1 15,0 13 2-15,0 6 0 16,0-1-8-16,0 4 0 15,0 5 6-15,0 2-8 16,0 0-3-16,0 0-12 16,0 0-14-16,-2 0 16 15,-7 6-35-15,6 8-28 16,3-2-45-16</inkml:trace>
  <inkml:trace contextRef="#ctx0" brushRef="#br0" timeOffset="3543">2063 107 70 0,'0'-11'115'15,"0"4"-99"-15,0 6 26 16,0-5 35-16,0 6-27 15,0-2-17-15,0-1-6 16,3-2-5-16,5 1-7 16,5-5-4-16,5 0-8 15,-4 1 6-15,2 1-10 16,8 0 2-16,8-1-1 16,6 0-1-16,-2 1 5 15,-9 4-8-15,-13 1 4 0,-8 2 4 16,-6 0-6-16,0 0 9 15,0 0-1-15,0 0 0 16,-17 10-1-16,1 4-5 16,0 0-2-16,-2 0 7 15,7 4-7-15,-3 0 2 16,1 4 1-16,-1 2-2 16,1 6 5-16,1 0-8 15,-1 0 2-15,4 5 4 16,7-5-4-16,2-4 0 15,0-1-2-15,0-5 0 0,0-5 3 16,7-2-3 0,16-6-2-16,5 2 4 0,-3-4-11 15,-7-2 2-15,-7 3 1 16,-2 1 2-16,-9 0-1 16,0 3-2-16,0-3 8 15,0 2 6-15,0-2-3 16,0-2 1-16,0-1-2 15,0 1 1-15,0-3 8 16,0 2-5-16,0-1 0 16,2-1 4-16,-2 2-2 15,0 6 3-15,0 3-2 16,0 4 0-16,0 3-4 16,0 3-2-16,0-1-7 0,3 2 13 15,6 0-9-15,4-3-1 16,4 2 9-16,-2-4-10 15,-2 2 11-15,-2-2-12 16,-1 1 4-16,-4 4 9 16,5 0-11-16,1 0 8 15,1 6-3-15,1-3 1 16,-5 2 4-16,-2-3-6 16,-1 1-4-16,-1 2 11 15,4-5-8-15,-4 0 0 16,-1 1 1-16,-4-8-3 15,0 4 12-15,-6-3-8 0,-17-2-1 16,4-1 10 0,2-1-8-16,1-8-1 15,5-4 0-15,0 2-2 0,3-4 5 16,-3 0-5-16,2 0-6 16,-2 0 0-16,0 0-40 15,2 0-68-15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2:31.09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0 125 60 0,'4'-10'64'0,"-4"-1"-44"16,0 6 2 0,0 1 7-16,0 1-7 0,0 0-12 15,0 3 6 1,0 0-8-16,0 0 10 0,0 0 3 16,0-3 0-16,0 3 14 15,0 0-10-15,0 0-3 16,0 0-10-16,0 0 1 15,0 0-4-15,0 0 7 16,0 0-14-16,0 0 3 16,0 0 1-16,0 0-2 15,0 0 2-15,0 0 1 16,0 0-5-16,0 0 14 0,0 0-11 16,0 0 2-16,0 0-3 15,0 6 0-15,0 4 0 16,0-3-6-16,2 9 1 15,3 0 6 1,1 7-6-16,-1 1 2 0,-2 2-2 16,3-2 2-16,3-1 3 15,-5-3-7-15,2-5 3 16,0-3 7-16,-4-4-10 16,1-1 5-16,1 0-4 15,-2 4 2-15,-2 1 8 16,2 0-14-16,-2 6 4 15,0-4 6-15,3 2-5 0,-3-2 1 16,2-2 0-16,-2 4-2 16,4-7 7-16,-4-2-8 15,0 1 1-15,0 0 4 16,2-6-4-16,1-2 2 16,3 0-10-16,6 0 2 15,-5 0 0-15,1-10-43 16,1-10-89-16,-4 0-136 15</inkml:trace>
  <inkml:trace contextRef="#ctx0" brushRef="#br0" timeOffset="748">4 159 114 0,'0'-7'39'0,"0"-4"-35"15,0 4 11-15,0 2 11 0,4-5-7 16,8 2-1-16,1 4 4 16,-2-4 6-16,1 4 6 15,-3-2-13-15,0-2-7 16,3-1-1-16,3 2-4 16,-2-3 6-16,3 4-13 15,4 1-2-15,-1 2 6 16,6-1-5-16,-4 2-2 15,0 2 4-15,-6 0-4 16,0 0 9-16,-5 0-6 16,-1 2-2-16,-4 10 8 15,-2 4-1-15,-3 0 7 0,0 5-2 16,0 2-10 0,-17 0 4-16,-2 4-8 0,-2-1 0 15,-4-3 4-15,0-2-5 16,-1-3 5-16,5-3-5 15,-2-3-1 1,4-6 12-16,0-6-11 0,8 0 2 16,2 0 3-16,7 0-8 15,2 0 10-15,0-3-10 16,0-4 1-16,0 5 9 16,0-4-8-16,0 6-1 15,0 0 6-15,0 0-4 16,0 0 2-16,0 0-3 0,0 6 3 15,2 6 7-15,5 0-8 16,-3 0 0-16,1 3 8 16,4 0-5-16,2 3 4 15,5 1-4-15,2 3-3 16,4 0 8-16,3-4-10 16,0-3 2-16,-1-3 6 15,-5-1-8-15,1-9-8 16,-4-2-31-16,4 0-75 15</inkml:trace>
  <inkml:trace contextRef="#ctx0" brushRef="#br0" timeOffset="2008">362 427 221 0,'0'0'8'0,"0"0"-10"0,0 0 12 16,0 0 2-16,22 0-8 15,8 0 11-15,1 4-7 16,-1-3 1-16,1-1 0 16,-7 0-4-16,-1 0 2 15,-4 0-4-15,0-5-2 16,0-7 7-16,-2-1-9 15,-9 1-1-15,-2 1 4 16,-6 4-1-16,0-1-1 16,0-3 0-16,0-1-1 15,-3-1 8-15,-5 1-8 0,-5 0 6 16,4 1 26-16,0 4 1 16,1-1-12-16,2 8-9 15,-1 0-4-15,-5 0 2 16,-1 0-12-16,2 10 4 15,-3 10 0-15,3 2 2 16,0 4 2-16,5-5-5 16,3 6-4-16,3-6 13 15,0 1-14-15,0-2 5 16,0-2 3-16,12-4-5 16,7-1 4-16,0-3-4 15,0-3 0-15,6-7 2 0,1 0-17 16,3 0-1-1,-1 0 5-15,-3-13-6 0,0-4 6 16,-3 0 2-16,-3-3 7 16,1-3 10-16,-4 3-9 15,-2 3 1-15,-3 2 7 16,-2 5 1-16,-7 5-3 16,0 4 0-16,1 1-3 15,0 0 5-15,0 0-4 16,0 0 4-16,-1 19-2 15,-2 6 3-15,0 3-5 16,0-4-1-16,0 3-1 16,0-5 7-16,0-3-10 0,0-3 4 15,0-1 0 1,0-7 2-16,0-4-2 0,0-4 0 16,0 0-2-1,7 0 13-15,6 0-15 0,3-17 4 16,4-6 1-16,-4 0 1 15,-5-5-4-15,3 3 5 16,-5 2-4-16,-2 6 5 16,1 8-3-16,-5 3 4 15,-3 3-3-15,0 1 0 16,4 2 3-16,-2 0-5 16,4 0 2-16,0 0 5 15,-1 15-5-15,3 2 5 16,-3 6 0-16,1-1-4 0,-6-2 0 15,3 0-6-15,-3-3 4 16,0 1 7-16,0-7-14 16,0-2 6-16,0-5 0 15,0-4 0-15,3 0 5 16,3 0-10-16,5 0 9 16,5-12 1-16,6-19-8 15,-3-5 2-15,-2 1 2 16,-3 8 1-16,-5 9-3 15,-5 12 1-15,-4 6-2 16,0 0 8-16,0 0-9 16,0 0 4-16,0 14 0 15,0 4-2-15,0-1 6 0,3 0-6 16,3 1 1 0,2 0 5-16,-2-4-7 15,5 2 1-15,-4-7 1 0,2-2-5 16,2-2 1-16,-2-5-43 15,10 0-66-15</inkml:trace>
  <inkml:trace contextRef="#ctx0" brushRef="#br0" timeOffset="3606">1751 437 204 0,'-17'-12'19'16,"6"2"-30"-16,6-1 23 15,-4 2-13-15,-2 6-1 16,-3-2 12-16,-4 5-4 16,-2 0 2-16,-3 0 9 15,-2 0 19-15,4 5-2 16,-1 7-7-16,0 1-16 15,2 1-1-15,4 2-2 16,0-1-5-16,4-1 2 16,1 2-5-16,5 1 5 15,2-4-5-15,1 1-2 16,-1-1 8-16,4-1-9 16,0-1 4-16,0-2-1 0,0-4 4 15,9 0-2-15,18-5-2 16,7 0 0-16,2 0 7 15,-3 0-11-15,-6-7 4 16,-2-5 4-16,-11 1-8 16,-1-1 8-16,-4-1-3 15,-4-1-7-15,1-3 13 16,-1-1-9-16,-2 0 7 16,-3 4 0-16,4 2 7 0,-4 3 10 15,0 7-6 1,0 2-5-16,0 0 3 0,2 0-16 15,0 0 3-15,5 0-1 16,3 0 0-16,1 20 2 16,3-3-2-16,0 6-3 15,-2 0 8-15,-3-2-7 16,3-1 3-16,-1-2-3 16,2-6 3-16,2-3 1 15,-1-8-5-15,2-1-1 16,-3 0 10-16,5 0-8 15,0-1 0-15,-1-18 3 16,0-6-1-16,2 1 0 16,0-4 1-16,-2 4-9 15,-4 4 16-15,-4 10-11 16,-1 2 1-16,1 5-1 16,-4 3 3-16,4 0 3 0,2 0-6 15,-1 0-1-15,1 15 10 16,3 3-9-16,-3-3 3 15,0 4-1-15,-3 2 1 16,-2-7 2-16,-3 4-5 16,-3-6 1-16,0 3 5 15,0-1-7-15,-6-3 1 16,-7-6 3-16,4 0 0 16,1-5 1-16,5 0-3 15,0 0 0-15,3-12 6 0,0-16-6 16,0-10 3-16,18-1-5 15,6-3 3-15,1 0-5 16,-4 10-5-16,-1-1 1 16,-6 6 13-16,-3 2-9 15,-3-1 4-15,-2-1 1 16,-4 3-15-16,5 0-10 16,-5-4-17-16,4-2 0 15,-1-2 16-15,0 2 7 16,4 0 17-16,2 8 5 15,0 8 3-15,-6 5 21 16,1 7 18-16,-6 2-6 16,0 0 4-16,0 0-9 0,0 5-7 15,0 17-10-15,0 10-11 16,0 5 5-16,0 6-9 16,0 2 11-1,0-1 2-15,9 0-6 0,-2-4-4 16,-1 1-1-16,-1-4-4 15,1-2 7-15,0-1-9 16,-4-1 0-16,2-6 8 16,-4-1-7-16,0-6 0 15,0-7 3-15,0 0-5 16,0-2 7-16,0-9-8 16,0 0 1-16,0-2 5 15,0 0-6-15,0-8-2 16,0-14-7-16,0-8 4 15,5-1 7-15,6 1-4 0,0 4 6 16,5 4 3-16,-2 7-2 16,3 2 0-16,-3 5 0 15,0-1-2-15,-3 3 9 16,2 3-13-16,-4-1 6 16,1 4 2-16,1 0-2 15,0 0 0-15,3 0 0 16,0 0-1-16,-3 7 7 15,-5 4-11-15,-6 1 4 16,0 10 7-16,0-6-8 16,-25 6 4-16,0-4-2 15,1-4-1-15,-1 0 3 16,2-5-5-16,7-2 2 0,1-7 4 16,8 0-5-16,7 0 2 15,0 0-3-15,0-9 2 16,14-1 6-16,8 4-9 15,-4 6 3-15,2 0 4 16,-4 0-2-16,-2 9 1 16,-3 11-4-16,3 1 2 15,0-3 3-15,8-1-5 16,9-4-4-16,5-9 11 16,7-1-11-16,2-3-18 15,0 0-128-15,-2 0-174 16</inkml:trace>
  <inkml:trace contextRef="#ctx0" brushRef="#br0" timeOffset="5287">3145 471 315 0,'-6'-4'0'0,"-5"-1"5"15,8 2 6-15,1 1-3 16,-9 0-10-16,-3-1 0 15,-6 0 7-15,1-1-4 16,-2-2 7-16,0 4 4 16,6 2 12-16,0 0 1 15,2 0-10-15,-4 0-3 16,1 15-2-16,-1 8-7 0,4 1 3 16,2-1-4-16,2 1-2 15,4 2 5-15,5-9-8 16,0 2 2-16,0-6 4 15,0-6-6-15,10-3 6 16,12-4-5-16,7 0 2 16,-2 0 5-16,-2-18-10 15,-7-1 2-15,0 0 8 16,-11-3-5-16,2 4-2 16,-3-2 1-16,-4 5 0 15,1 6 9-15,-3 4-14 16,0 5 5-16,0 0 7 0,0 0-5 15,0 0-1-15,0 5 2 16,0 15-2-16,0 4 11 16,9-4-12-16,-2 0-1 15,4 0 6-15,3-5-5 16,6-1 0-16,2-11 1 16,6-3 0-16,5 0 5 15,-6-10-11-15,6-13 2 16,0-7 5-16,-2-8-7 15,2-2 5-15,-3-2-1 16,-7-6 2-16,-4-2 2 16,-11-1-4-16,-5-7 0 15,-3 8 5-15,0 3-4 0,0 13 1 16,-8 8 2-16,-3 10-3 16,5 6 8-16,-2 4-7 15,2 6 4-15,3 0 3 16,-2 0-7-16,1 6 0 15,-2 16 2-15,2 5-2 16,1 8 9-16,1 4-2 16,2 7 0-16,0 4 2 15,0-4-3-15,0 2-1 16,0-1-4-16,0-5-3 16,0-5 8-16,0-4-11 15,0-9 0-15,0-7 10 16,0-7-9-16,0-4 3 15,0-6 0-15,0 0-2 0,0 0 5 16,0-3-9-16,5-17-4 16,5-10 8-16,8-4-10 15,-2 1 3-15,4 6-2 16,-4 7 2-16,1 10 13 16,0 5-7-16,-4 4 2 15,3 1 4-15,2 0-2 16,0 0 2-16,2 1-4 15,5 16 1-15,-2-2 9 16,-2 6-10-16,1-7 5 16,-8 4-2-16,-6 0-1 15,-8-4 1-15,0 5 3 16,-11-1 2-16,-19-2 2 0,-12-2-7 16,-5-2-1-16,6-6 5 15,3-2-6-15,4-4 1 16,15 0-1-16,5 0-1 15,9 0 5-15,5-2-6 16,0 0 5-16,0 2-1 16,11 0-1-16,8 0 1 15,5 0-2-15,2 0 0 16,-4 4 5-16,6 4-6 16,-7-3 1-16,8-5 4 15,-2 0-5-15,3 0 2 16,3-17-1-16,6-6-2 0,3-2 7 15,5-7-6-15,2-7-4 16,1-7 9-16,-4-3-13 16,-4-6 6-16,-9 4-3 15,-12 3-1-15,-6 9 13 16,-12 9-7-16,-3 9 7 16,0 6 5-16,0 9 5 15,-9 0-11-15,-4 3-6 16,-4 3 3-16,2 0 6 15,8 0-9-15,-1 0 3 16,8 0 3-16,-3 0-3 16,3 9 8-16,-3 11-8 15,3 4 1-15,0 12 7 0,0 3-8 16,0 1 1-16,0-1 6 16,0-5-6-1,0-1-1-15,0-4-1 0,14-3-3 16,0-2 9-16,0-4-10 15,-1-3 3-15,-2-1 2 16,3-3-2-16,-1-10-1 16,5 1-3-16,0-4-1 15,5 0 8-15,2-4-15 16,2-12 0-16,-3-5-1 16,5-4-11-16,-1-2 0 15,-4-3 9-15,-1 1 0 0,-10 4 16 16,-1 7-1-16,-8 12 3 15,-4 6 18-15,0 0-7 16,-7 0-10-16,-22 0 5 16,0 15-6-16,-3 8 12 15,8 7-4-15,6-2-6 16,9-1 5-16,3 1-2 16,6-4-2-16,0 2-3 15,3-3-3-15,22-4 9 16,4-5-10-16,7-4 1 15,12-7 6-15,8-3-9 16,-2 0 3-16,2-13-19 16,-4-1-148-16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2:37.48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0 545 159 0,'16'-14'19'0,"3"-2"-18"16,1-5 12-16,7 2 3 0,-14 5-2 15,2-7 7 1,2 3 18-16,-4-6 12 0,3-2-14 16,1-4-7-16,0 0-5 15,2 2-16-15,0-7-2 16,-5-2-1-16,8 0-5 15,-5 2 6-15,-2 3-12 16,-5 9 4-16,-7 6 7 16,-3 7-7-16,0 7 4 15,0 1 5-15,0 2-3 16,0 0 1-16,0 0-9 0,0 0-1 16,0 2 11-16,-3 17-5 15,-5 7-1-15,2 5 7 16,6 13-3-16,0 0 7 15,0 9-8-15,0-2-2 16,0 4 4-16,0-1-7 16,0 6 2-16,0-1-2 15,0-3 0-15,4-4 3 16,-2-2-4-16,0-10-1 16,-2-5 4-16,0-9-10 15,0-8-1-15,0-8-5 16,0-6-24-16,0-4-32 0,0 0-29 15,0 0-99-15</inkml:trace>
  <inkml:trace contextRef="#ctx0" brushRef="#br0" timeOffset="1018">275 346 61 0,'0'-30'137'15,"0"7"-117"-15,0 5 13 16,0 10 29-16,0-5-21 16,25-2-10-16,11 0 9 0,2 5-8 15,5 5-19 1,-5 5 1-16,-2 0-2 0,-6 0-8 16,-5 20-1-16,-5 8 1 15,-11-1 1-15,-7-3 0 16,-2 3-7-16,0-2 4 15,-23 3 4-15,-7-6-7 16,-9-4 1-16,-2-3 2 16,3-9-3-16,2-6 1 15,2 0-8-15,9 0-3 16,6-6 2-16,8-19-9 16,11-7 3-16,0-1 1 15,11 3 6-15,20 6 12 16,2 6-11-16,3 6 8 15,-6 10 2-15,-8-2 0 0,1 4 0 16,-10 0 0-16,1 0 2 16,2 0 2-16,-2 4-11 15,10 1 4-15,5 2 5 16,-2-2-6-16,9 0 1 16,-2-4 1-16,-2 8-4 15,-1-3 10-15,-7 5-9 16,-5 7 2-16,-4-2 3 15,-7 10-2-15,-2-4 3 16,-6 5 0-16,0-4-1 16,0-3 5-16,0 0-9 15,-12-8 3-15,1 0 8 0,3-6-11 16,3-5 5-16,2-1-4 16,3 0 0-16,0 0 3 15,0-21-6-15,0-7 2 16,8-4 4-16,11-5-5 15,6 4 4-15,0 6-4 16,-9 9 2-16,-2 6 6 16,-8 6-9-16,-3 5 0 15,3 1 5-15,1 0-4 16,2 0 3-16,5 0-2 16,2 0 1-16,4 0 5 15,2 0-9-15,0 0 1 16,5 0 7-16,3 0-4 15,4 0-1-15,-1 0-1 16,-3 0 3-16,-2 0-1 0,0 0-2 16,-6 0-5-16,-8 0 13 15,-3 0-10-15,-8 0 5 16,-3 0-2-16,0-2 3 16,0-1 1-16,0-3-5 15,-7 2 1-15,-4 1 5 16,1 1-6-16,-1-1 5 15,0 1-3-15,-7 2 2 16,-3 0 12-16,-1 0-14 16,-3 2-1-16,3 19 6 0,2 0-7 15,6 4 3 1,7 3-2-16,7-6-3 0,0 0 8 16,0 3-6-16,0-6-4 15,16 2 10-15,2-5-7 16,5-5 2-16,8-4-7 15,5-7-8-15,7 0-25 16,4 0-67-16,1-1-10 16</inkml:trace>
  <inkml:trace contextRef="#ctx0" brushRef="#br0" timeOffset="1851">1586 356 168 0,'0'-6'47'0,"0"2"-14"16,0-4 38 0,0 4 6-16,0-4-52 0,0 1-6 15,-2 0 3-15,-9 6-6 16,-8 1-4-16,0 0-12 16,-9 0 1-16,1 5 8 15,2 9-6-15,0 9-2 16,3 0-3-16,5 2 1 15,6 2 4-15,3-3-5 16,8-1 0-16,0-4 5 16,0-4-5-16,2-5-1 15,21-5 1-15,4-5-3 16,6 0 5-16,-3 0-11 0,-5-12 5 16,4-8 10-16,-11-2-8 15,4-3 8-15,-2-2-4 16,-4-5-1-16,-2-6 7 15,0-8-9-15,-3-5 2 16,-3 0 5-16,-2-4-6 16,-6 8 2-16,0 8 2 15,0 9-4-15,0 13 13 16,0 10-12-16,-3 4 7 16,0 1 8-16,1 2-9 15,-2 0 1-15,4 0-3 16,-2 0-2-16,-1 0 8 15,-3 0-8-15,4 12 7 0,-3 8 3 16,2 3-5-16,-3 9 1 16,3 6-5-16,1 4-1 15,-2 5 8-15,4-2-13 16,-2 1 1-16,2-3 8 16,0-3-8-16,0-3 2 15,0-1-2-15,0-9-1 16,0-8 7-16,2-2-12 15,13-6 2-15,-1-7 5 16,-1-4-10-16,4 0 2 16,0 0-4-16,-1 0 1 15,-2-11 13-15,0-10-8 16,1-7 5-16,3 1 7 0,0-3-7 16,0 3 3-16,-4 10 0 15,-6 7-2-15,-3 7 11 16,-5 3-11-16,0 0 3 15,0 6 9-15,0 13-8 16,0 4 3-16,0-2-5 16,0 0-1-16,3-1 8 15,-1-6-11-15,5-2 3 16,-3-1 2-16,2-8-2 16,5-3-1-16,-3 0-10 15,3 0-24-15,3-15-45 16,-3-3-58-16</inkml:trace>
  <inkml:trace contextRef="#ctx0" brushRef="#br0" timeOffset="2079">1971 155 295 0,'-25'-14'105'0,"14"4"-109"15,11 6 12-15,0 4 7 16,2 0-13-16,18 0-4 16,-1 0 10-16,-2-2-10 15,-12 2-1-15,-3 0 6 0,-2 0-21 16,0 0-6-16,0 2-58 16,0 12-206-16</inkml:trace>
  <inkml:trace contextRef="#ctx0" brushRef="#br0" timeOffset="2795">2194 376 155 0,'0'-5'80'0,"0"-1"-45"16,0 1 21-16,0-2-3 15,0 2-25-15,0-1-8 16,0 6-1-16,0 0-11 16,0-1 7-16,0 1-3 15,0 0 7-15,0 0-5 16,-8 0-8-16,-11 0-5 15,-4 0 0-15,1 9-3 16,1 6 7-16,1 3-9 16,9 0 3-16,6 3 3 15,5 2-3-15,0 0 3 16,0-2-3-16,3-3-1 0,15-1 7 16,7-2-13-16,-3-3 9 15,6-3-2-15,0-9-4 16,-1 0-2-16,-2 0 4 15,3 0-2-15,-3-13 6 16,-1-6-7-16,5-8 5 16,-4-3 3-16,-1-3-4 15,-3-7-5-15,2-5-7 16,-6-4-4-16,-3-6-2 16,-7 0 7-16,-1 6 7 15,-1 6 6-15,-5 13 4 16,0 11 4-16,0 7 4 15,0 0 5-15,-2 8 2 16,-9-1-18-16,3 5 1 0,2 0 6 16,-3 0-4-16,7 0 1 15,-3 3-1-15,3 16-2 16,2 9 10-16,0 4-11 16,0 6-1-16,0 6 5 15,0-4 1-15,0 8-3 16,2-8-1-16,-2 1-6 15,0-2 10-15,0-3-11 16,0-9-2-16,0-3 3 16,0-9-8-16,0-4-9 15,0-7-58-15,0-1-86 0</inkml:trace>
  <inkml:trace contextRef="#ctx0" brushRef="#br0" timeOffset="3187">2410 380 215 0,'-2'-4'103'16,"-2"0"-98"-16,4 4 16 16,0 0-1-16,0 0-16 15,0 0-2-15,6 0 0 16,16 0-4-16,5 0 8 15,1-4-10-15,-1-4 4 16,-4 4 0-16,-4 1 0 0,-2-2 3 16,-6 5-2-1,-3 0 9-15,-3 0 22 0,4 0-11 16,-4 0-3-16,4 0-7 16,-1 16 2-16,-6 0-3 15,4 5-2-15,-3-4-6 16,-3-1 8-16,0 2-10 15,0-2 1-15,0 4 1 16,0-7-3-16,0 1 2 16,0-1-5-16,0-10-8 15,0 1-3-15,0-4-64 16,0 0-23-16,0 0-105 0</inkml:trace>
  <inkml:trace contextRef="#ctx0" brushRef="#br0" timeOffset="3366">2721 197 229 0,'-11'-8'53'0,"11"6"-53"15,0 2 1-15,0 0 5 16,4 0-8-16,-1 0-32 15,1 0-68-15</inkml:trace>
  <inkml:trace contextRef="#ctx0" brushRef="#br0" timeOffset="4064">2721 197 168 0,'42'151'17'16,"-42"-143"7"-16,0 4 31 16,11 0-1-16,1 3-13 15,-3 6-13-15,0 1-3 16,0 4-5-16,-6-1-16 0,-1 4-2 16,0-5-5-16,5-6 9 15,-5-4-10-15,4-4 4 16,-1-4-1-16,4-6 1 15,2 0-2-15,3-3-5 16,4-17-2-16,2-5 8 16,0 1-13-16,-7-5 12 15,-1-2 2-15,-5-2-1 16,-7 3 2-16,0 3-1 16,0 9-1-16,0 9 13 15,0 3-12-15,0 6 13 16,0 0 5-16,0 0-15 15,0 0 1-15,0 0-6 16,0 0-1-16,0 0 10 0,0 0-11 16,0 0 5-16,9 11 0 15,5-1-2-15,2-1 2 16,6-3-2-16,6-1-2 16,-7-5 7-16,5 0-10 15,-4 0 0-15,2 0 3 16,8 0 0-16,-3 0 5 15,3-5-4-15,-5-6-1 16,-5 1 11-16,-8 2-10 16,-9 1 5-16,-5 2 9 15,0 4 6-15,0-5 9 16,-3 6-14-16,-19 0-12 0,0 0 10 16,-6 7-13-16,3 16 4 15,7 4 0-15,0 6-1 16,8-1 1-16,4 1-6 15,6-4 5-15,0-5 1 16,0-1-3-16,12-5 0 16,15-9 2-16,9-6-7 15,5-3-3-15,3 0-40 16,6 0-105-16,19-7-151 16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2:42.07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 0 44 0,'0'15'218'16,"0"-3"-206"-16,0 3 47 16,0 3 18-16,0 8-31 15,0 0-22-15,0 6-11 16,0 6-2-16,0 3 2 15,0-1-8-15,0 0 1 16,0 0-1-16,0 0-7 0,0-6 6 16,0 4-5-16,0-5-2 15,3-3 5-15,2 1-12 16,2-6-2-16,-3-2-2 16,-1-9-15-16,-3-4-22 15,0-7-54-15,0-1-48 16</inkml:trace>
  <inkml:trace contextRef="#ctx0" brushRef="#br0" timeOffset="378">0 142 315 0,'0'-11'19'0,"0"2"-1"0,0 3 9 16,29-3-9-16,3 0-12 16,6-2 7-16,2-1 0 15,-2 5-7-15,-2 1-2 16,-4 6-3-16,-1 0-2 16,-3 0 8-16,-3 0-13 15,-6 6 4-15,-2 8 8 16,-11 6-3-16,-6 2 15 15,0 3-4-15,-23 0-6 0,-10-2 2 16,-6-4-5-16,-1-7-2 16,4-1 3-16,2-4-8 15,7-4-2-15,4-3-1 16,6 0-3-16,10 0-11 16,1 0-43-16,6-15 5 15,0 2-12-15,0 3-33 16</inkml:trace>
  <inkml:trace contextRef="#ctx0" brushRef="#br0" timeOffset="2016">533 80 203 0,'0'-5'82'0,"0"5"-66"16,0 0 13-16,0 0 16 16,-11 0-24-16,-9 11 1 15,-1 1 7-15,1-1-14 16,0 6 7-16,4 4-11 16,5 1-4-16,4 0 3 15,3 1-9-15,4-1-1 16,0 0 1-16,0-4-2 0,22-4 4 15,9-6-7-15,5-8 0 16,5 0 7 0,-2 0-11-16,-9-11 9 0,-5-10-2 15,-11-1 0-15,-9 1 6 16,-5-1-8-16,0 0 1 16,0-5 5-16,-5 4-4 15,-13-4 1-15,3 5 0 16,-5-1-3-16,4 4 4 15,0 11-15-15,9 4 1 16,3 4 8-16,4 0-2 16,0 0 2-16,0 0 5 15,0 12-3-15,13-5 5 16,14-5-15-16,7-2 0 0,2 0 11 16,0 0-11-1,0 0 8-15,-7 0 6 0,-4 0-3 16,-3 0 12-16,-5 0-7 15,0 3 1-15,-6 7 8 16,-3 10-7-16,-2-1 5 16,-4 4-7-16,-2 2 4 15,0 2 3-15,0-4-11 16,0-1 3-16,0-7 3 16,0 0-6-16,0-6 2 15,0 1-2-15,0-4-1 16,0-4 8-16,7-2-11 15,-3 0 4-15,8 0 5 0,4 0-5 16,-2-18-1 0,5-4 2-16,1-5 0 0,-2-3 2 15,3 3-4-15,-6 6 0 16,-3 10 5-16,-7 7-4 16,-5 4 1-16,0 0 1 15,0 0 1-15,0 13 6 16,0 12-8-16,0 0 0 15,0 0 7-15,0-2-10 16,0-6 3-16,4-3 0 16,9-4-1-16,1-4 5 15,2-6-8-15,4 0 3 0,-2 0 2 16,0-8-1-16,-2-7 1 16,-2-2-3-16,-6-3 0 15,-3-5 6-15,1 0-7 16,-3 0 1-16,-3-2 5 15,0 2-4-15,0 6 1 16,0 4-1-16,0 7 0 16,0 3 5-16,0 3-7 15,-3 2 1-15,1 0 5 16,-2 0-5-16,4 0 4 16,0 7-3-16,0 4-1 15,9 1 10-15,11-3-13 16,4-4 3-16,1 0 9 0,3 0-10 15,5-5 4 1,6 0-3-16,1 0 2 0,5 0 5 16,-4 0-9-16,-5-2 3 15,-8-8 5-15,-11-2-7 16,-10 1 4-16,-1 4 1 16,-6-1-4-16,0 4 10 15,0-2-8-15,0 1 2 16,0 5 5-16,-9 0-7 15,-2 0 2-15,-10 0-2 16,-1 5-2-16,-3 16 8 16,-4 3-9-16,11 3 1 0,-4-2 5 15,11 5-4 1,2-3 1-16,6-4 0 0,3-4-1 16,0-3 5-16,6-3-7 15,22-9 2-15,1-4 5 16,5 0-7-16,-7 0 5 15,5 0-3-15,-5-10-2 16,-3-5 8-16,8-2-10 16,-5-1 3-16,-5 1 5 15,1-3-5-15,-10 3 4 16,1 1-3-16,-3 7-1 16,-3 4 7-16,0 5-8 15,1 0 1-15,2 0 5 16,0 3-5-16,-3 14 3 15,2 0-2-15,2 3 0 0,-1 3 7 16,0-1-9-16,-6 3 2 16,-1-3 5-16,-2-5-6 15,-2 1 4-15,0-2-4 16,0-5 0-16,0-3 7 16,0-6-7-16,0-2-1 15,0 0 8-15,0 0-5 16,-2 0 1-16,2-12-3 15,0-11-2-15,0-6 10 16,16-4-8-16,9-2 1 16,-1 3 2-16,1 7-2 15,-8 10 4-15,0 5-5 0,-1 6 0 16,4 1 7 0,5 2-8-16,2 1 1 0,0 0 5 15,4 0-5-15,1 0 1 16,0 0-14-16,-5 0-99 15</inkml:trace>
  <inkml:trace contextRef="#ctx0" brushRef="#br0" timeOffset="2554">2425 455 201 0,'0'-6'9'15,"0"6"34"-15,0 0 21 16,7 6-17-16,4 11-7 16,-2 5-10-16,-4 3-1 15,1 5-3-15,-4-3-13 16,-2-1 3-16,0-2-14 15,0-3-1-15,0-4 2 0,-18 0-3 16,-11-5-9-16,-3 2-74 16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2:48.2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322 360 185 0,'0'-18'19'0,"0"8"-18"15,0 1 19 1,-5 9 10-16,2-3-16 0,-3 3-2 15,-3-1 16-15,-1-2 22 16,-4 1-17-16,-2-7-4 16,-4 3-20-16,2 4 0 15,-3-2 1-15,3 4-11 16,-7 0 0-16,0 0 9 16,0 0-13-16,1 0 8 15,4 11-1-15,4-1-3 0,-2-1 6 16,7 3-7-16,0 3 0 15,6-1 7-15,5 2-8 16,0-1 5-16,0 0-3 16,14 0 0-16,2-8 6 15,4-5-7-15,2-2-1 16,5 0 11-16,0 0-11 16,2-3 1-16,-1-12 4 15,-4-6-4-15,-2 4 10 16,-5-2-10-16,-6 1 1 15,-3 0 11-15,-3 0-11 16,-2 4 10-16,0 2-7 16,-3 7-1-16,0 0 3 0,0 5-6 15,0 0 1-15,0 0 5 16,0 0-6-16,0 3 3 16,0 16 5-16,0 6 0 15,0 8 5-15,0 7-6 16,3 3-3-16,5 3 11 15,6 7-15-15,0 4 4 16,0-1 0-16,-1 6-6 16,1 1 10-16,-1-4-10 15,8 3 2-15,-8-8 7 16,1-3-10-16,-5-12 7 16,-7-6-4-16,-2-9 1 0,0-5 5 15,0 0-9 1,-20-8 0-16,-4 0 11 0,-9-3-11 15,0-8 5-15,-3 0-2 16,-6 0-7-16,3-3 6 16,0-20-9-16,7 0 5 15,7-8 6-15,10-7-6 16,11-6 6-16,4-5-3 16,0-1 3-16,29-3 6 15,14 6-7-15,6-1 2 16,5 2 4-16,3 1-5 15,-8 6 1-15,-4 3 2 0,-13 4-4 16,1 2 7-16,1 0-6 16,-2 0-4-16,2 2 12 15,-1 2-9-15,1 1 2 16,-9 2 1-16,-4 5-2 16,-6 5 4-16,-11 0-4 15,1 8-1-15,-5 3 5 16,0-2-5-16,0 3 4 15,0-1-3-15,0-3 1 16,0-1 5-16,-9 2-8 16,-9 1 0-16,2 3 7 15,-4 0-6-15,2 0 4 16,-5 0-3-16,1 13-2 16,0 9 10-16,3 5-11 15,6 5 1-15,4 0 9 0,9-2-9 16,0-2 2-16,0-5 1 15,0-9 0-15,11-1 4 16,5-7-7-16,6-6 1 16,1 0 7-16,4 0-7 15,0-2 1-15,2-12 1 16,-4-6-2-16,-4 0 7 16,-2-2-10-16,-2-2 2 15,0 3 7-15,-6 3-6 16,-3 6 2-16,-5 6 0 15,0 6 1-15,-3 0 5 16,0 0-9-16,0 0 1 16,0 18 11-16,0 9-10 0,0 3 4 15,0 3 0-15,0-5-5 16,2-1 7-16,1-6-6 16,3-3-4-16,-1-6 10 15,1-3-4-15,-1-7-4 16,4-2 3-16,4 0-1 15,6-6 8-15,1-17-9 16,5-1-2-16,-3-1 11 16,-4-2-11-16,3 4 5 15,-10 7 1-15,-3 4-4 16,-6 10 7-16,-2 1-8 16,0 1 1-16,0 0 5 0,0 0-3 15,0 0 0 1,0 0 0-16,0 0-1 0,0 0 8 15,0 17-5-15,0 5 0 16,0 2 6-16,3 1-5 16,-3 1-2-16,9-4-2 15,-2-1-1-15,2-7 7 16,11-5-6-16,-2-3-3 16,7-6 9-16,6 0-10 15,-1 0 7-15,1-10-7 16,-4-9 0-16,-4-4 8 15,-1 3-9-15,-12-3 2 0,1-1 6 16,-5 1 0-16,-3-4-2 16,-3 4-3-1,0-1 0-15,2 1 12 0,-2 4-12 16,0 1 0-16,0 6 7 16,0 6-4-16,-2 3-1 15,-12 3 3-15,1 0-4 16,1 0 7-16,1 0-8 15,0 21-1-15,6 6 9 16,2 3-6-16,0 0 0 16,3 3 2-16,0-6-5 15,0-3 11-15,0-1-10 16,11-4-2-16,11-4 11 0,-3-3-9 16,-2-3 3-1,2-4-4-15,3-5 0 0,6 0 5 16,2 0-5-1,0-7-1-15,1-14 6 0,-3 2-3 16,-6-1 3-16,-2-3-2 16,-10 0-1-16,-1 9 6 15,-7 4-6-15,-2 4-1 16,0 6 6-16,0 0-4 16,0 0 3-16,4 0-2 15,0 0-3-15,3 0 11 16,0 0-14-16,-1 21 10 15,-1 6-1-15,-2 3-2 16,3 0-1-16,-6 5 0 0,0-5-3 16,0-8 9-16,0-2-8 15,0-8-2 1,0-4 7-16,0-6-2 0,0-2-2 16,0 0 2-16,0 0-1 15,0 0 9-15,0-20-14 16,5-8 4-16,-3-4 7 15,4-8-10-15,0-1 8 16,-3-2-5-16,2 4-4 16,-2 11 12-16,-3 11-12 15,0 5 8-15,0 9-3 16,0 0 1-16,0 3 0 16,0 0-1-16,0 0-4 0,0 0 9 15,2 0-12-15,9 0 7 16,4 0 4-16,6 0-8 15,10 0 3-15,3 7-3 16,0-3-7-16,2 0 9 16,-4-4-19-16,-5 0-8 15,-2 0 8-15,-3 0-1 16,0 0-3-16,-3 0-8 16,-4 0-6-16,-2 0 25 15,-2 0 1-15,-3 0 9 16,-2 0 5-16,-3 0 1 15,-1 0 2-15,0 0 3 0,2 0 5 16,-4 0 15-16,0 0 2 16,0 0 0-16,0 0-4 15,-6 0-17-15,-13 12 2 16,-3 0-5-16,2 4 0 16,-2 1 11-16,6-2-14 15,0 6-1-15,-4 0 6 16,7 2-8-16,-2 2 2 15,7-4-1-15,6 0-1 16,2-6 8-16,0 0-12 16,0-6 3-16,2 0 5 15,14-9-5-15,4 0 3 16,3 0-1-16,1-3-1 0,-2-15 7 16,-3 0-10-16,-6-2 2 15,-4 1 4-15,-3-4-1 16,-6 4 3-16,0-2-5 15,0 10-2-15,0 4 14 16,0 1-12-16,0 3 7 16,0 3-3-16,0-3-2 15,0 3 1-15,0 0-2 16,0 0-1-16,0 0 10 16,0 0-6-16,0 9 5 15,0 12-5-15,0 1-1 16,0-1 0-16,0 2-3 0,8-8-2 15,1-3 7 1,-5-7-7-16,3-1 4 0,-2-1 0 16,4-3 0-1,-1 0-3-15,6 0 1 0,2 0-1 16,4-10 5-16,5-4-14 16,0-9 1-16,-4 4 2 15,-4-1 0-15,-6-3 8 16,-6 9-1-16,-2 1 0 15,0 5 8-15,-3 6-7 16,0-2 3-16,0 4-3 16,3 0 1-16,-1 0 1 15,5-2-3-15,-1 2-1 16,1 0 7-16,-5 0-8 16,1 0 1-16,0 0 5 15,-3 0-5-15,0 0 4 16,0 0-3-16,0 0-1 0,0 0 8 15,0 0-10-15,-3 0 3 16,-9-4-4-16,8-4-82 16,-2 8-106-16</inkml:trace>
  <inkml:trace contextRef="#ctx0" brushRef="#br0" timeOffset="1499">2249 492 134 0,'0'-7'31'0,"0"1"-15"0,3-3 13 15,14 0-10-15,-1-4 0 16,0 3-5-16,-2-3 14 16,-5-2 20-16,0 0-21 15,-2-2-9-15,4-2 2 16,-2-6-2-16,4-7-8 15,-2-5-5-15,1-4-5 16,-3-4 9-16,-5 7-8 16,-1 7 1-16,-3 1 8 15,0 8-2-15,0 5 3 16,0 2-3-16,0 3-3 16,-11 6 3-16,0 2-9 15,1 0 3-15,1 4-1 0,-7 0-2 16,-2 0 3-1,2 8-3-15,-1 14-1 0,4 3 8 16,1 3-7-16,5 4 0 16,1 2 2-16,3 7 0 15,1-1 2-15,2 2-5 16,-3-5 1-16,3 4 8 16,0 3-11-16,0-6 2 15,0 3 2-15,0-5-1 16,0 0 4-16,14-6-5 0,5-3-1 15,2-8 9 1,0-1-10-16,1-6 1 0,-1-6 4 16,8-3-3-1,-2-3 2-15,9 0-7 0,-3 0 2 16,-3-10 9-16,0-8-11 16,-4-3 6-16,-5 5 0 15,-4-7 1-15,-3-1-2 16,-1 0 0-16,-4 0 1 15,-1 3 7-15,-2 6-10 16,-3 9 4-16,-3 3 3 16,0 0 0-16,0 3 6 15,0 0-3-15,0 0-5 16,0 0 10-16,0 6-10 16,0 14 1-16,0 0 3 0,0 1-6 15,0-3 4-15,8-1-4 16,3-4-3-16,3-3 10 15,-3-3-14-15,-1-3 5 16,1-4-17-16,-2 0-60 16,4 0-72-16</inkml:trace>
  <inkml:trace contextRef="#ctx0" brushRef="#br0" timeOffset="1723">2669 194 274 0,'-12'-7'122'15,"7"5"-110"1,5-1 19-16,0 3-11 0,0 0-14 16,0 0-4-16,0 0 4 15,0 0-6-15,0 0-5 16,0-3 3-16,5 1-97 15,1 2-191-15</inkml:trace>
  <inkml:trace contextRef="#ctx0" brushRef="#br0" timeOffset="2047">2990 110 227 0,'0'-6'61'0,"0"6"-37"15,0 0 33-15,0 0-5 16,0 0-28-16,0 21-9 16,0 9 8-16,0 0-16 15,0 4-1-15,0 1 8 16,0 4-1-16,0 0-5 0,0-7 1 15,0 5-9-15,0-4 5 16,0 1-9-16,0-4 1 16,0-6 6-16,0-4-13 15,0-8 2-15,0-6-11 16,0-6-18-16,0 0-67 16,0 0-47-16</inkml:trace>
  <inkml:trace contextRef="#ctx0" brushRef="#br0" timeOffset="3157">2765 395 201 0,'0'-1'27'16,"3"1"-10"-16,19-4 29 0,3 4-28 15,3 0-12-15,0-1-6 16,-1 1-5-16,0-3 11 16,-2-3-11-16,0-2 3 15,0 1-3-15,0-2 3 16,-3 2 4-16,0-1-8 16,-2 2 3-16,-2 3 9 15,3 0-4-15,-8 3 4 16,1-2 2-16,-1 2 6 15,1 0 12-15,-3 0 1 0,-2 7 2 16,-7 9-2-16,1 6-12 16,-3 4-4-16,4-2-4 15,-2 4-10-15,0-5 9 16,4-4-8-16,0-2-2 16,-4-7 9-16,1-1-11 15,1-6 4-15,-2-3 2 16,3 0-3-16,6 0 6 15,3 0-3-15,-1-13-4 16,7-7 8-16,0-3-4 16,-1-2-2-16,0 3 2 15,-2 2-1-15,-7 7 4 16,-1 4-5-16,-6 3 1 0,-3 2 6 16,3 4-6-1,-3 0 6-15,0-4-8 0,2 4 3 16,4-1 6-16,-1-2-6 15,3 3-2-15,4-3 4 16,-9 3-2-16,3-1 2 16,-6 1-2-16,0 0-1 15,0 0 4-15,2 0-4 16,-2 0 0-16,3 0 9 16,-3 0-7-16,0 0 1 15,0 0 4-15,2 0 1 16,-2 0 2-16,0 0-9 0,0 0 1 15,0 0 4 1,0 0-5-16,6 0 0 0,-4 0 0 16,-2 0 1-16,3 0 4 15,-3 0-6-15,0 4-4 16,0 6 12-16,3 2-9 16,-3 0 4-16,3 6-3 15,-3 0-1-15,3 6 7 16,0 5-7-16,-3-2 0 15,2 7 6-15,-2-5-8 16,0 4 6-16,0 3-2 16,0 1-4-16,0-4 7 15,0 2-8-15,0-2 3 16,0-3 7-16,0 3-10 16,4-3 4-16,9 1 0 15,4 1-1-15,-4 2 2 16,3-2-5-16,-5-8-2 0,-5-1 7 15,-3-5-8-15,-3-9 4 16,0-2-1-16,0-1 1 16,0-6 6-16,0 0-5 15,-14 0 2-15,-2 0 5 16,-1-12-5-16,0-6 5 16,4-9-3-16,5-3-3 15,-1-2 9-15,9-4-8 16,0 2 3-16,0-2 3 15,0 6-6-15,3 2 2 0,16 5-4 16,-2 8 2-16,-1 8 5 16,1 0-8-16,-6 3 1 15,0 0 4-15,-3-4-14 16,4 2-101-16</inkml:trace>
  <inkml:trace contextRef="#ctx0" brushRef="#br0" timeOffset="3474">4024 588 449 0,'0'-13'53'16,"0"7"-45"-16,0 6 32 15,0 0-13-15,0 0-19 16,0 0-16-16,0 0-18 15,0 0-49-15,0 0-280 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20.20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74 96 0,'2'0'24'0,"-2"-3"-25"16,0-6 15-16,0 5 18 15,0 1-19-15,0 3-6 0,0-2-1 16,0 2 5-16,0-3-1 16,0 3 7-16,0 0 12 15,0 0-5-15,0-2-1 16,0 2 0-16,0 0 10 15,0-4 8-15,0 2-20 16,0-1-9-16,0-4-6 16,0 1 1-16,3-2 1 15,0 2-2-15,-3 6-1 16,2 0 7-16,-2 0-8 16,4 0 2-16,-4 0 5 15,0 0-4-15,0 0-5 16,0-1 2-16,0 1-2 15,0 0 9-15,0 0-12 16,0 0 1-16,0 0 4 0,0 0-3 16,0 0 0-16,0 0 2 15,2 0-4-15,7 0 8 16,-4 0-9-16,3 9 3 16,0 6 8-16,-2 0-8 15,-1 3 3-15,3 2-1 16,1 0-6-16,-1 0 8 15,-2 2-6-15,-1-1 2 16,1-1-1-16,-1 3-1 16,1-6 5-16,-3 3-8 15,0-2 5-15,-3-6 3 0,0 0-5 16,0-3-4 0,0-7 10-16,2-1-9 0,-2 3 4 15,0-4-1-15,0 0-1 16,0 0 6-16,2 0-6 15,-2 0 0-15,7 0 4 16,-3 0-2-16,8-5 3 16,-1-10-7-16,2-5 2 15,-1 2 6-15,-3 2-8 16,1-5 4-16,1 1-1 16,-3 1 0-16,1-1 3 15,-5 5-3-15,0 3-2 16,-4 2 9-16,5 2-8 0,-5 6 1 15,3-2 4-15,-3 2-3 16,0 1-1-16,0 1 1 16,0 0-2-16,3 0 5 15,3 0-5-15,2 0 2 16,8 0 0-16,4 0-1 16,-4 14 3-16,-4 3-2 15,-1 6-2-15,0-3 5 16,-6-4-4-16,4 0-1 15,-7-3 5-15,4-3-5 16,-1-5 3-16,-3-1-2 16,7-1-2-16,0-1 7 15,-2 1-8-15,2-3 3 16,2 0 3-16,3 0-3 0,-1-3 2 16,4-14-2-16,-2-3-3 15,-2-2 10-15,1-1-12 16,-6 1 5-16,0 2 2 15,-5 2-3-15,0 4 7 16,-3-2-10-16,0 4 6 16,0 2 5-16,0 1-11 15,0-2 8-15,0 4-1 16,0-2-5-16,-3 6 5 16,0-3-2-16,3 5-5 15,-3-3 12-15,3 4-8 16,0 0-1-16,0 0 4 0,0 0-2 15,6 0 1-15,11 0-3 16,-1 0-2-16,-2 12 9 16,3 2-8-16,-3 2-2 15,1-3 7-15,6 0-9 16,-3-3-2-16,7-3-11 16,6-7-12-16,-1 0-10 15,3 0-78-15,1 0-183 16</inkml:trace>
  <inkml:trace contextRef="#ctx0" brushRef="#br0" timeOffset="732">811 164 146 0,'0'4'16'0,"0"-4"1"16,11 0 5-16,12 0-9 16,-2 0-5-16,1 0-6 0,1 0 7 15,-8-6 3-15,0-4 1 16,-1-2 6-16,-3 2-4 16,0-2 2-16,-3-4-4 15,-2 6-7-15,-4-2-3 16,-2-3-1-16,0 5-5 15,0-1 14-15,0 8-7 16,0 1 16-16,0 2 3 16,-6 0-2-16,-10 0-12 15,-4 0-2-15,1 3-6 16,0 13 12-16,2-2-11 16,4 4 2-16,2 2-2 15,0 0 0-15,6 0 1 16,1-6-6-16,4 2 2 0,0-2 9 15,0-1-12-15,0-3 2 16,0 0 2-16,11 0 2 16,7-3-1-16,6 0-4 15,6-4 1-15,3 0 6 16,3-3-17-16,0 0-59 16,-6 0-60-16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22.67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28 290 147 0,'-5'-10'39'0,"-4"1"-40"16,5-2 23-16,1 1 16 15,3 8-16-15,-4 2 2 16,4 0 15-16,0 0-19 16,-2 0-1-16,2 0 6 15,0 0 0-15,0 5-6 16,0 10-9-16,0 7-8 16,0-1 10-16,0 6-11 15,0-5 3-15,2 0-2 16,5-4-1-16,-3-4-1 15,5 2 3-15,-4-4-8 0,4-5 12 16,0-2-9-16,1-2 2 16,1-3 0-1,4 0 0-15,-2 0 0 0,1 0-4 16,-3-8 2-16,-3-6 5 16,0-4-5-16,1-2 2 15,-2-6 0-15,5 2-1 16,-6 2 4-16,-1 5-5 15,-5 7 0-15,0 5 6 16,0 2-4-16,0 3 0 16,0 0 9-16,0 0-4 15,0 0-2-15,4 0-5 16,-2 0 0-16,2 5 7 0,5 18-5 16,0 4 0-1,-1-2 1-15,-2-3-2 0,5-2 5 16,-1-5-8-16,5-3 4 15,1-4 3-15,0-3-5 16,1-5 3-16,-3 0-2 16,5 0 1-16,0-8 2 15,-2-6-5-15,0-4-2 16,-6-2 7-16,0-1-7 16,-6 2 3-16,-5-1 0 15,0 6 0-15,0 1 3 16,0 6-3-16,-20-1-3 15,2 3 12-15,-2 0-9 0,6 3 2 16,6-1-4-16,2 3 8 16,6-3-2-16,0 3-3 15,0 0-5-15,0 0 6 16,0 0-1-16,25 0 3 16,0 0-4-16,6 0 2 15,-1 0 2-15,3 0-4 16,-3 0 2-16,-5 0 2 15,0 0-4-15,-8 0 1 16,-3 0 0-16,-3 0 0 16,0 0 5-16,-3 0-7 15,1 0 1-15,-5 0 6 0,0 0-6 16,-2 0 4 0,-2 3 0-16,0 10 3 0,0 4 8 15,0 3-8-15,0-4-2 16,0 3 9-16,0-4-11 15,0 0 0-15,0 0 2 16,5-3-4-16,-2 2 5 16,3-3-7-16,3-4 1 15,-4-2 3-15,1-2-3 16,-4 0-11-16,1-3-19 16,-1 0-90-16</inkml:trace>
  <inkml:trace contextRef="#ctx0" brushRef="#br0" timeOffset="229">595 84 105 0,'-4'0'133'16,"4"-2"-109"-16,0-3 30 15,0-1 19-15,0 2-52 16,4 4-13-16,1 0-10 16,-3 0-5-16,4 0 2 0,-6 0-60 15,3 0-95-15</inkml:trace>
  <inkml:trace contextRef="#ctx0" brushRef="#br0" timeOffset="969">992 34 155 0,'-14'0'94'0,"10"0"-62"16,4 0 51-16,0 0-18 0,0 7-46 15,-4 6-5-15,4 7 5 16,-3 5-3-16,-2 2-6 16,2 8-1-16,0 0 5 15,-2-1-7-15,5 2 0 16,0-1 0-16,0-4-8 15,0 2 7-15,0-3-8 16,0 0 0-16,0-6 5 16,0-1-9-16,0-6 5 15,0-4-7-15,0-4 3 0,0-6-1 16,8-1-7 0,7-2 6-16,0 0-2 0,6 0-2 15,0-17 1-15,3-6 0 16,5-1 5-16,-4-6 0 15,-3-2-4-15,-4-3 5 16,-1-5 7-16,-2 5-5 16,-6-3 5-16,0 7 0 15,-3 1 0-15,-3 0 7 16,-1 5 1-16,-2 0-7 16,0 3 10-16,0 2-11 15,0 1 1-15,0 1 2 16,0 6-5-16,0 4 5 15,0 6 0-15,0 2-4 0,0 0 10 16,-2 0-7 0,-1 0-5-16,-6 19 5 0,3 11 1 15,1 5 1-15,5 2-7 16,0 1 1-16,0-1 4 16,0 3-3-16,0-4-3 15,0 2 2-15,0-7-3 16,3-2 8-16,5-4-11 15,1-6 1-15,-1-3 4 16,0-2-7-16,1-6-7 16,2 0-17-16,3-7-40 15,7-1-192-15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27.93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190 295 109 0,'0'-5'61'0,"0"3"-45"15,0-2 22-15,0 2 22 16,0-1-12-16,0-1-11 15,0-1-4-15,0 3-4 16,0 0-12-16,0-1-6 16,-6 3 3-16,-5 0-2 15,-2 0 2-15,-10 0-11 0,-4 0-4 16,2 0 10-16,-2 0-8 16,7 9 0-16,6 7 0 15,0-2-1-15,8 7 3 16,4 0-6-16,2 5 2 15,0-4 4-15,0-3-5 16,14 0 2-16,10-4 0 16,1-3 0-16,6 1 1 15,-1-4-5-15,1-4 2 16,2-2-3-16,2-3-1 16,-1 0-1-16,-4 0-3 15,-2-10 4-15,-3-7 6 0,0-2-5 16,-1 0 3-16,-4-3 8 15,-6 0-10-15,-3 2 4 16,-6 0 1-16,-3 5-1 16,-2 3 5-16,0 1-6 15,0 6 0-15,0 3 8 16,0 2-9-16,0 0 3 16,0 0 0-16,0 0-2 15,0 5 6-15,0 15-5 16,0 4-4-16,0 2 11 15,0-4-9-15,0-2 1 16,0-3 2-16,14 1-3 16,1-6 3-16,-5-5-5 0,4-1 0 15,1-6 6-15,0 0-7 16,6 0 2-16,-3 0 3 16,0-18-2-16,-3-4 7 15,-3-4-9-15,-10 0 2 16,-2-2 8-16,0 1-9 15,0 4 3-15,-2 4 0 16,-21 4 3-16,1 7 2 16,0 2-7-16,-3 5 1 15,-3 1 5-15,1 0-6 16,3 0 3-16,3 0-1 16,10 3-2-16,7 1 2 0,4 1-2 15,0 0-7 1,0-1 10-16,8 3-8 0,17-4 5 15,0 3-2-15,2-4-2 16,-4 3 5-16,1 0-10 16,1-3 5-16,2 1 2 15,1-3-14-15,0 0 3 16,2 0-1-16,1 0-3 16,-2 0 12-16,5 0 2 15,-4 0 1-15,-3 0 8 16,-4 0-5-16,-10 0 2 15,-2 0 1-15,-5 0 14 16,0 13 6-16,2 4-6 0,-5-1-6 16,5 3 8-1,-3-4-11-15,4 2 3 0,0-2-7 16,-4-1-2-16,1 2 5 16,-6-3-8-16,2-3 1 15,-2-5 5-15,0-3-6 16,3-2 2-16,-3 0 1 15,5 0-2-15,4 0 8 16,4-7-9-16,7-14-1 16,2-3 6-16,-3 3-3 15,0 2-1-15,-4 4 0 16,-7 7 1-16,-3 4 2 16,1 4-4-16,-4 0 1 15,1 0 6-15,2 0-8 0,2 0 3 16,-3 0 0-16,2 10 0 15,-1 3 1-15,1 3-2 16,2-3 0-16,3-1 5 16,-2 0-8-16,2-5 4 15,0-1-2-15,3-4 0 16,4-2 3-16,2 0-18 16,-4 0-8-16,4-12 4 15,0-8-3-15,5-7-5 16,-4-1 2-16,1-6 16 15,-2-4 11-15,-4-3-2 0,-2-8 2 16,-3 4 13 0,-2 3 2-16,-9 9 10 15,0 4 4-15,0 10-8 0,0 5 6 16,-2 3-9-16,-5 6-11 16,-1 3-2-16,5 2-1 15,-2 0 1-15,2 0 1 16,0 0 1-16,3 0 2 15,0 0-13-15,0 0 6 16,0 0 2-16,-3 14 7 16,1 13-6-16,0 12 2 15,-5 0 0-15,7 3 5 16,-2 3-8-16,-4 0-1 16,3-1 4-16,-4 2-7 15,0-2 3-15,5-2-4 0,0-5-1 16,2 4 7-16,0-2-9 15,-3 1 3 1,-1-6 2-16,-4-2-4 0,2 1 3 16,-2-6-4-16,1 1 0 15,0-6 3-15,2-3-7 16,-1-4 1-16,1 0 6 16,0-2-4-16,-1 0 3 15,-5-3 0-15,-1-1 2 16,-1-6 5-16,-1-3-9 15,3 0 2-15,2 0 5 16,-1-10-2-16,2-7 1 16,-1-6-3-16,4-5 5 0,3-2 0 15,2-1-2-15,0 1-3 16,0 2 9-16,7-2-7 16,16 5 1-16,4-2-2 15,1 0-3-15,4 0 8 16,-4 0-8-16,3 5-2 15,-6 1 11-15,-6 7-11 16,-2 1 7-16,-4 6-6 16,1-2 0-16,4 8 7 15,-5-1-5-15,1-2-1 16,1 4 8-16,-3 0-8 0,1 0 6 16,-2 0-2-1,-2 11-4-15,-1 4 11 0,0 0-13 16,1 0 5-16,0 0 2 15,-1 1-3-15,0 0 5 16,-3-2-5-16,-1-2-4 16,-2 0 7-16,-2-3-4 15,0-4-4-15,0-5-7 16,0 0-9-16,0 0-8 16,0 0-104-16</inkml:trace>
  <inkml:trace contextRef="#ctx0" brushRef="#br0" timeOffset="193">1598 210 212 0,'-11'0'44'0,"9"0"-44"0,2 0 8 16,0 0 3-16,0 0 4 15,0 0-7-15,2 0-9 16,3 0-13-16,-1 0-74 16</inkml:trace>
  <inkml:trace contextRef="#ctx0" brushRef="#br0" timeOffset="1092">1976 368 137 0,'-19'-3'158'0,"13"3"-135"15,3 0 12-15,3 0 4 0,0 0-21 16,0 16 3 0,0 5 1-16,-3-1-16 0,1-1 3 15,-3 4 1-15,-1-3-5 16,4 3 1-16,-1-6-7 15,3-2 1-15,0-3 3 16,0-4-6-16,0-4 2 16,0 0 0-16,0-4 1 15,16 0-1-15,4 0-3 16,-2-4-1-16,-4-8 9 0,3-6-9 16,-6-1-2-1,-1-1 9-15,1 3-3 0,-4 4 2 16,-2 9-2-16,1 1-1 15,-6 0 13-15,3 3-14 16,-3 0 5-16,0 0 4 16,2 0-8-16,0 0 10 15,5 10 2-15,-3 8-6 16,3 0 6-16,-2-3-12 16,6-1 2-16,0-1 0 15,3-4-2-15,3-4-2 16,2-2 4-16,1-3-8 15,-2 0 7-15,2 0-10 0,-4 0 3 16,4-8 1 0,-4-6-3-16,1-2-5 0,2 0-25 15,-3-2 10 1,-1 1 12-16,-5-1 1 0,-2 0 11 16,-5 1 11-16,1 2-4 15,-2 0 5-15,-2 2 7 16,0 9 6-16,0-1 13 15,0 2-20-15,0 3 4 16,0-2 2-16,0 2 1 16,0 0-8-16,0 0 2 15,-2 0-3-15,-9 0-4 16,-3 0-4-16,-1 5-2 16,2 10 1-16,2 5 3 0,3 2-2 15,1 1-2 1,7-1-4-16,0 0 10 0,0 1-10 15,0-6 3-15,0-2-3 16,18-5 2-16,7-3-14 16,4-5-18-16,7-2-38 15,0 0-105-15</inkml:trace>
  <inkml:trace contextRef="#ctx0" brushRef="#br0" timeOffset="1768">3116 185 295 0,'0'4'27'0,"0"-2"11"16,0-2 28-16,0 12-44 16,0 6-4-1,0 10 15-15,0 5-20 0,0 8 1 16,0-2 0-16,0 3-4 15,11 1 4-15,3-3-12 16,2-3-2-16,-1 0 7 16,-4-2-12-16,-1-5 6 15,2-6-5-15,-4-3 0 16,1-9-13-16,-5-7-22 16,5-3-27-16,3-2-109 0</inkml:trace>
  <inkml:trace contextRef="#ctx0" brushRef="#br0" timeOffset="2369">3011 457 229 0,'0'-5'15'15,"0"2"18"-15,14 1 58 16,14 2-54-16,1 0-17 16,3 0-1-16,-3 0-15 0,0 0-2 15,-2 0 2-15,-2 0-8 16,0 0 2-16,5 0 4 16,3 0-7-16,3 0-4 15,5 5-2-15,1 0-14 16,-4-2-20-16,-2-3 10 15,-8 0 4-15,-5 0 27 16,-13 0 1-16,-5 0 6 16,-5 0 16-16,0 0 24 15,0 0 11-15,0 0-20 16,0 0-19-16,0 0 1 16,0 1-9-16,0 8-2 15,-5 0 3-15,-11 6-2 0,-4 5 4 16,7-3-8-16,-1 1-2 15,8 2 7-15,6-5-11 16,0 3 7-16,0-4-3 16,11-4-2-16,11-2 5 15,6-4-7-15,5-4-4 16,3 0 11-16,0 0-9 16,-2-9 6-16,-7-8 2 15,-9 4-2-15,-3-2 6 16,-7 0-5-16,-6 0 2 15,-2-8 6-15,0 1-10 0,0 0 1 16,-4 6 2 0,-13 5 1-16,-5 3-6 0,-5 8 5 15,-7 0-8-15,7 0-7 16,2 0-52-16,10 0-167 16</inkml:trace>
  <inkml:trace contextRef="#ctx0" brushRef="#br0" timeOffset="4429">4494 411 194 0,'-22'0'17'0,"11"-3"9"16,2-8 52-16,4 11-21 0,0 0-26 16,-6 0-5-1,-3 0-9-15,-10 0-4 0,-5 0 6 16,-1 0-8-16,-1 11-1 16,4-4-5-16,7 0-4 15,7 2-1-15,1 5 7 16,7-5-9-16,3 4 2 15,2-1 0-15,0 0-2 16,0 4 2-16,30-9-3 16,12 0 0-16,1-1 4 15,7-2-3-15,-8 2 2 16,-4-4-1-16,-10 3 0 0,-12 2 4 16,-7 1-6-1,-7 0 2-15,-2 0 6 0,0 6-4 16,-2-4 3-16,-23 2 0 15,-9 0-3-15,-2-5 2 16,2 1-5-16,0-4 2 16,3-4 1-16,12 0-1 15,6 0-3-15,6 0 1 16,7 0-3-16,0-8 0 16,0-6-6-16,0 5 0 15,0 2 12-15,3 5-1 16,8 2 0-16,3 0-1 15,3 0 1-15,6 0 2 0,-2 0-9 16,7 0-1 0,-1 2 5-16,7-2-15 0,-2 0-30 15,6 0-16-15,4 0 6 16,0 0 9-16,3-14 22 16,1-1 21-1,-7 1 10-15,-6-2-2 0,-8 4 9 16,-9 0 40-16,-7 0 7 15,-6 3 3-15,-1 0-17 16,0 2-19-16,2 0-5 16,-4 0-2-16,0 1 3 15,0 2-8-15,0 4 3 16,0 0 1-16,0 0-8 16,0 0-3-16,0 0 1 15,0 0-5-15,0 1 9 0,0 13-4 16,0 2-5-16,0 2 5 15,0 0-11-15,7-1 1 16,7-2 8-16,1 1-9 16,1-5 2-16,0-4-5 15,4-4-3-15,-1-3 5 16,3 0-12-16,0 0 4 16,3-7 9-16,-2-10-3 15,-5-1 2-15,0-3 5 16,-11 2-2-16,-1-1 9 15,-4 5-7-15,-2 6 2 16,3 3 4-16,-3 6-4 16,0 0 6-16,0 0-4 15,0 0-5-15,0 0 4 0,0 0-4 16,0 20 0 0,0 5 7-16,0 3-6 0,0 2 1 15,0-1-2-15,-3 5 1 16,3 1 3-16,-2 1-6 15,0-3 1-15,-4 3 4 16,1-1-6-16,-4-3 5 16,0 3-7-16,2-3 3 15,-4-4 2-15,2-3-7 16,0-3-4-16,2-3 2 16,-2-1-3-16,-2-3 1 15,-3-6 6-15,1 1 0 0,-7 1 8 16,4-4-9-16,0-2 6 15,2-5 3-15,-1 0-4 16,5 0 2-16,2 0 3 16,-1-15-2-16,6-3 7 15,3-3-2-15,0-3 6 16,0 0 7-16,23-3-13 16,6-3-1-16,10-7-4 15,3-1-1-15,2 0 3 16,3-1-7-16,-1-1 0 15,2-2 10-15,-3-3-7 16,-7 6 1-16,-8 2-3 0,-8 5 4 16,-6 10 1-16,1 6-8 15,-3 9 4-15,2 7 3 16,4 0-2-16,-1 0-1 16,1 0 4-16,-1 12-2 15,2 3 2-15,-3 5-6 16,-5 0 4-16,-2 0 2 15,-11 0-4-15,0-1 2 16,0-1 2-16,-6-6-4 16,-12 0 6-16,-2-2-6 15,4 1 2-15,-2-8 1 16,0 1-2-16,0-4 2 16,5 0-4-16,-1 0-1 0,9-6 4 15,3-2-8 1,2-3 7-16,0 4 5 0,0 2-7 15,4 2 4-15,17 3-2 16,-3 0 0-16,-4 0 3 16,3 0-2-16,-3 0-4 15,-1 0 6-15,4 3-4 16,0-3 1-16,2 0-7 16,3 0-5-16,3 0-1 15,0-15-6-15,-1-6-1 16,3-3 8-16,2-1 0 15,-1-7 14-15,-4-3-2 16,-1-7 2-16,-5-3 12 0,-7 1 1 16,-2-2-4-1,-7 4 2-15,-2 8-1 0,0 8 3 16,0 12 3-16,0 9-7 16,0 5 2-16,0 0-13 15,0 0 1-15,0 1 5 16,0 26-2-16,0 5 7 15,0 5-1-15,0 3-4 16,0 0 4-16,0 2-6 16,0-3-3-16,0 1 4 15,0-2-6-15,0-2 4 16,-2 0-5-16,0-6-2 0,-2-3 8 16,1-5-11-1,3-5 1-15,-2-2-1 0,0-5-18 16,-1-5-9-1,-1 1 1-15,4-5-72 0,-2-1-43 16</inkml:trace>
  <inkml:trace contextRef="#ctx0" brushRef="#br0" timeOffset="5764">5670 531 210 0,'-5'-2'54'16,"-1"2"-50"-16,6 0 26 16,0 0 14-16,0 0-7 0,0 0-13 15,0 0-4-15,17 0-4 16,11 0-6-16,1 0-11 16,2 0 0-16,2 0 4 15,3 0-5-15,-6 0 3 16,0 0-2-16,-1 0 0 15,-7 0 1-15,-1 0-3 16,1 0-3-16,-4 0 3 16,-2 0-2-16,-3 0 2 15,1 0 3-15,0 0-1 16,-3 0 10-16,-2 0-7 16,-7 0-3-16,-2 0 2 0,0 0-1 15,0 8 4-15,0 9 1 16,-11 4-4-16,2 0 9 15,4-1-13-15,3-2 3 16,2-4 2-16,0 2-2 16,0-8-2-16,5 0 0 15,15-5-1-15,2-3 9 16,5 0-12-16,-2 0 5 16,3 0 3-16,-4-3-4 15,-1-9 2-15,2 0-1 16,-6-3-1-16,0-6 6 15,-2 3-5-15,0 0-3 16,-7 6 8-16,1 3-5 0,-3 9 0 16,-2 0 3-16,-1 0-4 15,4 0 10-15,-4 6-10 16,1 9 4-16,-1 0 3 16,1 2-5-16,-1 1 3 15,-5 1-5-15,0 0 1 16,0-1 6-16,0-4-9 15,0 0 4-15,0-7 3 16,0-4-3-16,0 0 1 16,0-3 2-16,0 0-2 15,0 0 6-15,0 0-7 16,0 0 5-16,9 0-2 16,7-18-2-16,6 0-1 15,1-5 1-15,2 1-6 0,-1 2 11 16,-4 2-7-16,-4 10 2 15,-2 3 1-15,-8 5-1 16,1 0 0-16,2 0-3 16,-4 0 2-16,6 5 3 15,-5 9-4-15,-1 3 0 16,1 1 2-16,-6 0-1 16,0-3 0-16,0 1 1 15,0-3-3-15,0 0 5 16,0-7-7-16,0-2 4 15,0-4 0-15,0 0-2 16,0 0 4-16,0 0-1 0,11 0-2 16,6-13 4-16,-3-4-5 15,5-5 2-15,-2 1-2 16,-4 2 0-16,4 3 1 16,-7 6-3-16,1 8 2 15,-4 2 7-15,-2 0-9 16,-2 0 4-16,-3 12 4 15,0 6-4-15,0-1 1 16,3-2-2-16,2 0-1 16,4-2 6-16,-2-1-6 15,7-4 2-15,3-4-2 16,-1-2-1-16,9-2 0 16,4 0-3-16,0 0 3 0,1 0 7 15,-1-12-5-15,-2-2 1 16,-3-4 1-16,2 0-1 15,-1 2 4 1,-6-5-9-16,0 4 4 0,-2 4 8 16,-6 4-9-16,-1 2-1 15,-1 4 6-15,-3 3 0 16,2 0 1-16,0 0 0 16,1 0-1-16,-2 7 7 15,5 5-10-15,-1 3 3 16,0 0 0-16,3-2-2 15,-3 3 6-15,0-2-4 0,-3 0-3 16,-8-2 4-16,0 2-6 16,0-1 4-16,0-4 0 15,-17-1 0-15,-5-1-1 16,1-2-2-16,-4-3-4 16,2-2-3-16,6 0-43 15,4 0-125-15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34.98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15 287 12 0,'0'8'219'0,"-2"-1"-215"15,-9 2 28-15,11 1 64 16,0 10-59-16,0-2-8 15,9 2-1-15,-7-1-8 0,-2-1-7 16,0 2 0 0,0-6-12-16,0 4 2 0,0-2-2 15,0-6-2-15,5 6 3 16,-3-4-4-16,7-1 4 16,-3-4 1-16,-3-2-10 15,2 1 9-15,3-5-5 16,1-1-1-16,5 0 2 15,2 0 0-15,4-1-3 16,-2-17 10-16,5 0-8 16,-4-6 5-16,-2 1-1 15,-4 1-1-15,1 0 1 16,-1 2 1-16,5 5-5 0,0 5 8 16,5 0-5-16,-4 3 1 15,0 2 0 1,-5 1 6-16,4 4-4 0,-5 0 2 15,3 0 0-15,1 21 0 16,-3 3-4-16,-3 2 3 16,-4-1-4-16,2-4 1 15,-6 0-1-15,-3-4-1 16,0-3 1-16,0-3 3 16,0-6-9-16,0-3-1 15,0-2-11-15,0 0-4 16,0 0-2-16,0 0-47 15,0 0-105-15,0-10 2 16</inkml:trace>
  <inkml:trace contextRef="#ctx0" brushRef="#br0" timeOffset="257">545 480 89 0,'20'-4'41'0,"-1"-4"6"16,-4 2-4-16,0 5 22 15,-3-5-2-15,-1 5-15 16,2-3-14-16,-1 3-18 15,1-2 0-15,4 3-4 16,0 0 2-16,-4 0 0 16,-1 0-12-16,-5 0 2 15,-1 0 1-15,-1 9-5 16,1 4 4-16,0-1-5 16,-4 2 1-16,-2 4 1 15,0-6-3-15,0-3-1 0,0-2-18 16,0-5-7-16,0-2-15 15,6 0-59-15,5 0-63 16</inkml:trace>
  <inkml:trace contextRef="#ctx0" brushRef="#br0" timeOffset="810">112 190 39 0,'-8'0'179'0,"5"0"-136"16,3 0 48-16,0 0 4 15,0 0-67-15,0-10 13 16,0-2-15-16,0 6-1 0,0 2-14 15,0-2 3-15,0-1-7 16,0 0-10 0,0 0-3-16,0-2 4 0,0 2-17 15,0-4-22-15,0 8-27 16,0-6-114-16</inkml:trace>
  <inkml:trace contextRef="#ctx0" brushRef="#br0" timeOffset="1567">1134 491 214 0,'-6'0'48'16,"6"0"-43"-16,0 0 33 15,11 0-8-15,9 0-21 16,-1 0 0-16,3 0-1 16,3 0 6-16,-3-3 5 15,3-7-8-15,-3-2 10 16,-1-4-13-16,1 2-6 16,3-6 2-16,-5 2-3 0,-6-1-1 15,-3-1 6-15,-11 0-1 16,0 2 3-16,0 1 8 15,0 4 10-15,-13 9-12 16,-12 1-12-16,-7 3 5 16,3 0-6-16,1 0 1 15,2 7 0-15,5 11-1 16,4 0 3-16,3 4 0 16,3 0-4-16,9 1 4 15,2 5-6-15,0-4 4 16,0 0 1-16,2 0-5 15,23 3 1-15,9-6 4 16,4-3-6-16,9-3 1 0,-3-8-4 16,-2-5-7-1,-1-2-6-15,1 0-17 0,-4 0-34 16,3-2-66-16,-5-15 20 16</inkml:trace>
  <inkml:trace contextRef="#ctx0" brushRef="#br0" timeOffset="2784">1808 381 143 0,'0'-10'48'0,"0"1"31"16,0 0 34-16,0 5-59 0,-4-1-32 15,-6 2 2 1,-5 1-14-16,-4 2-7 0,-5 0 0 16,-7 0 0-16,-5 0-1 15,0 0 7-15,4 5-8 16,-4 8-1-16,11 4 8 15,2 1-9-15,12 3 3 16,3 2 0-16,8-1-2 16,0-2 4-16,0 0-5 15,8-3-2-15,20-2 3 16,10-7-5-16,4-6 1 16,5-2-4-16,-6 0-1 15,-2-10 6-15,-3-5-3 16,-14-6 6-16,-2 3 5 15,-10 0-5-15,-7 0 2 0,-3 6 2 16,0 6 2-16,0 3 11 16,0 0-3-16,0 3-11 15,0 0 6 1,0 0-10-16,0 0 2 0,0 0 1 16,0 0-2-16,0 15 6 15,0 9 0-15,0 6-1 16,0 3 2-16,0 1 0 15,0 5-7-15,-3 2-4 16,0 1 3-16,3-1 2 16,0-2-7-16,0-2 1 15,0 2 1-15,0 0-11 0,3-4-3 16,0-9-2-16,0-3 6 16,2-8 4-16,1-9-2 15,3 0-3-15,4-6 5 16,-1 0 3-16,1 0 2 15,4-8 6-15,-4-14-1 16,10-5 7-16,-2-8-8 16,7-8-1-16,-3-8 6 15,-6-4-5-15,-7-4 2 16,-7 0-2-16,-3 7 3 16,-2 5 9-16,0 5 8 15,0 8 1-15,0 10-5 16,0 3-2-16,0 9-2 15,-2 2-2-15,-3 5-3 16,5 2 3-16,-4 1-9 0,4 2 0 16,0-4 1-1,0 4 1-15,0 0 0 0,0 0-4 16,0 0-1-16,0 0 9 16,0 11-9-16,0 11 3 15,0 4 3-15,0-4-4 16,0-6-1-16,4 0 3 15,5-6-5-15,6-4 7 16,2 0-6-16,2-6-3 16,2 0 8-16,2 0-3 15,2-12-1-15,-3-6-1 16,-6-2 1-16,-2 1 4 16,-3-3-4-16,-2 0-4 0,-7 6 11 15,-2 7-7-15,0 6 5 16,0 3 0-16,0 0-6 15,0 0 9-15,0 0-8 16,0 12 0-16,-2 6 5 16,-1 3-2-16,3 0 1 15,0 2-3-15,0-4-2 16,0 0 11-16,0-3-12 16,9-6 1-16,7-6 3 15,3-4-4-15,3 0 2 16,2 0-5-16,5 0 1 15,-4-14 7-15,-7-3-7 16,0-1 4-16,-11-1 7 0,0 1-4 16,-7 1 2-16,0 4-3 15,0 8 0-15,0 2 7 16,0 3-5-16,0 0 0 16,0 0 1-16,0 0-5 15,0 0 4-15,0 15-3 16,0 0-1-16,0-3 7 15,4 2-10-15,5-7 1 16,-4-2-5-16,2-5-25 16,-3 0-15-16,5 0-83 15</inkml:trace>
  <inkml:trace contextRef="#ctx0" brushRef="#br0" timeOffset="3009">2339 113 352 0,'-2'-5'34'0,"2"1"23"16,0 4-15-16,0 0-19 15,0 0-19-15,0 0-5 16,0 0 2-16,0 0-16 15,0 0-13-15,0 0-38 16,0 0-178-16</inkml:trace>
  <inkml:trace contextRef="#ctx0" brushRef="#br0" timeOffset="3929">2661 578 151 0,'-11'0'39'0,"7"0"-39"15,2-6 37-15,-1 2-20 16,3-1-13-16,-2 0 1 15,-2-2 11-15,4-2 13 0,0 0 7 16,0-6-3-16,0-5-19 16,4-2-1-16,7-5 2 15,5-6 2-15,-5-2 1 16,-2-5-2-16,4 1 5 16,-1-6-1-16,1 0-5 15,1 3-9-15,-1 0-3 16,-2 4 6-16,-5 8-6 15,-6 9 2-15,0 2-1 16,-3 10-1-16,-15 3 4 16,-3 5-8-16,2 1-1 15,2 0 5-15,7 0-4 0,-1 19 3 16,5 8-2 0,0 3-3-16,6 5 10 15,-3 2-7-15,3 3 0 0,-2-1-3 16,2 2 4-16,0-2-1 15,0-1-1-15,9 2 1 16,10-5 3-16,0-5-7 16,2-4 2-16,2-6-1 15,-4 1-1-15,0-7 1 16,-2-1-4-16,0-7-2 16,0 0 10-16,2-1-10 15,3-2-4-15,-4-3-6 16,5 0 3-16,-3 0 2 15,-4 0 5-15,1 0 8 16,-3-17 4-16,0-4-2 0,-4-1-1 16,-2-1 3-16,-1 0-1 15,-5 7 3-15,0 6 7 16,-2 2-2-16,0 8 6 16,0 0-7-16,0 0-3 15,0 0-5-15,0 0 4 16,0 8 2-16,0 10-3 15,0 1-4-15,0 0 4 16,4-1-5-16,3-4-6 16,-1-3 1-16,2-4-15 0,3-4-13 15,0-3-56 1,3 0-181-16</inkml:trace>
  <inkml:trace contextRef="#ctx0" brushRef="#br0" timeOffset="4139">3066 198 134 0,'-8'-6'199'0,"3"2"-187"16,5 1 14-16,0 3-16 15,0 0-11-15,0 0-24 0,0 0-59 16,0 7-76-16</inkml:trace>
  <inkml:trace contextRef="#ctx0" brushRef="#br0" timeOffset="5347">3204 9 195 0,'-2'2'14'15,"-1"3"1"1,-1 2 51-16,2 9-8 0,0 4-18 15,2 4-15-15,-3 1 2 16,0 5-7-16,0 2 1 16,0-1-5-16,3 3-14 15,0-2 6-15,0 0-7 16,0 4 0-16,0 8 1 16,0-4-1-16,0-1 1 15,0-3-7-15,0 0 4 16,0-6 3-16,0-6-7 15,0-3 2-15,0-6-4 16,-2-6 2-16,2-1 4 0,0-5-5 16,0-3-7-16,0 0 12 15,0 0 0-15,0 0 0 16,8-15-4-16,2-8 3 16,-1-1-5-16,2-3-2 15,3-2 2-15,-1 5 10 16,2 2-6-16,-5 4 3 15,1 3 0-15,1 3 1 16,-1 5 5-16,0-1-6 16,3 2-1-16,-3 6 2 15,2 0-1-15,4 0 1 16,-4 0-1-16,2 0 0 0,-1 0 2 16,-1 3-3-16,1 12 1 15,-3 0 3-15,-2 0-4 16,-9 3 3-16,0-3-2 15,0 2 2-15,-4-1 3 16,-14-2-6-16,-7-1 4 16,2-4 5-16,-4-4-2 15,5-1 0-15,-1-4-2 16,4 0-2-16,5 0-2 16,7 0 0-16,3-4-4 15,4-10 6-15,0-4-10 16,0 3 3-16,15 3 3 15,3 0 0-15,5 3 5 16,-3 2-7-16,1-3-1 16,1-3 8-16,-2 1-4 0,-1 1-1 15,0 3 1-15,0 0 2 16,0 2 1-16,4 2-2 16,-1 2-4-16,-3-1 9 15,4 3-10-15,-2 0 6 16,-2 0-1-16,-2 0 0 15,0 3 3-15,-4 12-6 16,-1 2 3-16,-4 1 3 16,-5-2-5-16,-1 5 2 15,-2-2 0-15,0-1 0 0,0-4 3 16,0-4-4-16,0-2-3 16,0-3 5-16,0-5-4 15,0 0 4-15,-2 0 0 16,-7 0-3-16,4 0 6 15,5 0-10-15,0-11 6 16,0-5 0-16,0-4 0 16,11-6-4-16,8 0 4 15,-2 3-2-15,-1 5 9 16,-2 6-10-16,-1 5 1 16,-1 2 9-16,-3 2-6 15,2 3-1-15,-3 0 1 16,3 0 0-16,-1 0-1 15,1 0 0-15,3 0 0 0,-3 6 4 16,-4 6-5-16,-3 3 2 16,2-3-2-16,-6 3 4 15,0-3-1-15,0 3-3 16,0-2-1-16,0-3 3 16,0 0-10-16,0-7-21 15,0-2-75-15,0-1-45 16</inkml:trace>
  <inkml:trace contextRef="#ctx0" brushRef="#br0" timeOffset="5573">3911 164 207 0,'-9'-3'20'16,"9"3"1"-16,0 0 12 15,0 0-30-15,0 0-7 16,0 0-2-16,0 0-25 16,9 0-80-16</inkml:trace>
  <inkml:trace contextRef="#ctx0" brushRef="#br0" timeOffset="7205">4148 371 114 0,'-3'0'42'15,"1"0"0"-15,2 0 10 16,-2 0-5-16,-2 0-11 0,1 0-4 15,1 5 0-15,0 6-2 16,-1-3-7-16,-1 7-13 16,-1 0-1-16,5 0 7 15,0 0-13 1,0-2 4-16,0-1-4 0,0 0-4 16,0-1 8-16,5-2-9 15,6 0-1-15,0-6 7 16,-2 6-9-16,-1-9 5 15,0 0-5-15,3 0 1 16,1 0 5-16,1 0-6 16,7-11-1-16,-6-3 6 15,2-3-5-15,0-4 6 16,-1 1-1-16,-1-2-1 0,-1 0 3 16,-4 3-1-1,-1 3-4-15,-6 7 7 0,2 0-5 16,-4 9 3-16,0 0-1 15,0 0-3-15,0 0 9 16,0 12-11-16,-6 6 4 16,0 3 6-16,4-1-6 15,2-6 3-15,0 2-7 16,0-8 5-16,0 0 2 16,0-2-8-16,5 2 0 15,6-8 5-15,5 0-6 16,4 0-3-16,-4 0 2 15,2 0 3-15,-5 0 7 0,1-14-6 16,-1 2 1 0,1-6 6-16,2 2-5 0,-1-2 2 15,-1 4-1-15,-3 3-2 16,-6 4 6-16,-3 4-5 16,2 3-2-16,-4 0 6 15,5 0-2-15,0 0 0 16,1 18-2-16,-1 2 3 15,1 2 2-15,-3-4-5 16,-1-1 4-16,-2-3-3 16,0 4 1-16,0-4 0 15,0-2-3-15,0-1 1 16,0-4 4-16,0-1-7 0,0-3 3 16,0-3 4-16,0 0-4 15,0 0 2-15,0 0-3 16,0 0 3-16,0 0 1 15,0-11-4-15,3-5 0 16,17 0 3-16,2-7-2 16,2-1 2-16,-7 1 0 15,0 1-4-15,-9 10 6 16,1 2-6-16,-5 8 3 16,2 2 2-16,-3 0-4 15,3 0 2-15,-4 0-2 16,6 0 2-16,-1 0 3 0,-5 6-6 15,-2 6 5 1,2 2-1-16,-2 0-1 0,0 3-3 16,0 1 5-16,0 0-4 15,0-3 6-15,0-3-6 16,0-2 0-16,0-5 4 16,0-3-4-16,0-2 4 15,0 0-4-15,0 0 0 16,0 0 7-16,0 0-8 15,4 0 1-15,9-14 4 16,10-1-2-16,-4-6 2 16,3 2-4-16,0-7 1 15,-6 2 4-15,0 9-6 16,-7 6 3-16,-3 4 0 0,-1 5 1 16,-2 0-1-1,0 0-1-15,0 0 2 16,2 8 4-16,-3 6-6 0,5 1-3 15,-5-1 9-15,3-2-8 16,1-1 4-16,-1-2-2 16,4-1 1-16,0-2 1 15,4-2-2-15,6-1-2 16,10-3 4-16,-2 0 2 16,6 0 1-16,-8-6 7 15,0-6 11-15,-6-3-2 16,0-3-6-16,-2 2-7 15,-4-4-3-15,-2 3-5 0,3 1 1 16,-6 7-7-16,-1 4 4 16,-5 5 6-16,-2-4-5 15,0 4-4-15,0 0-1 16,0 0-7-16,0 0-15 16,2 0-27-16,1 0-158 15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45.8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125 33 108 0,'-21'0'30'0,"6"0"-19"16,9 0 23-16,6-1-7 15,0-13-21-15,0 6 3 16,11 1 7-16,-3 6 1 16,-8-2 10-16,0 3 37 15,0 0-19-15,0 0-16 0,-2 0-12 16,-15 0-3-16,-6 4-8 15,4 7 2-15,0-2-7 16,5 1 0-16,9-5 7 16,2-5-10-16,3 0 2 15,0 0 8-15,0 0-4 16,0 0 6-16,11-5-3 16,8-5-4-16,1-3 0 15,-6 6-4-15,-10 6-6 16,-1 1 3-16,-3 0-25 15,0 0-14-15,-5 15-82 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4:35.57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40 135 118 0,'-3'-6'55'0,"-1"-1"-32"15,2 1 12-15,0 2 28 16,2-1-11-16,0 5-11 16,0-2-10-16,-3-2-12 15,3 2 7-15,0 2-9 16,0 0-7-16,0 0 7 16,-3 0-15-16,3 0 5 0,0 0-1 15,0 0-3 1,0 0 7-16,-3 0-12 0,3 0 5 15,0 0 7-15,0 0-1 16,0 0 0-16,0 0-6 16,0 0-4-16,0 0 11 15,0 0-13-15,17 0 4 16,8-3 9-16,0-1-11 16,2 1 3-16,-2 0-1 15,6 3 3-15,-1-1 0 16,3-6-3-16,0 4-2 15,3-1 4-15,0 1 0 16,-3 0-4-16,3 0 3 16,2 0-5-16,1 0 11 15,-1 2-15-15,2 1 8 16,-4 0 3-16,-4 0-11 16,4 0 11-16,0 0-6 0,6 0 0 15,-1 0 4-15,-2 0-5 16,1 0 1-16,0 0 5 15,3 0-6 1,5 0 7-16,-1 0-6 0,2 0 0 16,-1 0 5-16,-1 0-8 15,2 0 2-15,-5 0 5 16,-2 0-3-16,-4 0 1 16,-2 0 0-16,2 0-2 15,1 0 8-15,-3 0-12 16,0 0 3-16,-3 0 8 0,1 1-7 15,-2 5 2-15,2 0 2 16,2-3-6-16,0 1 12 16,2-2-11-16,1-1 0 15,-1 3 7-15,5-4-5 16,-5 0 5-16,0 0-5 16,3 0-1-16,1 0 8 15,-1 0-9-15,2 0 3 16,-14 0 2-16,2 0-4 15,-4 0 4-15,-2 0-3 16,3 0 2-16,-1 0 4 16,-5 0-10-16,0 0 4 15,-8 0 3-15,-2 0-4 16,-8 0 3-16,0 0 3 0,-4 0-6 16,0 0 13-16,0 0-9 15,2 0 7-15,7 0 2 16,2 0-6-16,3 0-4 15,2 0-2-15,4 0 0 16,-4 0 7-16,4 0-11 16,-1 0 2-16,3 0 9 15,3 0-10-15,0 0 5 16,-1 0-2-16,1 0-2 16,0 0 10-16,0 0-10 0,5 0 3 15,0 0 3 1,4-5-5-16,-1 3 1 0,2-2-9 15,-2 4 5-15,3 0 13 16,0 0-13-16,-4 0 0 16,0 0 12-16,1 0-10 15,1 0 3-15,6 0-2 16,8 0-1-16,-3 0 7 16,-2 4-10-16,-5-2 3 15,-4 3 6-15,-7-2-6 16,-10 1 6-16,-3-1-6 15,-9 0 1-15,1-3 9 16,-4 0-11-16,4 0 3 16,0 0 5-16,-1 0-5 0,1 0 4 15,-3 0-8-15,-3 0 3 16,0 0 2 0,0 0-19-16,0 0-8 0,0 0-41 15,0 0-190-15</inkml:trace>
  <inkml:trace contextRef="#ctx0" brushRef="#br0" timeOffset="2311">112 52 113 0,'-3'-11'52'0,"3"8"-42"16,0-3 29-1,0 3 12-15,0 1-7 0,0 0 6 16,0 0-20-16,0 2-11 16,0 0 3-16,0 0 4 15,0 0-4-15,0 0 11 16,-4 0-14-16,2 6-3 15,0 12-1-15,-1 3-6 16,-1-3-4-16,-1 4-4 16,5 5 0-16,-2-1 11 0,2 4-14 15,0-3 4-15,0 6 3 16,0-1-2-16,0 8 0 16,-3 5 7-16,-3 4-9 15,4 4 7-15,-5 4-12 16,5 0 1-16,-6 3 4 15,2-1-1-15,-3 1 2 16,5-8-4-16,1-2-10 16,-3-5 20-16,4-1-19 15,-1-2 17-15,-3 6-4 16,3 2-3-16,-2 1 2 16,-1 5-2-16,4-4-4 15,-1-4 11-15,3-3-10 0,-2-5 4 16,2-2 3-1,0-2-4-15,0 0 2 0,0-1-5 16,0-1 0-16,0-1 7 16,5-3-7-16,3 0 2 15,-5-3 5-15,-1-3-4 16,-2 1 3-16,0-1-2 16,0 2-2-16,0-2 8 15,0 2-10-15,0-6 3 16,0-6 2-16,0 2-2 15,0-9-2-15,6 0-3 16,0-1 1-16,-2-4 11 16,0 0-11-16,-4 0 4 15,0-2 4-15,0 4-2 0,0-4 0 16,0 0-4-16,0 0 1 16,3 0 4-16,-1 0-9 15,0 0-6-15,7 2 10 16,3 3 8-16,1-3-2 15,3 6-3-15,4-6-3 16,5 3 6-16,6-5-7 16,4 2 3-16,7 2 2 15,5-2-2-15,3-1 2 16,1-1-2-16,10 0-3 16,0 0 10-16,3 0-9 0,-4 0 1 15,1 0 2 1,2 0 2-16,-2 0-1 0,3 0-2 15,0 0-2-15,4 4 7 16,7 8-8-16,-3 1 4 16,6-1-4-16,-6 0 5 15,2-5 0-15,-2 1-2 16,-2-5-3-16,2 2 11 16,3-3-11-16,6-2 2 15,4 0 3-15,3 0-2 16,0 0 1-16,2 0-3 15,-5 0-1-15,-8-5 5 16,-5 5-8-16,-12 0 5 16,-7 0 1-16,-6 0 1 0,-3 0 0 15,2 0-2-15,5 0 1 16,4 0 6-16,3 0-8 16,5 0 2-1,0-2 2-15,1-1-1 0,-3 3 1 16,-6 0-4-16,-7 0 0 15,-8 0 7-15,-4 0-11 16,-2 3 7-16,-2 2 1 16,2-1 1-16,-1-1-1 15,1 0-2-15,2-1-1 16,-4-2 8-16,6 0-10 16,2 0 2-16,-10 0 2 15,-5 0 0-15,-10 0 2 0,-8 0-5 16,-7 0-1-16,5 0 12 15,-5 0-13-15,0 0 6 16,0 0 3-16,0 0 0 16,0 0 1-16,3-5 0 15,0-5-12-15,2-3 10 16,4-4-14-16,-5 0-11 16,8-1-4-16,-1-4-22 15,2-1 14-15,5 0 12 16,-2 0-22-16,0 0 35 15,-1 0 8-15,-1-1 4 16,0-1 1-16,-3 1 8 16,-1-3 12-16,-2-1-2 15,-5-1-1-15,1 3 13 0,-4-6-5 16,0-3-16-16,0-2 2 16,0-8 4-16,0 0-6 15,0-5-6-15,0-3-2 16,0-3 9-16,0 1-9 15,0 3 2-15,0-5 2 16,0 3-4-16,-7-3 1 16,-7-2-5-16,6 3-1 15,3 1 9-15,3-5-13 16,2 0 5-16,0 4 2 16,0-1-2-16,0 8 0 15,0 6-2-15,0 3-3 16,0 8 11-16,0-1-10 0,0 3 14 15,0 10-8-15,0 1 0 16,0 4 2-16,0 0-5 16,0 1-5-16,0 1 14 15,0-2-11-15,0 0 0 16,0-2 2-16,0-3 2 16,0 0-1-16,0 2-4 15,0 0 3-15,0 4 11 16,0-1-13-16,0 2 11 15,0 4-6-15,0-6 2 16,0 0-3-16,0 0-3 16,0 3-1-16,0 0 8 0,0 6-6 15,0-1 0 1,0 5 0-16,-3-1 5 0,-15 0-2 16,-4-3-16-16,-5 6 6 15,0 0 2-15,-1 0-9 16,9 0-5-16,2 0 11 15,-5 0-6-15,0 0 2 16,-6 0-31-16,-7 0-81 16,-12 0-239-16</inkml:trace>
  <inkml:trace contextRef="#ctx0" brushRef="#br0" timeOffset="3219">729 387 185 0,'4'0'93'16,"-4"-14"-62"-16,0 3 37 16,0 10-8-16,0 1-22 15,0 0-22-15,0 0 2 16,0 1 14-16,0 20-14 16,0 1-2-16,-4 8-2 15,-3 2-5-15,-2 7 0 0,0 5-2 16,2 0-9-16,3-4 8 15,4-6-16-15,0-4 7 16,0-11-4 0,0-3-1-16,0-9-4 0,0-1-10 15,0-6-16-15,0 0-26 16,0 0-77-16</inkml:trace>
  <inkml:trace contextRef="#ctx0" brushRef="#br0" timeOffset="3639">573 338 169 0,'0'-6'27'0,"0"1"-13"16,2 4 34-16,15-2-7 16,2 0-8-16,-5 0 10 15,2 3-13-15,-2 0-13 16,-3-1 4-16,3 1-12 0,-1 0 14 15,7 0-7 1,5 0-3-16,0 0-3 0,0 0-6 16,2 0-5-16,-7 1 8 15,-4 5-13-15,-5-3 1 16,-2 3 3-16,4-3-11 16,1 2 5-16,-1-2-18 15,-6 0-30-15,-5 4-72 16,1 1-33-16</inkml:trace>
  <inkml:trace contextRef="#ctx0" brushRef="#br0" timeOffset="4265">920 405 133 0,'0'-7'134'15,"0"1"-114"-15,0 6 48 16,0 0-12-16,-2 0-36 16,2 0-16-16,0 6 20 15,0 13 2-15,0 6-18 0,0 5 6 16,0 0-1-16,-7 4-3 15,3 2-2-15,-5-2-9 16,4-2-1-16,2-4 2 16,3-2-5-16,0-4 0 15,0-8 1-15,-3-5-2 16,3 0 8-16,0-9-6 16,0 1 0-16,0-1 8 15,0 0-8-15,0 0 3 16,0 0 0-16,0 0 2 15,0 0 0-15,0-1-2 16,0-9-4-16,0-1 10 0,0 0-4 16,6-7-2-1,8 0 4-15,4 1-7 0,0-3 8 16,0 5-8-16,2 0 2 16,-4 3 7-16,-2 5-7 15,-6 2 2-15,1 2 0 16,-4 3 1-16,2 0 8 15,-7 4-6-15,0 14 4 16,0 5 1-16,0 2-10 16,0-5 5-16,2-2-4 15,0-4-2-15,7-4 4 16,-4-5-7-16,1-1-4 16,2-4 8-16,0 0-16 15,1 0-15-15,-1 3-69 16,9-3-109-16</inkml:trace>
  <inkml:trace contextRef="#ctx0" brushRef="#br0" timeOffset="4825">1154 676 48 0,'-7'2'82'15,"7"4"-80"-15,0-4 43 16,0 3-10-16,7-4 3 15,5 3-6-15,-1-2-10 16,2-2-4-16,5 0-2 16,-2 0-9-16,1 0 0 15,2-6 0-15,0-8-3 16,-2-3 10-16,-3 0-5 16,-3-1-3-16,-6 0-2 15,-3 4-4-15,-2-2 6 0,0 7-11 16,0 2 8-1,0 3 0-15,-5 3 2 0,-8 1 5 16,-7 0-8-16,4 0 5 16,-4 9 2-16,7 6-7 15,5 3 0-15,-1 0 7 16,7 1-9-16,2 1 0 16,0 0 0-16,0 2-4 15,0-3 7-15,0 0-12 16,4-8-3-16,11 2 11 15,-2-3-15-15,4-3 9 16,-1-2-2-16,1 1-15 0,-2-4-29 16,0 1-31-16,4-3-63 15</inkml:trace>
  <inkml:trace contextRef="#ctx0" brushRef="#br0" timeOffset="5463">1528 636 101 0,'0'-7'37'16,"0"2"-10"-16,0 3 17 16,2-2 4-16,3 3 0 15,-1 1-5-15,-2 0 3 16,1 0-9-16,3 9-6 15,0 11-15-15,2 0-4 16,3-2 6-16,-3 1-13 16,-2 0-1-16,-1 2 4 0,-5-1-7 15,0 2 2 1,0-2-9-16,0-4 5 0,0 0 4 16,-5-8-5-16,1-5 3 15,4-3 5-15,0 0-8 16,0 0 8-16,0 0-7 15,0-6 2-15,0-9 6 16,-2-5-7-16,2-2-2 16,0 0 5-16,0-1 1 15,0 4-1-15,11-1-4 16,6-1-1-16,2 3 7 16,3 4-7-16,0 2-1 15,1 5 8-15,-2 0-8 0,-1 3 4 16,-2 3-2-1,-3 1-3-15,-2 0 9 0,-5 0-11 16,-1 0-1-16,-5 0 0 16,-2 0-8-16,2 5-9 15,-2 7-74-15,4 0-53 16</inkml:trace>
  <inkml:trace contextRef="#ctx0" brushRef="#br0" timeOffset="6261">1983 638 195 0,'-11'16'27'0,"0"-2"-4"16,3 4 8-16,0 2-17 15,2 2-12-15,1 1 8 16,2 2-10-16,0-6 1 16,0 1 6-16,-2-8 1 0,2-2 6 15,-3-5 1 1,6-2 5-16,0-3-3 15,0 0-9-15,0 0 3 0,0 0-1 16,0-8-7-16,6-11-2 16,8-6 0-16,2-3-3 15,4 0 7-15,-2 5-8 16,3 0 2-16,-6 3 7 16,0 5-6-16,-2 5 9 15,-5 2-1-15,1 4-4 16,-4 1 6-16,2 3-10 15,0-2-1-15,4 2 10 16,-2 0-11-16,0 0 15 16,-2 0 0-16,1 17-1 0,-5 5 7 15,3-3-19-15,-6 4 1 16,0 0-2-16,0-4 0 16,0-1 5-16,0-6-9 15,0-4 0-15,0-3 9 16,0-5-8-16,0 0 3 15,0 0 7-15,3 0-8 16,-1-5-2-16,7-12-1 16,2-4 1-16,0 0 6 15,3-2-9-15,-3-1-3 16,3 1 11-16,-3 6-7 16,2 2 7-16,-1 8 2 15,-1-1-2-15,-4 8 11 16,2 0-12-16,0 0 3 0,-2 0 7 15,1 8-11-15,1 8 7 16,-1 3-5-16,-2 2 1 16,-1-3 15-16,-1 0-14 15,-2-1-4-15,0-2 7 16,-2-3-8-16,0 0-5 16,0-1-5-16,0-4-6 15,0-2-20-15,0 2-56 16,0-7-40-16</inkml:trace>
  <inkml:trace contextRef="#ctx0" brushRef="#br0" timeOffset="6762">2795 624 41 0,'-15'-18'201'0,"5"6"-202"16,5 5 15-16,2 1 33 15,0 3-4-15,3 3-18 16,-3 0 12-16,0 0 6 16,-6 0-16-16,-4 0 0 15,-3 0-20-15,-6 10 2 16,-3 8-4-16,2 0-2 0,1 2 3 15,6-2-3-15,5 4-4 16,3-3 9-16,2 0-8 16,4-1-1-16,-1-3 4 15,3 0-5-15,0-3 2 16,0-1-4-16,17-7 5 16,7-1 10-16,3-3-15 15,2 0 5-15,-1 0 0 16,-1-3 0-16,0-9 1 15,-3-3-4-15,-1 0-1 0,-1 0 9 16,-2-3-7 0,-10 2 5-16,-6-3 8 15,-4 0-2-15,0-3 3 0,-9 0-11 16,-10-1-5-16,2 0 3 16,-5 9-15-16,-5 5-9 15,-7 4-32-15,-4 5-196 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4:48.64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38 128 41 0,'-8'4'96'0,"6"-4"-92"16,2 0 10-16,0 0 12 15,0 0 15-15,0 3-21 16,0 5-6-16,0 4 13 16,0 0-4-16,0 3-2 15,0-3-8-15,0 1-7 0,0-2 5 16,0-2-9-1,0 1 2-15,-3-2 2 0,1-1 0 16,-1 1 3-16,0 1-6 16,-3 1-2-16,0 1 12 15,4-5-13-15,-1 0 2 16,3-4 5-16,0-2-4 16,0 0 11-16,0 0-1 15,0 0 2-15,0 0 10 16,0 0-13-16,0 0-2 15,0-10-1-15,0-10-2 16,9-2 0-16,-1-3 1 0,0 0-7 16,3-2 9-16,0 2-11 15,3 3 2-15,-3 2 1 16,0 2 3-16,1 6-3 16,-5-1-2-16,4 7-1 15,-2-2 10-15,0 3-11 16,2 2 1-16,-1 1 7 15,5 2-3-15,-2 0 1 16,-2 0-4-16,-1 0 1 16,7 0 7-16,-5 18-11 15,-1 1 4-15,-6 8 5 16,1 5-5-16,-6-2 2 16,0 0 0-16,0-8-5 15,2-4 9-15,-2-6-11 0,0-7 4 16,3 1 2-16,-3-6-4 15,3 0 2-15,3 0-3 16,-6 0-1-16,2 0 11 16,3 0-9-16,4-11 0 15,-1-8 2-15,6-6-1 16,-3 2 4-16,-3 3-5 16,1 7 0-16,-7 1 7 15,2 6-8-15,-2 3 1 16,-2 0 3-16,3 3-1 15,-3-3-1-15,2 3 2 16,4 0-8-16,-1 0 17 16,4 0-13-16,5 0 2 0,-4 0 2 15,2 0-2-15,-5 0 2 16,0 9 1-16,-3 10-3 16,0 3 8-16,-4-2-8 15,0 0 1-15,2-5 1 16,1-2-1-16,2-4 2 15,2-4-5-15,-5 1-3 16,6-2 6-16,-5-1-15 16,3 2-12-16,2 1-53 15,1-2-124-15</inkml:trace>
  <inkml:trace contextRef="#ctx0" brushRef="#br0" timeOffset="638">762 125 195 0,'0'-10'29'0,"0"0"3"15,0 3 38-15,0 1-32 16,0 4-6-16,0 1-6 16,0 1 9-16,0 0-6 0,0 0-2 15,-7 0-11-15,-5 0-6 16,-1 0 5-16,-7 0-12 16,-3 3 1-16,-2 8-4 15,7 1 0-15,0-2 6 16,7 0-8-16,1 0-2 15,4 0 10-15,1 5-8 16,1 0-1-16,2 2 5 16,2-1-2-16,0-2-2 15,0-1 1-15,0-2-8 16,11-3 12-16,5-3-4 16,2-2-3-16,0-3 5 15,2 0-2-15,0 0-4 16,-1 0 0-16,-3-12-6 0,4-3 16 15,-7-6-13-15,-2-1 10 16,-2 0-2-16,-4 0 0 16,-2 4 6-16,-3 6-4 15,0 6 4-15,0 4 13 16,0 2-14-16,0 0-1 16,0 0-5-16,0 0 3 15,0 15 3-15,0 5-5 16,0 0 0-16,0-1 8 15,4-1-12-15,-2-3 3 0,0 0-1 16,4-5-7 0,-1 0-1-16,7 0-13 0,3-4-37 15,8-5-39-15,2 2-50 16</inkml:trace>
  <inkml:trace contextRef="#ctx0" brushRef="#br0" timeOffset="1036">1149 115 171 0,'-5'-12'53'0,"-4"7"-13"0,1 2 49 15,2 3-48-15,-2 0-3 16,3 0 15-16,-4 0-26 16,1 0-10-16,-4 0 5 15,-1 0-19-15,-6 0 4 16,-1 10-2-16,6 7-3 16,-1 4 2-16,3 1-7 15,3 1 0-15,5-4 5 16,4-4-1-16,0 0-2 15,0-3-3-15,0 1 2 16,0-1-2-16,10-2-3 16,9 0-2-16,4-2 4 0,-1-6-17 15,5-2 8-15,1 0-19 16,-1 0-44-16,-2 0-5 16,1 0-77-16</inkml:trace>
  <inkml:trace contextRef="#ctx0" brushRef="#br0" timeOffset="1604">1279 175 186 0,'-4'-5'63'16,"4"0"-51"-16,0 5 26 16,0 0 0-16,0 0 1 15,0 2-19-15,0 13 6 16,0 3 9-16,0-3-11 15,-2 2-9-15,-3 0-3 0,2 1-7 16,3 1 3 0,0-1-12-16,0-4 4 0,0-1-1 15,0-5-3 1,0-3 3-16,0-1-1 0,0-4-3 16,0 0 11-16,0 0-9 15,0 0 5-15,0 0 1 16,0 0-1-16,0 0 0 15,6-17-2-15,4-6-2 16,4-3 9-16,0 0-12 16,-3 2 11-16,0 4-3 15,-8 5 7-15,-1 3-4 16,4 2-3-16,-3 5-5 16,-1 2 10-16,4 1-10 15,-1-1 3-15,1 3-2 0,2-1 1 16,5 1 2-1,5-3-4-15,4 0-6 0,-1 3-6 16,4 0-83-16,-3 0-136 16</inkml:trace>
  <inkml:trace contextRef="#ctx0" brushRef="#br0" timeOffset="2124">1635 167 160 0,'-20'-5'91'0,"6"4"-77"16,3-2 82-16,4 3-41 15,-2 0-18-15,0 0-14 16,-4 0-11-16,-1 0 2 16,-2 9 4-16,-4 9 1 15,4-1-9-15,-1 0-7 16,1 1 9-16,7-1-14 16,7-2 5-16,2 0-6 0,0 0 3 15,0-5 2-15,8-1-8 16,11 2 4-16,3-6 13 15,1-3-17-15,4-2 9 16,3 0-2-16,3 0-5 16,-2 0 5-16,-2-10-9 15,0-2 2-15,-7-3 8 16,-5 2-7-16,-10-1 8 16,-3-2-1-16,-4 0 2 15,0-6 4-15,-7-2-5 16,-14 2-7-16,2 5 15 15,2 7-17-15,0 8 1 16,4-1-5-16,-4 3-23 16,0 0-23-16,6 0-96 0,6 9-91 15</inkml:trace>
  <inkml:trace contextRef="#ctx0" brushRef="#br0" timeOffset="2707">2038 182 11 0,'-8'-17'239'15,"-1"13"-234"-15,3 4 48 16,-2 0 28-16,1 0-66 16,-5 0 1-16,1 0 2 15,-2 0-8-15,-1 0 0 16,-1 1-11-16,2 9 1 15,1-2 1-15,3 1-3 16,-3-1 4-16,1 2-3 0,2 1-1 16,1-2 9-16,5-2-12 15,3 1 0-15,0-1 5 16,0-2 0-16,0 5 2 16,20-2 1-16,10-2-2 15,8 0 7-15,4 1-10 16,-3 4 5-16,-9-4 3 15,-8 0-1-15,-8-2 7 16,-8 0-6-16,-6-2 1 16,0-1 11-16,0 6 0 15,-18-1-8-15,-9 0-8 16,-3 4-3-16,0-1 3 16,-4-3-6-16,2 1-7 15,-7-6 3-15,3-2-23 0,3 0-31 16,10 0-10-16,15 0-31 15,8 0-98-15</inkml:trace>
  <inkml:trace contextRef="#ctx0" brushRef="#br0" timeOffset="3166">2275 175 41 0,'0'-20'182'0,"0"14"-185"16,0 6 30-16,0 0 11 15,0 0-15-15,0 0-3 16,-5 0 35-16,-6 0-9 16,-3 0-1-16,-3 0-24 15,1 6-7-15,-4 4 1 0,1 2-8 16,-1 3-5 0,5 0 6-16,0 2-5 0,4-1 4 15,5-2-6-15,4 1 0 16,2 0 2-16,0 0-7 15,0 0 0-15,17-5 7 16,8 0-6-16,0-2-1 16,-1-6 3-16,1-2-2 15,0 0 4-15,-3 0-13 16,-3 0-5-16,4 0-32 16,-8-2-94-16,6-4-40 15</inkml:trace>
  <inkml:trace contextRef="#ctx0" brushRef="#br0" timeOffset="3614">2489 188 218 0,'-12'-6'46'0,"3"6"-22"16,0 0 43-16,3 0-39 16,-3 0-15-16,0 10 8 15,-2 3-2-15,-3 1 12 16,0 1-7-16,1 3-5 16,4-1-7-16,4 0-5 15,5-1-5-15,0-4 5 0,0 3-12 16,0-5 2-16,20-3 3 15,8-5-7-15,-4-2 2 16,1 0-6-16,-2 0-1 16,-8 0 14-16,-1-6-4 15,-5-7 2-15,-7-2 7 16,-2 3-4-16,0-4 3 16,0 2-6-16,-5-2-1 15,-12 0 7-15,3-5-11 16,-2 2 3-16,2 4 8 15,4 5-11-15,-2 5 4 16,6 2-5-16,6 3-10 16,0 0-49-16,0 0-96 0</inkml:trace>
  <inkml:trace contextRef="#ctx0" brushRef="#br0" timeOffset="3975">2489 188 158 0,'173'-45'66'0,"-171"39"-53"0,1 6 25 15,1 0 7-15,-4 0 12 16,0 21-25-16,0 6 13 15,0 0-2-15,-11 1-25 16,4-4 8-16,5 2-17 16,-1-2-1-16,3 1 5 15,0 0-15-15,0 0 2 16,0-3-3-16,0-2-2 16,0-2 5-16,0-1-8 15,0-4-1-15,0-4 13 16,0 1-12-16,0-5 1 15,0 1-12-15,0-5-22 16,0 4-46-16,0-2-89 16</inkml:trace>
  <inkml:trace contextRef="#ctx0" brushRef="#br0" timeOffset="4377">2673 197 172 0,'0'-15'26'16,"0"8"-7"-16,0 2 33 0,0 2-32 16,5 1-6-1,6 2 23-15,0 0 9 0,0 0-11 16,6 0 1-16,0 0-23 15,-1 0 5-15,4 0-17 16,-9 0-1-16,3 10 4 16,-7 3-2-16,-1-1 4 15,-3 3 2-15,-3 0-2 16,0 0 9-16,0 0-16 16,0-1 5-16,-3 2-4 15,-8-7-5-15,-2 1 7 16,-5-1-14-16,0-3 4 15,-5-1 10-15,1-3-10 16,6-2-1-16,-1 0-5 16,9 0-29-16,2 0-24 0,6 0-29 15,0-7-56-15</inkml:trace>
  <inkml:trace contextRef="#ctx0" brushRef="#br0" timeOffset="4713">2977 188 33 0,'2'-8'196'0,"1"3"-183"0,-1 5 27 15,2 0 28-15,-4 7-21 16,0 16-15-16,0-1 17 16,-4 0-23-16,-3 1-12 15,1-5 6-15,6 0-17 16,0-8-3-16,0 1 7 16,0-4-12-16,0 1 2 15,0-4-6-15,0 1-8 16,0-2-10-16,6 0-84 15,1-3-102-15</inkml:trace>
  <inkml:trace contextRef="#ctx0" brushRef="#br0" timeOffset="4904">2977 188 235 0,'-20'-163'37'0,"20"154"-21"16,0 1 27-16,6 3-3 15,2 3-30-15,0 2-11 16,1 0-3-16,-9 0-31 16,2 0-53-16</inkml:trace>
  <inkml:trace contextRef="#ctx0" brushRef="#br0" timeOffset="5288">3269 140 182 0,'-8'-3'23'0,"8"1"7"15,-3-1 22-15,-5 3-21 0,-3 0-17 16,-8 0 6 0,2 0 9-16,-2 0-19 0,4 5 4 15,5 3 15-15,2 2-9 16,-1 2-8-16,1 3 0 16,2 0-6-16,1 3 1 15,-1-1-7-15,-5 0 0 16,6 1 5-16,2-3-4 15,3-1 4-15,0-1 2 16,0-4-5-16,0 2 8 16,8-1-13-16,5-5 5 15,10-1-1-15,8-4-7 16,-4 0-2-16,9 0-18 16,-3 0-46-16,0-2-75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4:55.60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77 62 108 0,'13'-12'38'0,"-2"6"-33"16,-2 1 42-16,-3 3-16 0,0 2-25 16,-2 0 6-16,5 0 8 15,-4 0-10 1,-2 0 3-16,0 0 0 0,-3 0 2 15,0 0 9-15,0 0 3 16,0 0-2-16,0 0 10 16,0 0-12-16,0 0 11 15,0 0-19-15,0 0-9 16,0 0 8-16,0 0-17 16,0 0 6-16,-11 0 6 15,-6 0-11-15,0 0 3 0,4 0-1 16,-4 6 2-16,1 2 5 15,2 8-11-15,0 4 0 16,3 0 9-16,0 1-7 16,6 1 0-16,5 5 0 15,0-8-5-15,0 1 8 16,0-8-14-16,8-4 2 16,9 0 2-16,8-4-2 15,7-4-4-15,8 0-10 16,0 0-39-16,1 0-33 15,1 0-63-15</inkml:trace>
  <inkml:trace contextRef="#ctx0" brushRef="#br0" timeOffset="472">435 147 178 0,'0'-9'37'16,"-4"5"-1"-16,-3 4 36 15,2 0-15-15,-4 0-34 16,-2 0 14-16,0 0 3 16,1 0-13-16,-1 0-8 15,-3 0-8-15,5 4-8 16,-1 7 8-16,1-4-16 0,4 5 4 15,-1 0 9-15,3 6-11 16,1-2 2-16,2-4 1 16,0-2-7-1,0 2 13-15,0 0-11 0,11-2 4 16,5 3 2-16,4-6-1 16,-2-1 3-16,3-6-1 15,-6 0-8-15,-3 0 8 16,-1 0-17-16,5 0 1 15,2-10 11-15,-5-6-4 16,1-1 3-16,-5 0 0 16,-9-1-4-16,0-2 9 15,0 6-21-15,-23 1-10 16,1 6 13-16,-1 4 3 0,1 3-2 16,6 0-2-16,-1 0 2 15,11 0-35-15,6 0-111 16</inkml:trace>
  <inkml:trace contextRef="#ctx0" brushRef="#br0" timeOffset="1333">863 173 132 0,'-7'-15'112'15,"1"4"-108"-15,1 5 65 16,-4 6-13-16,-5 0-29 15,-11 0-1-15,1 0-6 16,-7 6-10-16,3 8 2 16,6 4-13-16,6-6 7 0,5 4 0 15,6-5-2 1,1 1 0-16,4-2-10 16,0 1 6-16,0-2 7 0,0 7-9 15,9-6 2-15,4 0 4 16,1 0-3-16,4-7 0 15,0 1-2-15,2-4-4 16,-1 0 10-16,-2 0-9 16,-4 0 2-16,-4 0 7 15,-4-7 0-15,-5-6 3 16,0-2-6-16,0 0-3 16,0-4 10-16,0-1-14 0,0 3 0 15,0-2-1 1,-2 8-3-16,-4 1 5 0,3 7 1 15,3 3 1-15,0-3 7 16,0 3-9-16,0-5 3 16,20 3 5-16,2-2-8 15,5 3 5-15,3 1 0 16,1 0-5 0,1 0 10-16,4 1-8 0,-5 7 0 15,-1 2 4-15,-1 2-7 16,-5 4 6-16,-3-3 0 15,0 2-6-15,-8 0 15 16,-2 2-17-16,-11 1 10 16,0-4-5-16,0 0 3 15,0-2 5-15,-9 0-2 16,-4-6-4-16,2 0 11 16,3-5-13-16,2-1 6 0,4 0 4 15,2 0-7-15,0-9 4 16,0-12-2-16,0 2-3 15,11-11 11-15,9 3-15 16,-2 3 2-16,-4 3 4 16,3 10-4-16,-7 2 0 15,-1 9-4-15,-1 0-6 16,-3 0-1-16,4 0-51 16,0 0-5-16,2 3-20 15,2 6-39-15</inkml:trace>
  <inkml:trace contextRef="#ctx0" brushRef="#br0" timeOffset="2150">1487 200 247 0,'-10'-2'29'0,"2"-2"44"15,-4 4 17-15,-1-3-49 16,-4 3-26-16,-2 0 10 15,-6 0-19-15,3 0 1 16,-1 9-1-16,7 5-3 16,2 0 0-16,4 2-2 15,3 0-3-15,7 2 12 16,0 0-16-16,0-8 1 0,0 2 5 16,11-4-4-16,9-4 6 15,7-4-6-15,7 0-4 16,-1 0 14-16,-1-7-10 15,-3-10 3-15,-8-3 9 16,-1 3-4-16,-6-4 3 16,-1 1-6-16,-6-8-2 15,-3-1 10-15,-1-4-11 16,-3 2 0-16,0 1 5 16,0 3 1-16,0 6-1 0,0 5 3 15,0 5-4 1,0 8 17-16,0 1-19 0,0 2 3 15,0 0-1-15,0 0-1 16,0 0 4 0,0 0-7-16,0 0 2 0,0 0 20 15,0 5-17-15,0 13 6 16,0 5-1-16,0 1-6 16,-3 6 0-16,3 0-3 15,-2 1-3-15,0-1 9 16,2-2-12-16,0-4 2 15,0-6 2-15,0 3-2 16,0-2-4-16,0-4 2 16,4 2-1-16,8-8 5 15,-1 2-14-15,2-6 6 0,4-2 0 16,2-3-9-16,2 0-27 16,-3 0-14-16,-2-3 15 15,-1-9 27-15,-5-1 3 16,1 1 15-1,0-6 3-15,1-3-3 0,1 8 13 16,-2 0 3-16,1 6 5 16,-6 0 18-16,-4 1-10 15,-2 6 6-15,0 0-5 16,0 0-15-16,0 0-3 16,0 0 0-16,0 13-10 15,0 4 13-15,0-1-16 16,0-2 3-16,0-1-4 0,0-5-4 15,0 1-5-15,5-2-17 16,6-5-36-16,3 2-107 16,-1-4-45-16</inkml:trace>
  <inkml:trace contextRef="#ctx0" brushRef="#br0" timeOffset="2372">1829 77 346 0,'-5'-18'64'16,"5"10"-29"-16,0 8 20 0,0-1-37 16,0 1-5-16,0 0-15 15,0 0 3-15,0 0 0 16,0 0-3-16,3 0-19 15,-1 0-160-15</inkml:trace>
  <inkml:trace contextRef="#ctx0" brushRef="#br0" timeOffset="2953">2061 274 283 0,'-4'0'27'0,"-5"4"3"15,1 1 22-15,2 2-27 16,4 1-7-16,2-4-19 15,0 3 6-15,0-3 15 16,0 1-11-16,0 0 3 16,0-2-5-16,0 1-2 15,0-2 1-15,0 2-8 0,0-2-1 16,0-2 7-16,0 0-9 16,0 0 4-16,0 0 0 15,0 0-1-15,2 0 1 16,4 0 1-16,2 0-3 15,-2 0 10-15,1-15-10 16,2-2 5-16,-1 1-2 16,-5 5 1-16,0 8 6 15,-3 3 0-15,0 0-2 16,0 0 6-16,0 0-8 16,0 0 6-16,2 14-3 15,5 2 3-15,-3-2-1 0,5-2-8 16,5 4-4-1,-3-6 10-15,2 0-11 0,5-1 0 16,-5-6 0-16,6 2 5 16,1-5-2-16,5 0-8 15,-3 0-16-15,3 0-1 16,0-4-83-16,-7-4 25 16,-4 3-29-16,-6 3-13 15</inkml:trace>
  <inkml:trace contextRef="#ctx0" brushRef="#br0" timeOffset="3763">2363 308 70 0,'9'-12'24'0,"-2"2"14"16,-1 2-33-16,-1 0-10 0,-5 7 3 15,0-2-23 1,0 0-10-16,0 3 25 0,0 0 17 16,0 0 28-16,0-3 4 15,0 1-7 1,0 2 9-16,0-2-5 0,0 2-6 15,-5 0-6-15,-4 0-9 16,-4 0 16-16,-3 0-1 16,-2 0 3-16,4 0-6 15,7 7 2-15,-1 0-17 16,-1-1-7-16,6 4-5 16,1 0-1-16,2 2 2 15,0 0-2-15,0-2-4 0,0-1 11 16,0 0-14-16,0-4 13 15,0-3-2-15,11-2 4 16,3 0-4-16,2 0-7 16,0 0 5-16,-2 0 5 15,1-7-9-15,-8-3 5 16,1-2-1-16,-2-1 0 16,-3-4 10-16,-3-1-8 15,0 6 0-15,0 4 9 16,0 8-13-16,0 0 3 15,0 0-3-15,0 0 2 16,0 0 11-16,0 8-9 16,0 5-2-16,0 8 8 15,3-3-12-15,6-4 0 0,1 2-2 16,7-9-10-16,5-4 1 16,0-3-8-16,0 0-14 15,2 0 9-15,1-3 15 16,0-14 7-16,0-1-8 15,3-4 9-15,-5 0-8 16,-8-1 8-16,-3-4 12 16,-10-3 14-16,-2-2-6 15,0-1-1-15,0 3-8 16,-2 6-8-16,-12 4 13 16,3 10 5-16,2 6-8 15,4 4 10-15,2 0-10 0,0 0-1 16,0 0 4-1,1 0-4-15,0 1 5 0,2 12-8 16,0 1 2-16,0 7 4 16,0 4-8-16,0 5 3 15,0 2-3-15,-4-1 0 16,-1 3 5-16,-1-8-11 16,1 0-2-16,2 1 7 15,3-6-16-15,0 1-2 16,0-8 4-16,0-5-1 15,0-3-2-15,0-3-42 16,0-3-45-16,0 0-35 16</inkml:trace>
  <inkml:trace contextRef="#ctx0" brushRef="#br0" timeOffset="4492">2520 253 283 0,'0'-2'6'15,"0"2"8"-15,0 0 15 16,0 0-16-16,17 0-13 16,2 0 3-16,0 0-5 15,3 5 4-15,-2-1-1 16,-1-4-1-16,5 0 5 15,5 0-9-15,1 0-1 0,6 0 1 16,0 0-6-16,0 0 2 16,-1 0-3-16,-7 0 3 15,-6-2 13-15,-10 0-4 16,-10-1 16-16,-2 1 24 16,0-1 1-16,0 1 1 15,0 2-7-15,0 0-26 16,0 0 4-16,-2 0-10 15,-5 0-4-15,2 0 11 16,-6 0-14-16,0 0 6 16,-3 0-2-16,0 7 0 15,6 6 7-15,0 0-10 16,5 4 1-16,0-4 5 0,3 6-7 16,0-4 3-16,0 0 0 15,0 0 0-15,18-7 4 16,0 3-6-16,4-5-2 15,1-6 8-15,4 0-11 16,3 0 4-16,-2 0-1 16,-3-9 2-16,-3-3 8 15,-8 1-10-15,-3 0 3 16,-6-1 11-16,4-1-12 16,2 1 7-16,0 0-5 15,-3 4-5-15,3-2 13 16,-2 1-10-16,1 8-1 0,-2-1 10 15,1 2-7-15,0 0 1 16,-2 0 0-16,8 0-2 16,-8 2 8-16,4 6-14 15,-2 4 8-15,-4-2 5 16,-2 0-7-16,-3 0 3 16,0 0-2-16,0 2-5 15,0 0 5-15,0-1-14 16,-14 1-24-16,-7-2-78 15,1 5-43-15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5:08.45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965 29 172 0,'-7'-14'40'0,"7"2"-3"16,0 8 5-16,0 1-9 16,0 3-4-16,0 0-11 15,0 0 5-15,0 0 8 0,0 0-16 16,0 0 12-16,0 0-10 16,0-3-8-16,0 3 9 15,0 0-9-15,0 0 4 16,0 0 5-16,0 0-12 15,0 0 2-15,0 0-2 16,0 0-3-16,0 0 6 16,0 0-9-16,0 0 1 15,0 7 9-15,0 8-9 16,0 3 1-16,9 1-3 16,0 4 0-16,1-3 12 15,-2 3-19-15,1-1 6 16,-4 2 11-16,-1 4-10 15,-2 0 4-15,-2 3 0 16,0 5-2-16,2-2 5 0,1 1-10 16,-3 2 2-16,3-2 7 15,0-3-6-15,0 2 1 16,-1-3 1-16,-2 4-3 16,3-3 6-16,-3 0-6 15,0-5-1-15,0 2 8 16,0-8-9-16,0 3 5 15,0-6-1-15,0 0-5 16,0 0 8-16,0-6-10 16,0-3 2-16,0-3 5 15,0-2-10-15,0-4-1 16,0 0-5-16,0 0-2 16,0 0 0-16,6 0-14 0,-4-10-17 15,1-7-27-15,-3 3-74 16</inkml:trace>
  <inkml:trace contextRef="#ctx0" brushRef="#br0" timeOffset="548">859 629 241 0,'0'-1'28'16,"0"1"18"-16,-2 0 9 15,2 0-17-15,0 0-30 16,0 0 10-16,4 0 11 16,16 8-12-16,-4 6 1 15,4-3-1-15,-6 5-9 16,-1 2 9-16,1-2-13 0,4 4-3 16,-2 0 7-16,0-2-9 15,4-6 2-15,2-2 0 16,-1-2-1-16,-1-7 7 15,2-1-11-15,1 0 1 16,-5 0 6-16,0 0-1 16,0-1-4-16,0-10 4 15,-5-1-4-15,-2 0 7 16,1-3-6-16,-5-3-3 16,4 1 8-16,0 0-4 15,3 0 0-15,0-2 0 16,5 5 0-16,-2-2 6 0,5 5-11 15,0-4-1 1,3 0 7-16,-7 5-28 0,5 2-96 16</inkml:trace>
  <inkml:trace contextRef="#ctx0" brushRef="#br0" timeOffset="1546">3 1071 175 0,'0'-7'36'0,"0"-6"-4"16,0 4 49-16,0 4-33 15,0 2-31-15,0 3 13 16,0 0-12-16,0 0-1 15,0 0-3-15,0 0 10 16,2 14-1-16,1 2-18 16,1 5 0-16,-4-2 1 15,2 4-3-15,4-2 3 16,-3 2-8-16,2-1-1 0,1 0 12 16,-1-2-14-1,-3-3 3-15,-2-1 2 16,0-7-6-16,0-4-10 0,0-1 3 15,3-4-8-15,-3 0-25 16,0 0-77-16,4 0-102 16</inkml:trace>
  <inkml:trace contextRef="#ctx0" brushRef="#br0" timeOffset="1814">1 862 181 0,'0'-19'64'15,"0"12"-42"-15,0 0 2 16,4 2 11-16,14-1-22 15,0 5-5-15,-3-3-10 16,-5 4-2-16,-7 0-2 16,-3 0-23-16,0 0-21 15,0 4-44-15</inkml:trace>
  <inkml:trace contextRef="#ctx0" brushRef="#br0" timeOffset="3171">310 1118 186 0,'6'-9'15'16,"-4"1"8"-16,0 4 22 16,4 1-17-16,-3-3-14 15,-3 5-1-15,0-1-7 16,0-2 18-16,0 4-6 15,0-2-3-15,0-3 5 16,0 2-5-16,-9 2 1 16,-1-2-10-16,-7 0-2 0,-2 3 17 15,-4 0-15-15,-1 0-2 16,3 7 2-16,-6 13-5 16,9 0 3-16,4 0-7 15,8 0 1-15,3-2 7 16,3-2-9-16,0 0 1 15,7-6 3-15,11 2 3 16,2-5-2-16,5-4-3 16,0-3 0-16,2 0 8 15,4 0-11-15,-2-7 5 16,1-11-3-16,-3-1 1 16,-9-1 2-16,-2 2-3 15,-10 6 1-15,-3 2 9 16,-3 5-10-16,0-1 2 15,0 6 4-15,0-1 1 0,0 1 5 16,-5 0-9-16,1 0-1 16,0 0 11-1,1 0-11-15,-3 12 5 0,0 6-1 16,6 1 2-16,-2 4 2 16,2 2-5-16,0-1-1 15,0 6 11-15,0 2-12 16,0 3 2-16,5 2 1 15,-5 8-3-15,0 0 1 16,0 1-6-16,0-1-5 16,-14-1 15-16,4-6-11 15,-5-8 1-15,2-1 2 0,2-8 4 16,-3-9 4-16,3 0-5 16,0-3-3-1,-1-9 14-15,8 0-14 0,-2 0 1 16,1 0-4-16,5-23 2 15,0-7 6-15,0-1 0 16,0-10-6-16,11-1 10 16,5-2-8-16,4 1 0 15,-4 3 5-15,0 5-6 16,1 4 7-16,-3-2-5 16,2 0-3-16,0 3 13 15,1 3-14-15,2 3 4 16,1-2 3-16,2 4-2 0,1 2 3 15,-2 1-5-15,1 4-1 16,-2-3 7-16,-2 6-7 16,-3 3 3-16,-5 0 1 15,-3 5 0-15,-3 4 1 16,0 0-5-16,1 0 3 16,0 0 9-16,2 7-5 15,-5 14 5-15,0 0-5 16,-2 4-3-16,0-2 3 15,0 1-6-15,0-3 0 16,0-5 7-16,0-2-9 16,0-8 4-16,0-3-2 15,0-3 0-15,0 0 1 16,0 0-1-16,0 0-6 0,4-18 16 16,1-3-10-16,-3 0 6 15,-2 3-1-15,0 5-3 16,0 5 1-16,0 5-1 15,0 3-5-15,0 0 6 16,0 0-6-16,6 0 5 16,2 0 2-16,1 0 5 15,-1 0-6-15,3 3-1 16,-3 6-4-16,1 3 13 16,2 1-13-16,-3-2 4 15,0 1 2-15,-1-3-15 16,-5 1 11-16,-2 1-12 15,0-2-2-15,0-4-1 0,0 0-54 16,0-3-30 0,0 1-73-16</inkml:trace>
  <inkml:trace contextRef="#ctx0" brushRef="#br0" timeOffset="4334">1132 1121 136 0,'-5'-6'7'16,"-4"0"-1"-16,9 3 5 15,-3 1 0-15,3 2 3 16,0-3 16-16,-4 3 23 15,-5 0-18-15,-5 0-13 16,-5 0 0-16,-4 5 12 16,5 7-7-16,-7 6-6 15,2 0-11-15,4 1 10 16,5 1-16-16,0-2 1 16,7-3 0-16,3 0-5 15,4-4 2-15,0 0-4 16,0-4-3-16,0-2 11 15,4-3-6-15,12 1 1 16,7-3 1-16,1 0-4 0,-1 0 1 16,-2 0-14-1,-4 0 4-15,-9 0 13 0,-2 0-4 16,-4-6 4-16,1-3 0 16,-3 3-1-16,0-6 6 15,0 0-8-15,-3 3-2 16,-8-2 7-16,-3 4-16 15,3 2 9-15,3 1 3 16,2 1-1-16,4 3 5 16,0-3-7-16,2 0-7 15,0 2 2-15,0-3-20 16,2 3 28-16,14-2 1 0,6 0-1 16,1 3 1-16,-4-1-3 15,2 1 0-15,0-4 9 16,-6 4-11-16,8 0 6 15,-4 0 0-15,-2 0 1 16,-6 0 7-16,0 12 2 16,-3 6-5-16,3 2 3 15,-5 2-10-15,-1 1 3 16,1-1 0-16,-6 0 1 16,3 1 2-16,-3-6-8 15,0-2-2-15,0-8 11 16,0-2-13-16,5-5-3 15,-3 0 7-15,7 0 5 0,-1 0 2 16,6-9-9 0,0-13 2-16,0-6 7 0,-1-2-6 15,1 0-1-15,1 3 2 16,-8 2-2-16,2 10 6 16,-7 7-9-16,1 7 3 15,-3 1 6-15,3 0-7 16,3 0-2-16,0 0 8 15,-1 1 0-15,5 10-1 16,2 1-4-16,6-5 2 16,3 1 8-16,3-1-11 15,3-2 4-15,4-2-1 0,5-3 0 16,5 0 4-16,4 0-7 16,2 0-1-16,-1 0 9 15,-4 0-8-15,-1-5 0 16,-10-2 0-16,-10-4 2 15,-12 3 3-15,-9-3-4 16,0 0-3-16,0 3 12 16,-16 0-9-16,-9 5 9 15,0 3-2-15,-3 0-2 16,3 0 7-16,0 7-10 16,7 5 0-16,-3 6 9 15,8 2-12-15,4 1 4 16,7-2-2-16,2 0 0 15,0 3 6-15,0-8-9 16,13-2-5-16,12-2 22 0,0-6-20 16,4 0 9-16,0-4-25 15,5 0-36-15,-4 0-60 16,6 0-155-16</inkml:trace>
  <inkml:trace contextRef="#ctx0" brushRef="#br0" timeOffset="5310">2306 1211 217 0,'0'0'34'0,"0"0"-24"0,0 0 28 15,0 0-3-15,6 4-8 16,-2 10-5-16,2-2 7 16,-3-1 2-16,-1 5-15 15,-2-2 5-15,0 4-20 16,0-4-3-16,0 0 10 16,0-2-11-16,0-4 0 15,0-1 0-15,0-2-6 16,0-3 3-16,0 1-7 15,0-3 13-15,0 0 14 0,0 0-14 16,0-5 2-16,0-15 1 16,14-8-3-16,3-2 9 15,2 0-9-15,1 7 5 16,-4 5 2-16,-7 8-5 16,-7 5 2-16,-2 5-1 15,0 0-2-15,2 0-1 16,2 0-1-16,1 0-1 15,4 11 10-15,-4 2-8 16,1 2 4-16,-3 2 0 16,-3 5-2-16,2-4 5 15,-2 2-9-15,0-2-1 16,2-6 8-16,-2-5-7 16,0-1 3-16,4-3-5 0,-4-3 7 15,3 0-3-15,2 0-3 16,6 0 1-16,6-9 9 15,2-15-11-15,3-1 6 16,3-1-4-16,-5-3-2 16,-2 7 6-16,0 6-11 15,-13 5 3-15,0 5 13 16,-5 6-8-16,0 0-1 16,0 0 6-16,6 0 0 15,-1 17 6-15,1-1-11 16,6 2 0-16,-5 1 9 15,4-4-11-15,0 2 7 16,0-2-4-16,0-4-2 0,-2-1 4 16,2-6-10-16,-4-1 2 15,5-3 6-15,-1 0-5 16,2 0-5-16,2 0-24 16,4-7-40-16,4-11-15 15,-2-2-13-15,5 0 25 16,-8-5 9-16,-2 3 20 15,-7 2 110-15,-3 6-1 16,-6 6-7-16,0 5 35 16,0 3-30-16,0 0-34 15,0 0-8-15,0 0 4 0,0 0 16 16,0 0 5-16,0 15-23 16,0 0 1-16,0 3-12 15,0 0-5-15,0-2 4 16,0 1-9-16,0 1 4 15,0-6-5-15,0-1-6 16,0-4-1-16,0-2-33 16,3-5-42-16,2 0-73 15</inkml:trace>
  <inkml:trace contextRef="#ctx0" brushRef="#br0" timeOffset="5516">2919 1044 172 0,'0'-7'51'0,"0"4"-30"16,0 3-17-16,0 0 12 15,0 0-9-15,0 0-22 16,0 0-30-16,0 10-58 15</inkml:trace>
  <inkml:trace contextRef="#ctx0" brushRef="#br0" timeOffset="6314">3183 1166 132 0,'11'-11'41'0,"-7"4"-19"16,-4 4 30-16,0-3 39 15,0 6-54-15,0 0-21 16,0 0-2-16,-11 0-12 16,-4 0 1-16,1 0 12 15,-4 8-6-15,0 6 2 16,0 2-6-16,-2 0-3 15,7 2 11-15,-2 0-14 16,7-3 0-16,6 0 4 0,2 0-7 16,0-7-1-16,0 8 1 15,10-4 3-15,13-2 2 16,2-2-13-16,5-4 0 16,0-4-15-16,0 0-4 15,4 0-10-15,-7 0 1 16,2-7 17-16,-8-8 11 15,-1 0 2-15,-4 0 5 16,-3 0 8-16,-2-3-8 16,-2 1-11-16,-4 2-8 15,-1 1 15-15,1 3 15 16,1 2-6-16,-3 1 13 16,4 4 22-16,-4 1-3 0,3 3 1 15,-6 0-17-15,0 0 6 16,0 0 10-16,0 0-17 15,2 5 2-15,2 9 3 16,-4 8-15-16,0 0 0 16,0-1-5-16,5 4-1 15,1-2 8-15,1-3-14 16,2-6 6-16,-4-2 6 16,4-4-8-16,-7-2 3 15,1-4-4-15,-3-2 0 16,0 0 10-16,0 0-10 15,0 0 7-15,0 0 3 16,0 0-10-16,0-18 8 0,-3-2-7 16,1-2 3-16,-3-1 3 15,5 5-9-15,0 0 5 16,0 6 5-16,0 3 1 16,0 8 2-16,0 1-5 15,0 0-6-15,0 0 13 16,10 0-12-16,12 0-1 15,6 0 9-15,5 0-13 16,-2-4-1-16,1 3-8 16,-1-5-26-16,-4 5-17 15,-4-5-59-15</inkml:trace>
  <inkml:trace contextRef="#ctx0" brushRef="#br0" timeOffset="6713">3838 1169 133 0,'0'-3'172'16,"-11"3"-161"-16,-5 0 8 15,5 0 14-15,-1 3-20 16,4 9-13-16,3 0 5 16,-4 2-4-16,-2-2 4 15,0 2 24-15,-3 5-14 16,0 3 1-16,1-1 1 15,7-2-16-15,6-1 2 16,0-2-8-16,0-6 1 0,6-6 8 16,13-1-8-16,9-3-2 15,-1 0 8-15,-2 0 0 16,-3 0-1-16,1-13-1 16,-4-2-1-16,-2-2 12 15,-7 1-10-15,-7 0 5 16,-3-2 10-16,0 0-11 15,0 1 8-15,-9 2-10 16,-1 6 0-16,-4-1 1 16,2 8-11-16,-1 2 1 15,-3 0-14-15,1 0-60 16,8 0-76-16</inkml:trace>
  <inkml:trace contextRef="#ctx0" brushRef="#br0" timeOffset="7192">4185 1139 18 0,'7'-15'145'16,"1"8"-138"-16,-6 1 15 15,-2 4 20-15,0 2 35 0,0 0-21 16,-8 0-32 0,-17 0-2-16,-5 8 10 0,-3 6-13 15,6 2-4-15,4-4-9 16,10 2-6-16,1-2 7 16,10 2-11-16,-2-5 0 15,4 2 6-15,0-1-7 16,0-4 8-16,12 4-1 15,7-3-7-15,0 0 13 16,3-1-10-16,1-1 2 16,-4 2 5-16,-2-2-7 15,-1 1 8-15,-3 1-10 0,4-2 3 16,-5 2 10-16,-1-2-14 16,-6 1 6-16,-5-4 3 15,0 3-6-15,0-2 8 16,-5 4 5-16,-20 2-14 15,-6 2 12-15,4-1-15 16,5-5-4-16,-1-3-9 16,7 0-21-16,-1-2-26 15,7 0-106-15</inkml:trace>
  <inkml:trace contextRef="#ctx0" brushRef="#br0" timeOffset="8010">4500 1147 210 0,'0'-6'114'0,"0"6"-107"16,0 0 30-16,-2 0 3 16,-7 0-17-16,2 0-7 0,-8 10-7 15,-1 2 12 1,-7 3-14-16,-6 0 1 16,1 6-4-16,3-5-3 0,8 1 1 15,6 1-2-15,6-1-1 16,5 1 11-16,0 0-15 15,0-4 10-15,0-4-4 16,14 0-1-16,5-2 1 16,6-6-3-16,0 1-2 15,3-3 11-15,-4 0-15 16,-5 0 4-16,1 0 6 16,-4 0-8-16,-1 0 6 15,-1-5 0-15,-1-7-3 16,3-1 10-16,4-4-13 15,-4-1 5-15,-5 0 4 0,-2 1-3 16,-7 2 4-16,-2 3-2 16,0 4 0-16,0 7 13 15,0 1-12-15,-6 0-1 16,-7 0 0-16,-1 1-1 16,3 16-1-16,4 1-1 15,3 3 2-15,4-2 6 16,0-2-12-16,0-2 1 15,0 0 6-15,4-5-5 16,17-2 4-16,7-6-8 16,4-2 2-16,4 0 10 15,-3 0-10-15,-8 0 4 0,-5 0-2 16,-6 0 4 0,-7 0 3-16,2-7-5 0,-6 0-1 15,-3-2 10-15,0 0-11 16,0-1-1-16,0-2 4 15,0-2-3 1,-8 0 2-16,-5 4-1 0,-5 4-1 16,0-3 10-16,-3 3-14 15,6-1 6-15,-3 2 2 16,5 3-7-16,-1 2-4 16,0 0-8-16,3 0-12 15,-5 0-12-15,3 0-49 16,4 0-26-16,9 7-71 0</inkml:trace>
  <inkml:trace contextRef="#ctx0" brushRef="#br0" timeOffset="8394">4856 1220 82 0,'9'0'80'16,"0"0"-71"-16,-4 0 24 0,6 9 4 15,0 0-13-15,-2 3 6 16,2 1-8 0,-6 4 10-16,-3 1 16 0,-2 4-28 15,0 0-12-15,3-2-3 16,0 0-1-16,3-2 2 15,0-1-5-15,1 0 1 16,-5 0 7-16,2 3-11 16,-1 3 8-16,-3 0-7 15,0-3 1-15,0-1-1 16,0 0-5-16,0-3-1 16,5-3 10-16,-2-4-10 15,0-1 1-15,0-2-12 16,-1-5-22-16,-2 2-36 15,0-3-63-15</inkml:trace>
  <inkml:trace contextRef="#ctx0" brushRef="#br0" timeOffset="9087">4959 1320 177 0,'0'-15'17'16,"0"5"-13"-16,0 3 8 15,0 1 23-15,8 1-11 0,9 2-3 16,2-6 4 0,3 4-21-16,-2 1 7 0,2 0-1 15,-3 2 4-15,3 2 7 16,-2 0 11-16,-1 0-5 15,-4 0 12-15,0 9-29 16,-4 2 4-16,-3-1-9 16,1 2-2-16,-7 1-1 15,-2 0-4-15,0-1 2 16,-2-2 21-16,-23 2-14 16,-11-2-4-16,-3 0 0 15,-5-3-2-15,6 2 1 16,-3-8-3-16,10 2-3 15,6-3 6-15,14 0-17 16,8 0 2-16,3 0-9 0,3 0-1 16,24-7 10-16,7-6-11 15,-1 6 4-15,-3-3 7 16,-8 4-44-16,-2 5 31 16,-2-3 17-16,3 0 3 15,-3-1 3-15,2-2 2 16,-4-1 6-16,1 2 15 15,-3 2-8-15,-3-1 10 16,0 4 9-16,3-3-5 16,0 2 2-16,1-1-2 15,3 3-9-15,-4 0 3 0,-1 0-16 16,-4 0 5-16,-6 3 0 16,-3 11 5-16,0 9-3 15,0-3-8-15,0-3-5 16,0 0 12-16,0-6-16 15,0-3 6-15,0-1-7 16,0-5-10-16,0-2-9 16,0 0-67-16,0 0-15 15,0 0-94-15</inkml:trace>
  <inkml:trace contextRef="#ctx0" brushRef="#br0" timeOffset="9280">5288 1117 109 0,'0'-13'206'0,"0"6"-196"0,0 1-7 16,0 6 23-16,0 0-19 15,3 0-11-15,5 0-3 16,-3 0-41-16,0 0-77 15</inkml:trace>
  <inkml:trace contextRef="#ctx0" brushRef="#br0" timeOffset="9817">5583 1244 114 0,'0'0'46'0,"0"0"-41"16,0 0 9-16,0 0 19 15,0 0 5-15,0 0 22 16,0 0 10-16,0 0-23 0,0 0 5 16,0 0-38-16,-2 0-11 15,-9 1 0-15,-1 4-4 16,6 1 5-16,1-3-9 16,5-2 4-16,0-1 6 15,0 3-3-15,0-3-2 16,0 2 4-16,-6 3-3 15,4 0 4-15,-1 0-8 16,3 1 1-16,-2-2 6 16,2-2-6-16,-3 4-1 15,3 0 4-15,-3-3 0 16,-3 4 5-16,-5 7-10 0,0-2 1 16,0 0 7-16,2 3-7 15,6-3 3-15,3-2-4 16,0 1-3-16,0-3 8 15,0-1-8-15,18 0 4 16,7-5 5-16,0 1-13 16,4-3-21-16,5 0-68 15,4 0-85-15</inkml:trace>
  <inkml:trace contextRef="#ctx0" brushRef="#br0" timeOffset="10974">301 2073 82 0,'11'-7'30'0,"3"-2"-31"15,-11 9 15-15,-3 0 7 16,0 0-9-16,0 0-8 16,0 0 15-16,0 0-12 15,0 0-4-15,0 0 4 16,0 0-9-16,0 0-5 16,0 0-106-16</inkml:trace>
  <inkml:trace contextRef="#ctx0" brushRef="#br0" timeOffset="19436">508 1921 140 0,'6'-7'43'0,"-6"2"-34"0,0 0 14 15,0 5-1-15,0 0-15 16,5 0-1-16,-5 0 0 16,4 0-1-16,-4 0 5 15,0 0 0-15,0 0 8 16,0 0 20-16,-4 0-3 16,-9 3-15-16,-10 1-12 15,4 4 3-15,0-2 0 16,0-3-2-16,2 6-9 15,0-5 10-15,2 4-10 16,-3 0 4-16,2-1-4 16,2 5 4-16,5-3 2 15,5-4-8-15,0 0-1 0,4 0 8 16,0 4-10-16,0-1 10 16,4 4-1-16,12-2 0 15,2 1-2-15,5-1-5 16,2 3 3-16,-1-1 5 15,-1 1-7-15,-4 3 2 16,-7-8-1-16,-5 5-1 16,-3-3 5-16,-4-5-8 15,0 3 7-15,0 2 16 16,-4-8-11-16,-9 3 5 0,-6 0-7 16,-4-2 0-1,-7 2-2-15,0-5-8 0,-3 0 0 16,3 1 7-16,1-1-11 15,10 0-3 1,8 0-15-16,9 0-2 0,2 0-54 16,0 0-26-16,7 0-69 15</inkml:trace>
  <inkml:trace contextRef="#ctx0" brushRef="#br0" timeOffset="19959">701 1852 45 0,'0'-17'156'0,"0"6"-142"16,0 9 31-16,0-1 6 0,0 3-27 15,0 0-4 1,0 0 2-16,0 0 6 0,0 0-1 15,0 0 3-15,0 0-8 16,0 0-15-16,0 5 5 16,0 20 11-16,0 5-12 15,0 0-5-15,0 2 4 16,0 3-4-16,0 0 3 16,0 1-9-16,0-5 1 15,0-1 7-15,-5-6-9 16,5 3 3-16,0-3 0 15,0-8-6-15,0-1 11 16,0-4-17-16,0-4-2 0,0-5 5 16,0-2-18-1,0 3-2-15,0-3-26 0,0 0-68 16,0 0-55-16</inkml:trace>
  <inkml:trace contextRef="#ctx0" brushRef="#br0" timeOffset="20974">582 2108 165 0,'0'-8'39'0,"0"6"-35"16,0-6 26-16,0 2 9 15,20-3-25-15,3 3-6 16,-5-3 2-16,4 6-10 16,1 3 3-16,-7 0 3 15,6 0-5-15,1 0 10 16,-1 0-15-16,3 0 6 16,2 0 4-16,-2 0-6 15,2 0 8-15,2 9 7 16,-2-2-1-16,0 0 3 15,1 5-6-15,-6 1 2 16,-5 2 13-16,-9 0-19 16,-4-3 0-16,-4 3-1 0,0 3 3 15,0-3-9 1,-7 3-4-16,-7-10 4 0,6 5 6 16,-3-10-9-16,6-1 10 15,-1-2-6-15,3 0-7 16,0 0 5-16,3-7-3 15,0-12-6-15,0 1 19 16,0 0-12-16,0-1 4 16,0-1-3-16,9 2 1 15,-1 3 7-15,-4 6-10 16,-2 0 5-16,3 2 7 16,3 0-8-16,6 3 2 0,2 1-2 15,4-1-1 1,0 2 6-16,-1 2-10 0,0 0 4 15,-5 0 11-15,-1 0-10 16,-1 10 2-16,-3-2 1 16,-5 4 1-16,-1 0 5 15,1 3-12-15,0 0 5 16,-1-2 2-16,3-4-5 16,0-4 2-16,0 1-5 15,-2-3 2-15,-4-1 8 16,3 0-9-16,-1 3-2 15,2-5 10-15,-2 3-11 16,4 0-4-16,5-3 5 0,2 0-1 16,7 0 4-1,2 0-13-15,-3-11 0 0,-2-2 14 16,-3 1-4-16,-5-3 6 16,-4 0-2-16,0-2 0 15,4 4 7-15,-3-1-10 16,-4 7 4-16,1 1 9 15,-1 3-5-15,-2 3 8 16,0 0-3-16,0 0 0 16,0 0 6-16,0 0-17 15,0 0 3-15,0 0 7 16,0 0-2-16,0 12 4 0,0 9-1 16,0 4-6-1,0-2 7-15,0-3-10 0,6 2 1 16,2-4 2-16,3-3-6 15,8-7-8-15,7-1 11 16,12-7 3-16,3 0 2 16,6 0-13-16,-2 0-12 15,-9-3 3-15,-11-9-32 16,-7 1-17-16,-7-2-40 16,-7 4-16-16</inkml:trace>
  <inkml:trace contextRef="#ctx0" brushRef="#br0" timeOffset="21664">1931 2057 173 0,'-3'-3'60'16,"-6"-3"-40"-16,0 6 29 15,-4 0-28-15,-3 0-14 0,-6 0-6 16,-1 0 0 0,4 0 9-16,0 9-5 0,5 4 11 15,3 2 4 1,5 0-7-16,1 0 8 0,5 2-16 15,0-2 2-15,0-3 7 16,0-1-12-16,0 2-6 16,11-1 13-16,5-2-6 15,6-1 3-15,3-5-5 16,3-4 1-16,3 0 2 16,5 0-18-16,-4 0-2 15,2-13 5-15,-4-4 2 16,-3-1 0-16,-4-2 7 15,-4 0-1-15,-6-5 8 16,2 0-9-16,-7-5 2 0,0-2 4 16,1 2-9-16,-7 0 4 15,1 9 6-15,-3 0 0 16,0 9 6-16,0 3-7 16,-3 3 7-1,-13 6 2-15,-4 0-9 0,1 0 3 16,2 0 3-16,9 0-5 15,5 0 4-15,3 8-5 16,0 4 4-16,0 4 12 16,0-2-9-16,3 5 0 15,5 4 0-15,1 2-5 16,-4 5 6-16,-2 3-11 0,-3-4-2 16,3 1 13-1,2-4-15-15,-2-5 0 0,3-1-3 16,-4-5-5-16,-2-4 0 15,0 0-39-15,0 0-40 16,0-5-41-16</inkml:trace>
  <inkml:trace contextRef="#ctx0" brushRef="#br0" timeOffset="23014">1942 2152 188 0,'13'-10'10'0,"10"0"14"0,2 4 16 16,-4 0-22-16,-6 3-8 15,-4 1-3-15,2 2-1 16,3-1 8-16,1-5-9 15,5 3-4-15,0-2 3 16,6 1-5-16,2 4 1 16,-3-4 1-16,1 4-3 15,-3 0 8-15,-6 0-2 16,-7 0 30-16,-5 0 20 16,-3 0-12-16,-4 6-19 0,0 11-10 15,0 3-5-15,0-3 1 16,2 3-10-16,1-3-1 15,3 1 7-15,-4-4-8 16,4-3 2-16,3 0-2 16,-1-6-6-16,2-2 18 15,5-3-17-15,3 0 4 16,2 0 5-16,2 0-7 16,-3 0 2-16,-2-8-1 15,-3-6-1-15,-3 3 14 16,-3-5-12-16,1 2 2 15,-5-6 5-15,3 4-4 16,-5 2 4-16,-2 2-1 16,0 1-2-16,0 4 13 15,0 4-15-15,0 0 2 0,0 3 8 16,0 0-13-16,0 0 9 16,0 6 1-1,0 12-4-15,0-2 14 0,0 0-15 16,0-2-3-16,0 2 11 15,2-2-9-15,7 2 1 16,3-5-5-16,3-3-6 16,3-6 23-16,-2-2-20 15,7 0 2-15,-5 0 12 16,4 0-10-16,1-11 5 0,-8-7-5 16,6 3 0-1,-8 0 10-15,-2 3-12 0,-2-2 4 16,-4 5 7-16,-3 4-8 15,-2 3 6-15,0 2-7 16,0 0-4-16,0 0 16 16,0 0-10-16,3 12 0 15,1 8 7-15,-2-2-4 16,3-1 1-16,4 6-4 16,-3-7-1-16,-3-1 11 15,-1-5-16-15,3-1 5 16,-1-6 5-16,-2-3-6 15,0 0 5-15,-2 0-4 16,0 0 2-16,0 0 10 16,0 0-13-16,0 0 2 15,0-7 8-15,0-12-8 0,0-2 3 16,0 1-2-16,0 1-5 16,0-1 16-16,0 7-14 15,0-2 2-15,0 6 13 16,0 6-6-16,0 0 5 15,0 1-8-15,0 2-6 16,9 0 16-16,5 0-17 16,5 0 2-16,0 0 4 15,4 0-4-15,-1 0 6 16,3 2-6-16,2 1-3 16,1-3 14-16,5 0-17 0,3 0 0 15,0 0 8-15,-3 0-8 16,-3-13 1-16,-8 6 2 15,-8-3 3-15,-9 3 12 16,-5-4-10-16,0 4 4 16,0 0 8-16,0 3-12 15,-14 1 0-15,-4 3 3 16,-5 0-2-16,-2 0 14 16,1 9-17-16,2 6 2 15,-1 3 7-15,7 0-7 16,2-2 5-16,6 4-7 15,3 1 2-15,1-2 9 16,4-3-12-16,0 0 1 0,0 1 1 16,0-4 8-16,23-3-5 15,-4-3-4-15,9 1 3 16,-1-6 8-16,1-2-18 16,2 0 5-16,-5 0 1 15,2 0-4-15,-7 0-15 16,-4 0-51-16,-2 0-61 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6:14.3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39 1034 80 0,'8'0'14'16,"-5"0"-9"-16,0 0-9 15,2 0 2-15,3 0 10 16,-1 0-10-16,-3 0 5 16,-4 0-1-16,0 0 1 15,0 0 22-15,0 0-8 16,0 0 4-16,0 0-5 0,0 0-4 16,-4 0 1-16,-7 0 7 15,-4 0-7-15,5 0 12 16,-1 0-16-16,2 0 2 15,4 0 9-15,-2 0-12 16,7 0-1-16,0 0-4 16,0 0-3-16,0 0 13 15,0 0-5-15,0 0 12 16,0 0-1-16,0 0-6 16,0 0-2-16,0 0-3 15,0 0 2-15,0 0 1 16,0-3-10-16,0 3 2 15,0-2 2-15,0-1-2 0,0-1-2 16,23-5-2-16,-1 2-2 16,3 2 11-16,5-2-11 15,-5 2 1-15,8 2 3 16,3-3-1-16,5-2 1 16,3 0-1-16,1 0-5 15,-1 3 13-15,-8 4-13 16,-3-3 2-16,-5 4 6 15,-4 0-5-15,1 0 4 16,-2 0-5-16,-4 0 0 16,0 0 10-16,0 0-11 15,-2 5 3-15,-4 0 2 0,1 1-1 16,3-4 0-16,-3 1 1 16,2-1-4-16,-5-2 9 15,3 3-10-15,-5-3 3 16,-1 0 2-16,-5 0-2 15,-1 0 1-15,-2 0-3 16,0 0-7-16,0 0-25 16,0 0-127-16</inkml:trace>
  <inkml:trace contextRef="#ctx0" brushRef="#br0" timeOffset="525">127 1101 140 0,'-11'0'62'16,"8"0"-54"-16,1 0-10 16,2 0 3-16,0 0 13 15,0 0-6-15,0 0 1 16,0 0-2-16,2 0 7 0,15 0 9 16,2 0-10-16,4 0 3 15,2 0 4-15,2-3-6 16,6 1 0-16,0-3-6 15,9 2-6-15,-4 0 7 16,3 1-9-16,4-2 1 16,-4-2 3-16,-2 3-3 15,0-4 0-15,-7 5-2 16,-4 2-1-16,0 0 9 16,-6 0-11-16,0 0 4 15,-3 0 0-15,-2-3 0 16,2 3 1-16,-5 0-3 15,-1-2-1-15,-4 2 7 0,-3 0-11 16,-3 0 4 0,-1 0 3-16,-2 0 1 0,0 0-3 15,0-3-43-15,0 3-104 16</inkml:trace>
  <inkml:trace contextRef="#ctx0" brushRef="#br0" timeOffset="1124">812 800 139 0,'-14'0'24'0,"9"-3"-14"16,-1 1 25-16,4 2 1 16,-1 0-11-16,3 0-13 15,0 0-3-15,-3-3 21 16,3 2 3-16,0 1-6 16,0 0-3-16,0 0-3 15,0 0-6-15,0 0-7 16,0 0-3-16,0 0 8 15,0 0-13-15,0 0 2 16,10 0 3-16,10 0-5 0,0 0 3 16,-1 6-5-16,1 10-3 15,-4-2 13-15,-3 1-11 16,-2 0 3-16,-2 0 0 16,3-3 0-16,-5 1 1 15,1 1-1-15,1-4-5 16,-1 6 13-16,2-3-11 15,2 4 2-15,-1-1 2 16,0 5-2-16,-2-2 2 16,-7 4-6-16,-2 1 2 15,0-1 13-15,-6 2-13 16,-18 0 2-16,-4 1 3 16,1-5 0-16,4-6-1 0,10-3-5 15,-1 0 0-15,8-11 12 16,3 2-13-16,3-3 6 15,0 0-5-15,0 0 2 16,0 0-7-16,0 0-66 16,0 0-123-16</inkml:trace>
  <inkml:trace contextRef="#ctx0" brushRef="#br0" timeOffset="2533">1607 144 71 0,'0'0'68'0,"0"0"-63"15,0 0 13-15,-3-4 23 0,1 4-11 16,2 0-12-1,0-3-9-15,-3 3 5 16,3-3-3-16,0 3 21 16,0 0-9-16,0-2 0 0,-4 2 0 15,4 0-12-15,0 0-1 16,0 0 6-16,-2 0-12 16,2 0 0-16,0 0 0 15,0 0-3-15,0 0 3 16,0 0-5-16,0 0 5 15,-2 17 5-15,2 7-9 16,0 4 4-16,0 1-3 16,0-1 0-16,0 5 5 15,0 2-5-15,0 4-2 0,0 1 7 16,0 5-9-16,0-1 5 16,0 4-1-1,0-3-3-15,0 1 8 0,0 7-10 16,0 1 3-16,0 3 6 15,0 3-6-15,0-3 1 16,0 1 1-16,0-7-2 16,0 2 4-16,8-4-4 15,-5-4-1-15,2 2 7 16,1-2-10-16,-1-3 8 16,4 0-5-16,-1-2 1 15,0 0 7-15,1-3-11 16,-1 0 1-16,-1-4 12 0,-1-1-11 15,0 0 3 1,0 0 2-16,1 1-5 0,0-1 8 16,-3-2-10-16,5-2 5 15,-4-3 4 1,4-3-5-16,-4-1 1 0,1-2 0 16,-4-5-1-16,1 4 3 15,0 0-3-15,-3-4-6 16,3 2 15-16,0-4-10 15,2-2 4-15,1-2-2 16,-4-2-3-16,4-3 7 16,2 2-10-16,-5-5-3 15,3 0 7-15,-1 0-25 16,-1 0-39-16,-2 0-66 0</inkml:trace>
  <inkml:trace contextRef="#ctx0" brushRef="#br0" timeOffset="3606">1825 0 152 0,'-8'0'19'16,"8"0"-18"-16,-3 0 25 16,0 0 9-16,3 0-4 15,-2 0-14-15,2 0-6 16,-7 0 29-16,-3 0-17 16,-9 0-23-16,-6 0 5 15,-2 0-8-15,-4 0 3 16,8 3-2-16,8 1 0 15,6 0 4-15,6-3-7 0,3-1 1 16,0 0 10-16,0 2-11 16,0 1 6-16,0 2 3 15,0 3 3-15,5-1 11 16,13-2-11-16,-2 0 3 16,8 0 12-16,4 3-12 15,7-1-6-15,8 0 0 16,7 1-6-16,1-3 9 15,10 0-10-15,3 4-1 16,5-3 9-16,3 1-7 16,7 1 4-16,11-3-5 15,0 5 0-15,5-3 11 16,2 3-12-16,-4 0 1 0,3 2 7 16,1-2-6-16,0 4 2 15,-3-2 0-15,-4 0-4 16,-2 0 10-16,-7-2-11 15,-4 0 4-15,-5 0 6 16,-3-1-9-16,-3-1 3 16,-2-5 3-16,-4-1-5 15,1-2 10-15,3 0-11 16,-7 0 1-16,8 0 11 16,-8 0-11-16,1 0 1 15,-2 0 4-15,-10 0-7 16,-7 3 12-16,-6 2-14 15,-11-3 7-15,-8 0 3 0,-3-2-4 16,-2 0 4-16,-1 0-8 16,0 0 5-16,3 0 8 15,-2 0-11-15,2 0-2 16,-4 0 10-16,2 0-8 16,-3 0 4-16,-1 0-4 15,-3 0 0-15,-2 0 6 16,3 0-13-16,3 0-7 15,-3 0-22-15,-1 0-53 16,-2 0-24-16</inkml:trace>
  <inkml:trace contextRef="#ctx0" brushRef="#br0" timeOffset="4268">4442 293 165 0,'0'-2'13'0,"0"-3"-8"0,3 2 16 16,-3 1 2-16,3 2-10 15,9 0-4-15,1-3 10 16,6 0-6-16,6-2 1 15,0-2-5-15,5 0-5 16,2-1 7-16,-3 3-12 16,1 0-1-16,-2 0 6 15,-1 3-6-15,1-3 4 16,5 0-2-16,-5 0 7 16,-3 5 3-16,-3 0-14 15,-11 0 2-15,0 0 4 16,-6 0-3-16,-5 0-1 15,4 0-6-15,-4 0-1 0,0 0 11 16,0 0-26 0,0 0 4-16,0 2-4 0,0 10-11 15,0-4-69-15</inkml:trace>
  <inkml:trace contextRef="#ctx0" brushRef="#br0" timeOffset="5436">1870 2009 105 0,'11'0'13'15,"0"0"13"-15,5-4 18 16,4-3-7-16,1 0-11 15,8-1 8-15,0 4-9 0,3-5-9 16,2 4-7-16,2 3-4 16,0 0-3-16,4 2 9 15,0 0-14-15,11 0 12 16,6 0 4-16,15 0-2 16,3 0-3-16,4 0-3 15,4-3-1-15,5 0 7 16,4 1-10-16,-1-1-2 15,-3 3 2-15,-5 0 3 16,-5 0-3-16,-7 0-7 16,-7 3 4-16,-3 7 10 15,-6 0-17-15,-4 2 9 0,8-2-1 16,-1-2 3 0,5-2-3-16,7-5-2 0,-2 2 0 15,4-1 12-15,0 4-13 16,0-2 1-16,0 1 3 15,-3 5 0-15,0-3 0 16,-6 1-1-16,1-1-2 16,-7 1 10-16,-4-3-14 15,-9-3 7-15,-1-2-3 16,-3 0 2-16,-6 0 1 16,-2 0-2-16,1 0-1 15,-1 0 9-15,4 0-12 16,-4-2 6-16,1-8-3 15,1 5-6-15,-4 0 5 16,-6 2-11-16,1 0-4 16,-5 3 10-16,-2-2-7 0,0 2 3 15,-7 0 1-15,-4 0 2 16,-3 0-2-16,-4 0-19 16,0 0-26-16,0 0 12 15,0 0-35-15</inkml:trace>
  <inkml:trace contextRef="#ctx0" brushRef="#br0" timeOffset="6186">5105 401 209 0,'-28'-18'16'0,"23"6"-18"16,5 1 3-16,0 6 20 16,0 5-2-16,0 0 9 15,0 0-23-15,0 0-1 16,0 0 1-16,-6 0 4 15,3 0 13-15,-2 0 11 16,-5 5-16-16,1 12-3 16,-3 1 1-16,7-3-8 15,3-5 1-15,2 2-2 0,-6 3-5 16,1 5 11-16,2 10-5 16,-3 7 2-16,6 8 0 15,0 8-3-15,0 3 1 16,0 6-4-1,0 9-2-15,12 5 7 0,-4 7-10 16,-1 0 2-16,-3 5 2 16,-2-4-2-16,-2-7 4 15,0-5-7-15,0-8 1 16,0-4 6-16,-8-3-6 16,-1 1 2-16,-1-4 0 15,-1-1 1-15,5-6 2 16,1-8-5-16,5-4-2 15,0-5 12-15,0-5-13 16,0-6 6-16,0-1-2 0,0-6 1 16,2-2 5-16,1-2-9 15,-1-2-2-15,2-5 12 16,-4-1-17-16,0 0 4 16,0 0-10-16,2 0-46 15,7 0-205-15</inkml:trace>
  <inkml:trace contextRef="#ctx0" brushRef="#br0" timeOffset="7342">2014 318 160 0,'-4'-18'5'15,"-7"1"-2"-15,6 9 20 16,2 6-2-16,3-1-4 15,0 3-9-15,0 0-1 16,0 0 13-16,0 0 3 16,0-2 10-16,-3 0 7 15,3 2-14-15,0 0-5 16,0 0-11-16,0 0-1 16,0 0 12-16,0 2-13 15,0 18 4-15,0 5-2 16,0 3-8-16,0-2 4 15,0 2-7-15,0 0-2 0,0-4 11 16,0 1-12-16,0-3 5 16,0 1-1-16,0-1-3 15,0-1 7-15,0-5-7 16,0 4-2-16,0-7 10 16,0-1-10-16,0-5 0 15,0-3-5-15,0-3-8 16,0-1-16-16,0 0-69 15,0 0-82-15</inkml:trace>
  <inkml:trace contextRef="#ctx0" brushRef="#br0" timeOffset="7956">2159 355 56 0,'0'0'70'16,"0"0"-55"-16,-10 0 14 15,-1 0 9-15,-1 10-15 16,1 0-14-16,0 0-4 0,0 2 4 16,6-2 1-16,-4 0-7 15,-2 4-2-15,6-5 5 16,-6 3-2-16,0 0 1 16,0 3-4-16,-3 0 0 15,3-2 6-15,5-1-9 16,1-4 0-16,2-4 6 15,3-1-5-15,0-1 2 16,0-2-2-16,0 0 2 16,0 0 6-16,0 0-9 15,0 0 0-15,0 0 10 16,0 0-8-16,0 0 7 0,0 0 8 16,0 3 15-16,0 2-7 15,14 0-20 1,2 0 0-16,6-2 1 0,-2 1-9 15,1-1 7-15,-3-1-8 16,-5 4 2-16,-2-2 9 16,-3 1-10-16,1 1 2 15,-1 0 6-15,0 3-10 16,1 0 4-16,-1 0-15 16,3-1-9-16,-3 0-5 15,-2-3-34-15,-1 0-29 16</inkml:trace>
  <inkml:trace contextRef="#ctx0" brushRef="#br0" timeOffset="8276">2430 492 165 0,'0'0'10'0,"0"0"10"16,0 0 19-16,0 0-6 16,0 12-5-16,0 3-7 0,0 0 5 15,0 0-3-15,0 0-8 16,0-5-8-16,0 3-7 15,0-7-3-15,0-1 10 16,0-1-18-16,0-4-1 16,0 0-11-16,0 0-37 15,0 0-11-15,0 0-99 16</inkml:trace>
  <inkml:trace contextRef="#ctx0" brushRef="#br0" timeOffset="8525">2491 288 83 0,'0'-5'103'16,"-4"3"-90"-16,2-1 3 15,2 3 29-15,0 0-28 16,0 0-17-16,0 0 5 16,0 0-9-16,0 0 3 15,0 8-20-15,0 6-46 16,0-1-84-16</inkml:trace>
  <inkml:trace contextRef="#ctx0" brushRef="#br0" timeOffset="9151">2591 549 175 0,'-3'3'20'0,"-1"-3"-7"16,4 0 17-16,-2 2-8 0,-1 5-11 15,-3 6 12-15,6 4-14 16,-3-2-4-16,3 0-2 16,0-3 3-16,-2-4-1 15,2 1-3-15,0-6 1 16,-3 2 5-16,3 0-10 15,0 0 2-15,0 0 0 16,0 0-2-16,0 0-2 16,0-2-3-16,0-1 6 15,3-2 7-15,2 0-9 0,-2 0 1 16,0 0 6-16,-3 0-4 16,3-7 2-16,-3-6-3 15,6-4-2-15,1-2 11 16,2 1-14-16,2-3 5 15,-6 9 2-15,-2 3-1 16,5 1 2-16,-2 4-3 16,2 4 1-16,1 0 8 15,-1 0-9-15,-3 0 11 16,1 0 7-16,-3 12 0 16,-1 6 1-16,4-4-8 15,0 2-4-15,-2-4 9 16,3 0-17-16,-3-5 4 0,3 2 0 15,1-1-2-15,2-3 0 16,1 0-2 0,3-2-5-16,4-1 1 0,0-2-36 15,10 0-37-15,5 0-39 16</inkml:trace>
  <inkml:trace contextRef="#ctx0" brushRef="#br0" timeOffset="9990">2960 614 106 0,'-3'9'38'15,"3"-4"-33"-15,0-1 6 16,0-3 1-16,0-1-9 16,0 0 4-16,8 0 3 15,3 0-4-15,0 0 3 16,1 0 2-16,-1-10 9 15,-3-2 3-15,-3-1-16 0,-2 2-6 16,-3 0 7-16,0 1-7 16,0 5 2-16,0 4-2 15,0-2 14-15,0 3 29 16,0 0-25-16,-10 0-11 16,-10 0 7-16,0 0-13 15,1 17 1-15,2 0 2 16,4 1-1-16,1-1-1 15,7 1-2-15,1-4-2 16,4 4 9-16,0-1-14 16,0-2 6-16,0 0 0 15,9-3 0-15,14-4 0 0,8-3-5 16,-1-5-1 0,6 0 2-16,0 0-20 0,-6-8 3 15,-3-7 10-15,-2-4 2 16,-2-1-2-16,-5-3 1 15,2-2 1-15,-6-4 9 16,2-6-11-16,-3-5-5 16,-1-3 1-16,-3-1 12 15,-1 2 0-15,-3 9 2 16,-3 11 0-16,-2 9 12 16,0 9 0-16,0 4 13 15,0 0 7-15,0 0-6 16,-4 0-5-16,-13 17-6 15,6 5 7-15,3 3 0 16,3 3-16-16,5-1 2 0,0 6 0 16,0-1 0-16,0 0 0 15,0-2-3-15,0 0-5 16,5-6 9-16,3-1-13 16,-3-3 4-16,-5-1 2 15,3 2-3-15,-3-6 4 16,0 0-6-16,0-4-7 15,0-3-6-15,0-5-46 16,3-1-57-16,-3-2-50 16</inkml:trace>
  <inkml:trace contextRef="#ctx0" brushRef="#br0" timeOffset="10350">3187 644 143 0,'-6'0'14'0,"6"0"-6"15,0 0 4-15,16 0 6 16,15 0-12-16,5-11 1 16,-3-1 7-16,-3 2 9 15,-5 1-4-15,-3 3-15 16,-8 1 0-16,-1 5 13 0,-1 0 4 15,-3 0 4-15,-3 5-1 16,1 13 5-16,-2 1-1 16,1 4-14-16,-3-1-3 15,-1 3 4-15,1-3-12 16,3-1 1-16,-2-5-2 16,3 0-1-16,1-7 1 15,-5-1-6-15,2-3-4 16,1-3 5-16,1-2-27 15,2 0-60-15,0 0-84 16</inkml:trace>
  <inkml:trace contextRef="#ctx0" brushRef="#br0" timeOffset="10537">3597 461 162 0,'-11'-9'106'16,"9"7"-104"-16,2-3 8 16,0 2 15-16,0 3-18 15,9 0-9-15,4 0-9 16,-4 0-38-16,-2 0-51 16</inkml:trace>
  <inkml:trace contextRef="#ctx0" brushRef="#br0" timeOffset="10904">3840 604 95 0,'-4'2'41'16,"-5"3"-22"-16,-5 0 18 16,-2 0 12-16,-2 2-26 15,3 3-4-15,-3 2-8 16,2-2 0-16,0 6 2 0,5-2-11 16,2 4 11-16,7-1 2 15,-1-2-11-15,3 0-1 16,0-2 5-16,0 2-2 15,8-6 5-15,14 1-5 16,9-4-5-16,-2-1 4 16,7-5-10-16,3 0 2 15,-6 0-26-15,6 0-54 16,-6-8-48-16</inkml:trace>
  <inkml:trace contextRef="#ctx0" brushRef="#br0" timeOffset="11339">4191 500 43 0,'-8'0'104'0,"6"0"-92"16,2 0 10-16,-3 2 34 15,-3 5 2-15,0 3 6 16,0 7-23-16,2 7-22 15,1 3-1-15,-3 2 0 16,6 5-8-16,0-3-1 16,0 1-6-16,0-2 1 15,0-5-1-15,0-2-7 16,0-4 2-16,0-2 7 16,0-4-9-16,0-1 2 15,0-2-5-15,0-5-9 0,0 0-17 16,0-5-68-1,2 0-24-15</inkml:trace>
  <inkml:trace contextRef="#ctx0" brushRef="#br0" timeOffset="12178">4338 447 147 0,'0'-2'12'0,"-3"2"17"15,3 0 8-15,0 0 7 16,0 0 19-16,0 0-17 0,0 19-8 16,0 9-18-16,-6 7-7 15,4-1 1-15,-1 1-13 16,-1 1 2-16,4-5 5 15,0 1-6-15,0 1 0 16,0-6-1-16,0 1-3 16,7-9 8-1,1 1-10-15,0-5 2 0,-2-5 5 16,-1 0-5-16,-3-5 0 16,2-2 1-16,-1-1-8 15,-1-2 9-15,4 0-4 16,2 0 0-16,3 0 7 15,5-10-10-15,2-10 1 16,-3 0 6-16,-1-2-3 0,-3 0 7 16,-2 2-7-16,-1 2 1 15,0 3 9-15,-5 8-10 16,1 0 6-16,-2 7-6 16,-2 0 7-16,0 0 0 15,0 0-5-15,0 0 3 16,0 17 13-16,0 3-10 15,0-1-5-15,0-1-1 16,0-1 0-16,5-1 8 16,6-7-12-16,0-1 2 15,3-1 7-15,6-7-6 0,2 0 5 16,1 0-7 0,1 0 1-16,-3 0 8 0,-1-15-14 15,-4 1 0-15,2-3 6 16,-7-4-5-16,-1-1 4 15,-4 2-6-15,-1 0-2 16,-5 5 14-16,0 3-7 16,0 7-2-16,0 2 15 15,0 3-9-15,-3 0 3 16,-11 0-2-16,3 0 0 16,-2 3 7-16,1 9-7 15,1 3 6-15,3 0 0 0,6 2-4 16,-1 1-4-1,3-1 1-15,0 0 4 16,0 1-1-16,0-1-7 0,0-4 6 16,11-3 2-1,2-3-7-15,8-2 4 16,-3-5-5-16,4 0-25 0,6 0-35 16,-3 0-61-16,5-10-34 15</inkml:trace>
  <inkml:trace contextRef="#ctx0" brushRef="#br0" timeOffset="13408">4959 693 114 0,'0'-3'77'0,"0"3"-46"16,0 0 0-16,0 0-1 16,-8 0-18-16,-3 0 6 0,-1 8 11 15,1 7 0-15,0 0-9 16,3 3-1-16,2 1-10 15,1-1 10-15,-1-1-19 16,4-2 3-16,2 0 3 16,0 0-12-16,0-6 6 15,0-1 2-15,13-5-7 16,5-1 12-16,3-2-11 16,1 0 7-16,1 0-2 15,-8-10-1-15,0-2 2 16,-7-1-1-16,-2-2 0 0,-4 0 9 15,-2 0-16-15,0-2 5 16,0 0 3-16,0 4-9 16,-16 1-15-16,-1 4 0 15,1 4 6-15,4 1 14 16,2 3-5-16,7 0-6 16,3 0-6-16,0 0-19 15,0 0 22-15,5 0 16 16,12 0 0-16,8-2 11 15,-4-1-11-15,2-2 0 16,1 0 7-16,-4 0-12 16,2 0 6-16,-1 3-1 15,-3 2 4-15,4 0 12 0,-3 0 5 16,-2 0-7-16,2 0 6 16,-6 12-14-1,-1 6 1-15,-6 1-4 16,-1 1-3-16,-3 0 7 0,2-3-11 15,-1-1 6-15,-3-2-1 16,2-4-2-16,-2-2 3 16,0-3-3-16,0-3-1 15,0-2 8-15,0 0-10 16,8 0 3-16,0 0 12 16,6-7-14-16,3-12 5 15,2-5-7-15,3 0-3 0,0-1 2 16,1 5-17-1,-10 5 6-15,-1 10 17 0,-4 5-1 16,-5 0-3-16,-1 0 1 16,0 5 2-16,-2 13 12 15,3-1-9-15,1 0 10 16,4-2 2-16,0-3-8 16,1-2-1-16,-2-2-5 15,2-3-2-15,2 1 10 16,5-6-11-16,2 0 3 15,-3 0 5-15,6 0 2 16,-3-11-5-16,2-7-1 16,-4-1-3-16,4-4 9 15,-4-2-15-15,-2 3 4 16,-3 5 6-16,-3 7 0 16,-5 5-1-16,-3 5-2 0,0 0-5 15,0 0 15 1,0 0-9-16,0 0 1 0,0 7 23 15,0 10-13-15,0 4-1 16,0 1-3-16,0 1 2 16,0-1 5-16,0 3-14 15,0 2 4-15,0 0-1 16,0 5-3-16,0 1 3 16,0 2-8-16,0 2 2 0,0 0 8 15,0 0-10 1,0-1 3-16,0-6 4 15,0-6-6-15,0 1 3 0,0-6-3 16,0-4-3-16,0-2 6 16,0-1-9-16,-16-4 6 15,-7-3 3-15,1-5 1 16,-3 0 0-16,6 0-1 16,5-10-4-16,3-11 9 15,8-9-7-15,3-6 2 16,0-4 2-16,3 2-1 15,19 5 2-15,5 7-3 16,2 6-3-16,-4 6 10 16,-3 2-8-16,-6 1 0 15,-3 1 2-15,-1 2-7 16,-3 1-34-16,-4 0-128 0</inkml:trace>
  <inkml:trace contextRef="#ctx0" brushRef="#br0" timeOffset="14010">4149 587 177 0,'0'3'28'0,"0"-3"-23"16,0 0 41-16,7 0-5 16,11 0 21-16,10 0-25 15,2 0-17-15,9 0-7 16,6-6-8-16,-1 1-1 0,2 0 6 15,1 3-13-15,-4 2-1 16,-7 0-3-16,-9 0-16 16,-9 0-65-16,-3 0-109 15</inkml:trace>
  <inkml:trace contextRef="#ctx0" brushRef="#br0" timeOffset="15412">2341 1409 159 0,'0'0'36'15,"0"0"-33"-15,0 0 11 16,0-3 14-16,0-3-7 16,0 0-15-16,0 1 21 15,0 0 7-15,0-3 6 16,0 2-19-16,0-2-8 16,0 0-5-16,-14 0 2 15,1 3-13-15,-1 0 5 16,3 1-4-16,-2 4 4 15,-4 0 0-15,2 0-4 16,2 0 2-16,-1 0 4 16,3 2-8-16,-3 8 5 15,1 5-2-15,-1 0 1 0,5 0 2 16,4-1-7 0,5-3-4-16,0-1 5 0,0-4-8 15,0-5 1-15,2-1 1 16,21 0 3-16,5 0 7 15,-1-1-10 1,3-13-3-16,-2 1 7 0,-8 4-9 16,-4-1 6-16,-8 2-9 15,-2 6 14-15,-6-1 6 16,2 3-5-16,-2 0 4 16,0 0 8-16,0 0-7 15,0 0 7-15,0 0-2 0,0 0 20 16,0 0 3-16,0 0-23 15,0 13 10-15,0 4-2 16,0 3-6-16,0 5-2 16,4 2-2-16,1 0 2 15,6 3-3-15,-6-1-3 16,4 2-5-16,-7-1 12 16,-2 3-11-16,0-4 2 15,0-2 2-15,0-4-2 16,0-6 4-16,0-2-6 15,-2-7 2-15,-1-3 4 16,-3-3-5-16,3-2 4 16,-4 0-1-16,-4 0-2 0,-3 0 3 15,3-5-3 1,0-15 0-16,2-2 11 0,4-6-13 16,5-4 6-16,0 2-4 15,0-2 1-15,0 5 4 16,10 0-6-16,7 4 0 15,2 1 7-15,1 2-8 16,2 2 4-16,3 6-2 16,0 2-4-16,-3 2-7 15,3 4-27-15,-3-2-24 16,3 3-24-16,-4-6-15 16</inkml:trace>
  <inkml:trace contextRef="#ctx0" brushRef="#br0" timeOffset="16813">2753 1346 82 0,'-16'0'129'0,"-4"-2"-116"16,1 2 25-16,-6 0-1 15,3 0-25-15,0 0-12 16,5 0 0-16,-2 13 11 15,5 1 0-15,-6 1 0 16,4 5-8-16,5-2 2 16,2 1 0-16,9-1-8 15,0-1 6-15,0-2 5 16,0-3-8-16,4-1 4 16,12-6 2-16,0-5-6 0,1 0 4 15,2 0-7-15,4 0 3 16,-1-10 3-16,-3-5-9 15,0-3 8-15,-3 0-4 16,-5 1 2-16,-2 4 4 16,-3-1-5-16,-6 10-2 15,0 1 10-15,0 3-6 16,0 0 6-16,0 0 7 16,0 5-5-16,0 12 5 15,0 6-1-15,-3-1-4 0,3-2 3 16,0 0-8-16,0-6 0 15,0-3-3-15,11-7-2 16,5 2 4-16,9-6-4 16,-3 0-6-16,0 0 10 15,1 0-9-15,-4-3 5 16,-2-10 1-16,-4-4-1 16,-4-1 3-16,-1-1-5 15,0-1 2-15,-3 1 4 16,-1 7-2-16,-4 3-3 15,2 7 2-15,-2 2-3 16,0 0 5-16,6 0-4 16,-3 0-2-16,2 0 10 0,4 7-7 15,-2 9 3 1,5 2-4-16,-1-5 3 16,2 5 2-16,1-4-4 0,-3-1 1 15,-5 2 4-15,-4-5-4 16,-2 0 0-16,0 0 2 15,-2-2 0-15,-11 1 5 16,1 0-13-16,3-5 4 16,7-2 6-16,2-2-6 15,0 0 2-15,-2 0-3 16,2 0-5-16,0 0-9 16,0 0 10-16,0 0 0 15,0-5 13-15,0 0-7 0,0 3 1 16,2 2-1-16,7 0-2 15,1 0 11-15,1 0-12 16,3 0 0-16,3 0 9 16,-1 0-9-16,6-3 6 15,-2 1-5-15,1-3 2 16,-1-3 6-16,0-4-12 16,-1 0 7-16,3-6 4 15,0 0-8-15,6-1 7 16,-3 2-7-16,-1-1 3 15,-1 6 6-15,-10 3-8 16,-1 0-1-16,-10 7 11 16,-2-3-11-16,0 3 7 15,0-4-3-15,0 3-2 16,0 1 9-16,-9 1-8 16,-5 1 15-16,3 0-5 0,-5 0-11 15,0 0 4-15,2 0-2 16,-1 6 0-16,6 7 5 15,0 1-10-15,6 4 3 16,3-3 5-16,0 0-6 16,0 3 2-16,0-4 4 15,14 2-6-15,2-4 8 16,4-2-9-16,-1-1 1 16,1-2 11-16,2 1-11 15,-1-5 0-15,7-3 0 0,0 0 0 16,2 0 7-16,1 0-10 15,-4-3 2-15,0-12 7 16,-1 0-6-16,-5-4 3 16,1-4-2-16,-8 3 2 15,0 3 3-15,-3 5-9 16,0 4 5-16,-2 4 5 16,0 1-4-16,1 3 1 15,1 0-1-15,0 0 4 16,3 0 1-16,3 0-2 15,2 4 4-15,-2 13-4 16,-4-4-3-16,-1 5 2 16,-7-4-3-16,-5 2 1 15,0-2 6-15,0-1-5 16,-8-1-4-16,-18-1 7 0,-2-2-12 16,4 0-14-16,6-5-37 15,0-2-105-15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7:00.20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699 59 43 0,'0'0'37'0,"-8"0"-31"16,5 0 3-16,1 0 3 16,2 0 1-16,0 0 1 0,0-3-4 15,0 0-4-15,0 2-3 16,0-2-11-16,-4 3-5 15,-4 0-2-15,0 0 2 16,-3 0 16-16,2 0-6 16,4 0 3-16,-1 0 3 15,3 0-1-15,3 0 14 16,0 0-1-16,0 0-8 16,0 0 3-16,0-2-7 15,0-1-3-15,0-2 8 16,0-1-5-16,0 3 7 15,0-5 0-15,0 3-3 16,0 2 13-16,0-2-9 16,0 3 2-16,-2-2 6 0,-1 3 2 15,1-1 0-15,2 2-7 16,0 0 4-16,0 0 10 16,0 0-18-16,0 0-2 15,0 0 7-15,0 0-12 16,0 0 10-16,0 0-8 15,0 0-6-15,0 0 14 16,0 0-19-16,0 0 6 16,0 0 6-16,0 0-5 15,-4 0 5-15,2 0-2 16,0 2-5-16,2 5 14 0,-3-2-15 16,3 0 5-16,0 0 3 15,0-3-6-15,0 4 5 16,0-6-3-16,0 1-5 15,0 5 14-15,0-4-17 16,0 6 3-16,0-1 11 16,0 0-11-16,0 6 6 15,0 0-2-15,0 7-7 16,0-2 15-16,0 4-10 16,0 2-5-16,0-3 10 15,0 0-4-15,3-2 1 16,-1-1-2-16,-2 2-4 0,0-5 16 15,0 0-15 1,0 3 1-16,0-1 7 0,0 6-5 16,0-3 2-1,0 1-1-15,0 7-3 0,0 0 13 16,0 2-18-16,0 4 8 16,0-3 1-16,0-1-2 15,0-3 3-15,0-5-3 16,0-6-6-16,0-3 20 15,0-2-18-15,0-11 3 16,0 0 9-16,0 0-4 16,0 0 7-16,2 0-10 15,7 0-4-15,-7-6 15 16,1 6-19-16,-3-3 3 16,0 3 5-16,0 0-12 0,0 0-2 15,0 0-40-15,6 0-127 16</inkml:trace>
  <inkml:trace contextRef="#ctx0" brushRef="#br0" timeOffset="577">382 620 172 0,'-11'0'27'0,"11"0"-24"16,0 0 19-16,0 0 16 0,2 0 6 16,20 0-10-1,-3 0-9-15,4 11 12 0,-1 0-21 16,-2 5-12-16,-2 2 9 15,0 1-4-15,-5 1-5 16,1 2-3-16,-3-4-2 16,2 0 11-16,4-8-13 15,-4 4 2-15,5-5 3 16,-5-3-3-16,1-5 4 16,2-1-3-16,4 0 1 15,5-7 14-15,2-16-20 16,4 1 4-16,-3-5 3 0,1 3-3 15,2 4 0-15,-4 1-1 16,-2 2-6 0,-5 10 9-16,-8 1-17 0,-2 6-11 15,1 0-29-15,6 0-48 16</inkml:trace>
  <inkml:trace contextRef="#ctx0" brushRef="#br0" timeOffset="1554">0 1031 222 0,'0'-9'23'0,"0"5"-21"16,4 4 8-16,6 0 15 15,-2 3-12-15,3 13 3 16,-2 8-2-16,-7-5 5 15,4 6-9-15,-6 0 14 16,0-3-21-16,0 3 0 16,0-2 0-16,0-3-5 15,0-7 4-15,0-2-3 16,0-4-4-16,0-7 15 0,0 0-15 16,0 0 8-1,0 0 4-15,0 0-6 0,0-2 1 31,0-15-10-31,0-8 2 0,0-1 17 0,0-3-14 16,0 4 3-16,8 1 4 16,-1 6-2-16,0 6 2 15,-1 1-3-15,-1 4-3 16,4 4 12-16,-4 3-15 16,1 0 2-16,5 0 8 15,0 0-5-15,3 3-1 16,-1 15 1-16,-1 5-4 0,-5 1 13 15,-1 6-12 1,-4-3 4-16,1-2 1 0,3-2 2 16,-3-7-3-16,0-2-2 15,-3-6-7-15,0 0 18 16,0-2-16-16,0-6 4 16,0 0 7-16,0 0 0 15,6 0-13-15,5-15-1 16,5-10 1-16,4-9 17 15,5 3-17-15,-4 1 3 16,1 6 9 0,-5 3-7-16,-3 9 6 15,-3 5-6-15,-3 4-1 0,0 3 14 16,-5 0-17-16,-1 15 8 16,-2 7 6-16,0 1-4 0,0-1 2 15,0 1-4 1,0-3-3-16,0-6 11 0,0-2-17 15,0-1 0-15,4-7-3 16,3-1-18-16,5 0-40 16,1-3-32-16</inkml:trace>
  <inkml:trace contextRef="#ctx0" brushRef="#br0" timeOffset="2053">600 1118 184 0,'0'0'19'0,"0"-8"20"16,-4 4 25-16,2 1-21 15,-1 3-11-15,1 0 8 16,-6 0-30-16,-4 0-2 15,-1 0-1-15,-4 7-3 16,2 7 4-16,2 7-7 16,5-1-2-16,2-1 10 15,6-1-13-15,0 0 3 16,0-5-1-16,9 3 0 0,13-5 1 16,3-6-3-16,5-1-1 15,1-4 13-15,-4 0-11 16,-2 0 3-16,-5 0 0 15,-7-6 0 1,-5-6 1-16,-2 2-1 0,-6-5 3 16,0 0 9-16,0-1-14 15,0-4 2-15,-11 2 1 16,-5 1 1-16,-4 1 3 16,4 4-10-16,1 3-1 15,5 2 10-15,4 1-9 16,4 4-3-16,2-1-11 0,0 3-52 15,0 0-44 1,0 0 3-16</inkml:trace>
  <inkml:trace contextRef="#ctx0" brushRef="#br0" timeOffset="3201">950 1085 130 0,'0'0'41'15,"0"0"-29"-15,-3 0 16 16,1 0 11-16,-7 0-19 16,-2 0-6-16,-5 0 20 0,-4 0-6 15,-2 7-5-15,-6 4-9 16,6 4-9-16,1 0 1 15,1 4-8-15,9-1-2 16,2 2 9-16,5-3-17 16,4-3 4-16,0-3 3 15,0-4-4-15,0-5 9 16,8-2-12-16,11 0 10 16,1 0 4-16,-2 0-12 15,4-2 4-15,-1-16 5 16,-3-1-2-16,0-2 4 15,-3-3-2-15,-1-6-4 0,-5-1 16 16,-1-4-14-16,-5-5 7 16,-1 2 4-16,1 6 11 15,-3 7-4-15,0 8-6 16,0 10 2-16,0 4 20 16,0 3-19-16,0 0-3 15,0 0-5-15,-3 4 2 16,-10 19 0-16,2 7-7 15,2 0-2-15,4 0 13 16,3-1-13-16,2 4 4 16,0-1-2-16,0 0 0 15,0-2 3-15,7 0-3 16,7-7-6-16,-3-4 15 0,0-3-13 16,0-11 1-16,0 4 0 15,6-4-6-15,0-3 5 16,8-2-6-16,2 0 2 15,4 0 8-15,-4-2-11 16,0-14 1-16,-2 0-8 16,0-1 5-16,-3-6 4 15,-3 3 2-15,-4-1 3 16,-10 7 10-16,-3 4 0 16,-2 3 20-16,0 7-7 15,-7 0-11-15,-16 0-2 16,-1 0-3-16,-1 5-4 15,2 7 13-15,8 2-11 16,0 0 1-16,5 2 0 0,1 2 3 16,7 1 0-16,2 3-1 15,0-3-6-15,0 2 12 16,2-3-15-16,20-2-3 16,5-4-1-16,3-7-4 15,1-2-7-15,5-3 16 16,-6 0-2-16,4 0 11 15,-3-15-10-15,-4-6 5 16,-3 1 1-16,-7-2-1 16,-4 0 2-16,-1-2-9 15,-3-5 0-15,1 5 12 16,-2-1-6-16,-5 2 3 16,0 5 16-16,-3 8 3 15,0-4 4-15,0 5-13 0,0 2-9 16,0-1 7-16,-6 5-5 15,1 0-1-15,2 1-2 16,-3 0 1-16,6-1 6 16,-2 1-8-16,2-1-1 15,0 3 9-15,0 0-10 16,0 0-1-16,0 0 3 16,0 5 4-16,0 16 1 15,0 3-2-15,0 4-5 16,0 1 8-16,0-4-9 15,0 3 3-15,0-3-4 0,0-6 0 16,11-1-2-16,3-6-13 16,-1-3-14-16,7-3 6 15,2-2-61-15,6-4-68 16</inkml:trace>
  <inkml:trace contextRef="#ctx0" brushRef="#br0" timeOffset="5422">2433 1175 234 0,'-8'-9'-7'0,"1"6"40"0,5 0-6 15,-3 3-8 1,-4 0-17-16,-2 0-2 0,-2 0 19 16,-8 0-1-16,3 6 0 15,2 9 0-15,1 0-10 16,5 3 4-16,1-2-8 16,7 1-5-16,2-2 9 15,0 0-11-15,0-3-5 16,0-2 10-16,16-3-13 15,4-2 7-15,5-5 3 0,2 0-9 16,0 0 14-16,0 0-7 16,-6-12 0-16,-6-1 15 15,-6-4-10-15,-6 3 9 16,-3-4-1-16,0-2-4 16,0-1 7-16,-16 2-15 15,-2 2-2-15,0 4 10 16,4 6-10-16,3 2 1 15,8 3 2-15,3 2-4 16,0 0 2-16,0 0-18 16,0 0 7-16,0 0 1 15,8 0-37-15,14 2 16 16,3-1-2-16,2-1 1 16,4 0 21-16,-4 0 3 15,-4 0 7-15,-7-9 7 16,-5-3-1-16,-4-6 4 15,-5-1 0-15,9-1-6 0,-6-6 6 16,4-4-8-16,-1-1 4 16,-3-3 8-16,1-1-12 15,-6 5 13-15,0 1 4 16,0 13 2-16,0 6 9 16,0 5-13-16,0 3 1 15,-8 2 6-15,-1 0-15 16,7 0 6-16,-4 0-2 0,0 9 13 15,-3 12 4 1,5 0-17-16,2 7-7 0,-2 2 12 16,1 7-11-16,3 2 3 15,0 3-3-15,0 1-6 16,0-1 9-16,0-1-12 16,0-4 0-16,0-4 6 15,7-4-13-15,-3-5-10 16,10-4 1-1,8-4 1-15,9-4 24 0,-1-5-9 16,4-5-24-16,-5-2 37 16,2 0-9-16,-1 0 2 15,1-12-9-15,-1-8-12 16,-5 2 9-16,-6 2-11 16,-2-1 19-16,-9-2 7 0,-6 8-4 15,-2-2 13 1,0 3 4-16,0 3 4 0,0 2-6 15,0 3-3-15,-8-1-2 16,1 3 0-16,-5 0-7 16,1 0-2-16,-2 0 1 15,-5 0 2-15,5 5 9 16,2 9-12-16,3 2 11 16,4-2 8-16,4 3-14 15,0-2-10-15,0 0 7 16,0-2-11-16,9-3 1 15,13 0-27-15,6-4-8 0,5 0-2 16,6-6-7-16,5 0-113 16</inkml:trace>
  <inkml:trace contextRef="#ctx0" brushRef="#br0" timeOffset="6203">3281 1184 198 0,'-6'-4'-4'15,"0"-1"35"-15,1 2 33 16,-1 3-21-16,-5 0-27 0,-3 0-9 16,-2 0 9-16,-1 3-2 15,-2 6-7-15,5 7 11 16,1-5-18-16,2 4 0 15,-1 0 10-15,6 4-12 16,6-8-3-16,0 4 1 16,0-6-14-16,0 2 6 15,0-6-12-15,12 0 2 16,5-2 14-16,4-3-16 16,4 0 8-16,6 0-4 15,2 0-12-15,-3 0 24 16,-3-3-22-16,-4-9 8 15,-1 1 14-15,-6-1 2 16,-5 0 7-16,0-1 10 16,-5 1-5-16,0 0 15 15,-6 1-7-15,0 1 5 0,0 8 18 16,0 2-8-16,0 0 6 16,0 0-17-16,0 0-21 15,0 0 17-15,-3 8-12 16,0 7-2-16,0 0 7 15,3 0-8-15,0 0 2 16,0 0-7-16,0-1-10 16,6-1-4-16,10-3-11 15,7-5 5-15,4-5-2 16,4 0 8-16,1 0-8 16,4 0-2-16,-5-9-10 0,-6-3 17 15,-6-6 15 1,-8 4-1-16,-3-2 10 0,-5 6 6 15,-3-4 9-15,0 5 20 16,0 2-16-16,0 3 7 16,0 3-12-16,0 1-7 15,0 0 6-15,0 0-12 16,0 0 1-16,0 0 0 16,0 5-5-16,0 2 17 15,0 2-11-15,0 1-9 16,0 1 7-16,0 1-4 15,0-3-3-15,8 0-8 0,1-6-1 16,-1 1 12-16,3-4-8 16,3 0 9-16,-1 0-15 15,2 0-34-15,1-13-26 16</inkml:trace>
  <inkml:trace contextRef="#ctx0" brushRef="#br0" timeOffset="7197">3843 1018 171 0,'-8'-19'8'0,"3"-3"-4"0,2 1 11 16,3 2-1-16,0-2 1 0,0-2-4 16,0 3-12-1,-2 4 1-15,-5 6 13 0,-1 3 2 16,1 7 1-16,-2 0-2 15,0 0-11-15,2 0 21 16,-2 0-13-16,4 3-5 16,2-3 18-16,3 0-10 15,0 0 5-15,0 0-3 16,0 0-10-16,0 0 8 16,0 0-15-16,-3 0 7 15,0 8 7-15,1 7-6 16,-2 3 0-16,4 1 2 15,0 1-16-15,0 3 19 0,0 0-14 16,0 1 0 0,0 4 7-16,4-1-5 0,4-2 2 15,0 2-4-15,3 0-2 16,-2-2 9-16,1 3-8 16,1-5-1-16,-3 0 4 15,4 2-4-15,-3-5 4 16,-2 2-5-16,-1 1 1 15,-4-5 12-15,1-3-14 16,-3-5 0-16,3-3 6 16,-3-2-3-16,3-3-5 15,0-2-3-15,2 0-30 16,3 0 17-16,3 0 9 16,10 0 8-16,0-7-1 0,3-10-18 15,5-7-2-15,-2 3 7 16,-5 0 13-16,-3 3 19 15,-5 8-8 1,-5-4 19-16,-3 6 1 0,-4 0-1 16,-2 0 2-16,0-2-16 15,3 3-7-15,-3 0 17 16,0 1-10-16,0 3 6 16,0 0-6-16,0 3 4 15,0 0-7-15,0 0-1 16,-3 0-11-16,-3 0 19 15,-2 0-17-15,0 0 5 16,-1 9 0-16,4 4 4 0,-1 4 1 16,1-4-3-16,2 3-3 15,3-2 7-15,0 4-11 16,0-4-2-16,0 2 2 16,6-5-2-16,5-8 1 15,5 1-10-15,4-4 3 16,5 0 16-16,2 0-21 15,3 0 0-15,-2-13 8 16,-1-2 6-16,-2 0 3 16,-8 0 0-16,0 0-2 15,-9 6 12-15,-3-1-12 16,-3 6 2-16,-2 4 5 0,4 0 0 16,-1 0 4-1,-1 0 8-15,4 0-1 0,0 6-2 16,-2 10-13-16,3-2 10 15,-3 6-10-15,0 0-3 16,-4 0-3-16,0 0-23 16,0-3-26-16,-8-2-53 15</inkml:trace>
  <inkml:trace contextRef="#ctx0" brushRef="#br0" timeOffset="8469">1875 1172 139 0,'0'0'26'0,"0"0"-8"16,0 0 34-16,2 0-31 16,1 0-3-16,1 0-8 15,-4 0 7-15,0 0 17 16,0 0-8-16,0 0-12 0,0 3 18 16,0 9-9-1,0 4-4-15,0 7-10 0,0 2 0 16,0 3-3-16,0-1-6 15,0-4-4-15,2-3 11 16,1-7-16-16,0-2 6 16,0-3 2-16,0-6-6 15,-3-2 1-15,0 0 1 16,0 0 1-16,0 0 16 16,0 0-21-16,0-7 1 15,0-14 8-15,0 2-5 16,0-4 8-16,0 2-6 15,0 3 1-15,0 0 13 16,0 6-12-16,0-2 5 0,0 4 1 16,2-1-3-16,0 4 6 15,1 0-6-15,3-4-4 16,5 4 9-16,-3-4-12 16,3 8 3-1,3-6 0-15,-6 7 0 0,3 0 2 16,-4 2-1-16,0 0-4 15,2 0 14-15,0 0-10 16,0 0 7-16,3 13 2 16,1 1-4-16,2 4 1 15,-1-2-9-15,-1-1-3 16,1 3 8-16,-5 1-7 16,-4-1 3-16,-5 0 5 0,0-1-4 15,0-4 7-15,0-3-6 16,0-6-5-16,0-4 11 15,2 0-20-15,2 0 1 16,-2 0 0-16,0 0 16 16,1 0 5-16,1-14-7 15,-2-4-8-15,1 0 16 16,0 2-15-16,-1 1-2 16,4 4-1-16,-3 1 8 15,3 2 3-15,-2 5-4 16,2-1 6-16,3 3 20 15,-7-3-19-15,7 4-2 16,-1 0 8-16,0 0-5 0,7 0-1 16,-2 5-5-16,1 13-7 15,-3 0 10-15,0 1-26 16,-3 1-47-16,0 1-91 16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7:11.07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232 23 126 0,'-17'0'44'0,"-2"0"-31"0,2 0 20 16,2 0 7-16,-3 0-16 16,7 0-6-16,0 0-12 0,-6 0 3 15,4 7 4 1,-3 8-5-16,1 3 2 0,4-1-2 16,1 4 0-16,-5 1 3 15,5-3-6-15,1 1-3 16,3-2 0-16,4-4-1 15,2-1 3-15,0-3-5 16,0-5-5-16,17-3 16 16,8-2-10-16,0 0 1 15,0 0-1-15,-1 0-3 16,1-2 5-16,-6-11-3 16,0-2-3-16,-2 1 10 15,-4-4-8-15,-1 3 2 16,-4-3 1-16,1 1 4 0,-2 2 1 15,-1 3-5-15,-6 2 6 16,0 7 15-16,0 2-7 16,0-3-2-16,0 4-1 15,0 0-1-15,0 0-5 16,0 0-8-16,0 0 1 16,0 5 13-16,0 18-9 15,0 5 1-15,0-1-1 16,0 0-1-16,0-4 1 15,6-1-6-15,5-2-3 0,0-8 10 16,3-5-9 0,-3-2-5-16,2-2 3 0,7-3 0 15,-1 0 1-15,5 0-9 16,1-9-9-16,-5-9-15 16,-6-2-21-16,-3 2-17 15,0-1-55-15</inkml:trace>
  <inkml:trace contextRef="#ctx0" brushRef="#br0" timeOffset="518">709 63 160 0,'-14'-8'41'0,"6"6"-28"16,3-1 31-16,-6 3-19 16,-1 0-14-16,-3 0 5 15,1 0 15-15,0 0 9 16,-3 0-16-16,3 10-11 15,-2 1-2-15,-2 1-14 16,3 0 2-16,3 0 3 0,3 4-7 16,7-5 1-16,2 0-9 15,0-1 4 1,14-3 9-16,14 1 1 0,4-1-1 16,4-2-1-16,0 2 4 15,-2 0-2-15,-4 1-2 16,-8 0-4-16,-4-1 8 15,-8 0-4-15,-7 3 1 16,-3 1 0-16,0-4 8 16,0 3 11-16,-13-5-10 15,-7 0-10-15,-3 0 8 16,1-2-13-16,-5-1 3 16,-3-2-5-16,-1 0-27 15,8 0-50-15,12 0-37 0</inkml:trace>
  <inkml:trace contextRef="#ctx0" brushRef="#br0" timeOffset="981">1229 137 205 0,'-22'0'29'0,"13"0"-16"16,4 0 46-16,2 3 10 15,-3 12-41-15,1 4-2 16,-1 3-7-16,-1 4-2 16,-2-4 7-16,3 5-16 15,1 1-7-15,5 2 8 0,0 2-8 16,0-3-6-16,0 1 2 15,0 0-7-15,0-7 1 16,0-1-10-16,0-4-14 16,-5-1-20-16,1-2-46 15,4-6 36-15,0-6-90 16</inkml:trace>
  <inkml:trace contextRef="#ctx0" brushRef="#br0" timeOffset="1711">1135 155 141 0,'0'0'44'0,"0"-3"-8"0,0 1 12 15,0-1-9-15,0 3-34 16,13-2 8-16,12-1-12 15,4 1 4-15,-2 2 2 16,-3 0 2-16,-5 0-3 16,-4 0-1-16,-5 0-1 15,-1 0 11-15,-3 12-15 16,-1-2 3-16,-3 2 5 16,1 1-8-16,-3 0 7 15,0-1-3-15,0 0 4 0,-8-2 9 16,-11 0-16-16,0-5-6 15,2-2 6-15,-2-3-10 16,-1 0-12-16,2 0-43 16,0 0-19-16,7 0-38 15</inkml:trace>
  <inkml:trace contextRef="#ctx0" brushRef="#br0" timeOffset="2250">1135 155 202 0,'-64'-53'15'0,"56"52"17"0,3 1 4 15,-1 0-22-15,3 0-5 16,3 0-5-16,-3 0 12 16,1 1-5-16,-7 9-6 15,-2 3 10-15,-5-1-17 16,-1 3 5-16,0 0 0 0,2-2-5 15,3 1-4-15,1-1 1 16,5-3-7-16,1-3 6 16,3 0-10-16,2-2 4 15,0 3 9-15,0-3-1 16,0 2 6 0,0-2 1-16,2 0-2 0,3 0 11 15,1-2-12-15,-1-1 0 16,-2 4 2-16,0-4-3 15,-3 4 4-15,0-5-2 16,0 7 3-16,0-1 13 16,0 1-3-16,-9-2-4 0,-4-3 0 15,5 0-7-15,0-3-3 16,4 0-10-16,1 0-21 16,1 0 4-16,2 0-39 15,0-3-13-15</inkml:trace>
  <inkml:trace contextRef="#ctx0" brushRef="#br0" timeOffset="4192">1403 336 125 0,'0'0'0'0,"0"-3"33"16,0-4-3-16,0 1-17 15,0-5 10-15,0 1 11 16,8-3-5-16,-5 1 31 16,-1-6-16-16,0-4-27 15,-2-5-5-15,0-6-10 16,4-1 5-16,-1 1-7 16,-1 3 0-16,1 3 3 15,-3 10-3-15,0 5 8 16,0 4 2-16,0 3-3 0,-5 5 6 15,-4-3-9-15,4 3 0 16,1 0 2-16,4 0-4 16,0 0-3-16,-2 0-5 15,0 0 6-15,-4 21 12 16,0 6-14-16,-3 5 6 16,7 8-1-16,0 2-3 15,-1 0 0-15,3-7 0 16,0-3-7-16,0-4 10 15,0-6-12-15,0-4 2 16,0-6-4 0,7-5-4-16,5-2-10 0,1-2-6 15,5-3 0-15,-2 0-24 0,4 0 16 16,-4-3 23-16,-3-9 11 16,1-3 5-16,4 0 8 15,-5 0 0-15,-1 5-4 16,-5 2 6-16,-1 6-8 15,-6 2-1-15,2 0 2 16,1 0 11-16,0 0 12 16,3 8-8-16,-1 4-8 15,-1 3 1-15,-2-3-13 16,3 3 1-16,3-5-5 16,1-2-10-16,5-6 9 15,2-2-2-15,4 0-7 0,5 0 18 16,-3 0-8-1,-1-12 2-15,2-3 10 0,-4-2-7 16,-2-1 6-16,-4-2-7 16,-2 0 2-16,-2-2 9 15,0 3-5-15,-7 1 14 16,-2 8 6-16,0 0-6 16,0 7 11-16,0 3-6 15,0 0-10-15,0 0-2 16,-6 0-9-16,-5 0-2 15,1 0 2-15,-1 7-3 16,-1 9 1-16,3 2 0 16,1-4-3-16,3 3 12 15,3 1-16-15,-2 2 5 0,4-3 0 16,0-2-6 0,0 0-2-16,8-5-5 0,12-5-9 15,-1-3 28-15,3-2-25 16,3 0 5-16,-3 0 0 15,3-2 14-15,-3-9 9 16,-3-6-10-16,1 4 3 16,-4-3 15-16,-5 5-8 15,-5 4-3-15,-3 3 7 16,0 4-3-16,-3 0-5 16,0 0-1-16,0 0-7 15,0 0 16-15,2 0-8 16,-2 2-2-16,4 13 6 0,-2 0-7 15,-2-3-5-15,0 0 5 16,0 0-7-16,0-3 12 16,3-2-10-1,-3-2 2-15,2-3-1 0,-2-2 0 16,4 0 2-16,-2 0 5 16,-2 0 8-16,0 0 5 15,0-7-8-15,0-9 6 16,0-8-1-16,0 4-5 15,0 0-4-15,0 3 3 16,0 4-8-16,2 9 5 16,-2 1-4-16,0 3 5 0,0 0-4 15,0 0-9 1,3 0 2-16,9 0 1 0,-1 0-6 16,8 7 10-16,0-2-16 15,4-2-3-15,1-1-7 16,6-2 3-16,3 0 4 15,6 0 1-15,8 0 17 16,-2 0 4-16,-9 0-23 16,-7 0 10-16,-9 0 8 15,-4 0 0-15,-2 0 6 16,-11 0 1-16,0 0 23 16,-3 0 35-16,0 0-37 15,0 0-5-15,-11 0-8 0,-5 5-12 16,-2 8 3-16,3 4-3 15,0 2-1-15,7-1 7 16,-1 3-11-16,7-4-1 16,2 0 0-16,0-2-5 15,0-4 1-15,0-5-5 16,16 0 2-16,-5-4 16 16,3-2-9-16,3 0 6 15,-3 0 6-15,8 0-4 16,-6-5 2-16,1-10 0 15,2-3-4-15,1-4 12 16,-4 0-15-16,4 0 9 0,-2 4-6 16,3 6 0-1,-3 6 8-15,0 6-1 0,-3 0-6 16,2 0 11-16,5 0-3 16,0 0-4-16,1 16-2 15,-1 1 1-15,-3 1 1 16,-2 1-3-16,-7-1 5 15,-1-1 3-15,-9 1-10 16,0-3 2-16,0-3-8 16,-14 0-20-16,-6-2-174 15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7:16.16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143 144 130 0,'0'-15'7'0,"0"8"11"0,0 4 2 15,0 3-11 1,-2 0-15-16,2 0 9 0,0 0-1 16,0 0-27-16,0 0 5 15,0 0-22-15,0 0-45 16</inkml:trace>
  <inkml:trace contextRef="#ctx0" brushRef="#br0" timeOffset="781">143 144 147 0,'50'107'18'16,"-56"-115"-6"-16,4 0 18 0,-1 3-19 15,0-2 14-15,-3-1-1 16,1 1 6-16,-3-4 40 16,-3 5-38-16,-1-1-9 15,-1 1-2-15,2 1-5 16,-1 5 4-16,1 0-14 15,1 0-7-15,-5 0 9 16,2 5-4-16,-4 14-2 0,4 7-1 16,2-4-2-16,5 3 4 15,3 1-11-15,3 4-1 16,0-6 9-16,0-4-19 16,18-7 6-16,3-4-3 15,7-4-3-15,-1-5 13 16,1 0-11-16,-1 0 0 15,-7-14 17-15,0-4-5 16,-2-4 14-16,-4-1-4 16,-1-2 2-16,-1 5 3 15,-6 1-4-15,-3 4 10 16,-3 7 7-16,0-2-11 16,0 5 2-16,0 2-8 15,0 3 2-15,0 0 6 16,0 0-9-16,0 0-9 0,0 0 10 15,0 0-10-15,0 11 11 16,0 8-3-16,0 1-4 16,0 1 8-16,4-2-11 15,11 2-3-15,2-4 6 16,-4-4-15-16,3-4 1 16,1-7-10-16,2-2-9 15,3 0-74-15,1 0-38 16</inkml:trace>
  <inkml:trace contextRef="#ctx0" brushRef="#br0" timeOffset="1083">547 151 173 0,'-7'0'89'16,"5"0"-43"-16,-3 0 37 15,-1 0-29-15,1 4-34 16,-2 22-8-16,3-1 8 16,1 7-14-16,-1 3-4 15,0 0 6-15,1 1-8 16,0 5 1-16,3 1 1 16,0 0-4-16,0-2 8 15,0 0-15-15,0-3 3 0,0-3 1 16,0-1-11-16,0-6 2 15,0-4-15-15,0-6-26 16,0-4-40-16,0-8-21 16</inkml:trace>
  <inkml:trace contextRef="#ctx0" brushRef="#br0" timeOffset="1465">563 251 175 0,'0'-13'28'15,"0"2"2"-15,0 2-1 16,6 2-17-16,10 4-9 15,4 3-3-15,1 0 6 16,1 0-4-16,-2 0 7 16,-1 5 14-16,-5 9 0 15,-8 4 2-15,-4 2 1 16,-2-2-13-16,0 4 6 16,-5-2-19-16,-15-5 12 15,-2 0-2-15,-3-3-11 0,3-2 3 16,-6-1-4-16,4-1-10 15,1-8 6-15,5 0-24 16,7 0-33-16,11 0-37 16,0-2-95-16</inkml:trace>
  <inkml:trace contextRef="#ctx0" brushRef="#br0" timeOffset="1817">936 251 179 0,'-6'-3'15'16,"6"3"-1"-16,0 0 48 15,0 0-15-15,0 20-12 16,0 5 1-16,0 5-4 16,0 3-16-16,0 8-4 15,0-1-10-15,0-3 4 16,0 1-12-16,0-1-4 16,0-7 5-16,0 0-13 15,0-8-12-15,0-5-25 16,-3-2 17-16,-3-5 14 0,1-5-23 15,0-5 5-15,2 0-78 16</inkml:trace>
  <inkml:trace contextRef="#ctx0" brushRef="#br0" timeOffset="3023">944 256 264 0,'0'-18'84'0,"0"7"-40"16,0 2 16-16,0 4-26 0,11 3-31 16,6-1-9-1,8 1 13-15,2 2-9 0,1 0 1 16,-4 0 1-16,-1 7 1 16,-4 7 0-16,-5 2 0 15,-7 1 1-15,-7 6 7 16,0 2-14-16,-2 2 2 15,-23-2 8-15,-8 0-6 16,0-6 4-16,-3-1-4 16,0-6-11-16,6-1 14 15,2-11-17-15,8 0 0 16,13 0 4-16,7-11-32 16,0-11 13-16,16 0 5 0,20-1 8 15,0 6 10 1,0 7 6-16,-6 2-6 0,-6 2 11 15,-6 5-4-15,-2 1 3 16,-5 0-3-16,-2-2-5 16,2 2 2-16,0-3-36 15,-1-3-4-15,7-5-15 16,0-4 5-16,2-5 41 16,0-7 13-16,1-1 9 15,2-9 0-15,0-6-5 16,-5 4 19-16,-6-1 9 15,-9 12 7-15,-2 9 23 16,0 12 32-16,0 7-52 16,0 0-20-16,0 0-14 0,0 0 4 15,-9 17 1-15,2 15-8 16,3 3 1-16,4 6 0 16,0 1-8-16,0 2 10 15,0-4-17-15,0-3 5 16,0-7 1-16,7 2-7 15,1-5-1-15,0-5-15 16,1-6 9-16,-5-7 6 16,5-4-20-16,2-5 16 15,3 0 15-15,2 0 4 16,4-2-7-16,-1-18-1 16,-4-1 0-16,-2 0 13 15,-2-1-17-15,-3 2 12 0,0 0 2 16,-1 7 5-16,-5 4 1 15,0 3-4-15,-2 6-7 16,0 0 9-16,3 0-15 16,0 0 4-16,3 0 10 15,-1 13-8-15,-1 4 3 16,0 1-4-16,-1-1-3 16,3-2 7-16,2 0-13 15,3-8-1-15,-1 1 3 16,8-7-3-16,3-1 6 15,1 0-6-15,10 0-4 16,-2-6 19-16,-3-14-12 0,-3 0-2 16,-6-2 10-1,-7 0 0-15,-4 4 3 0,-3 3-2 16,-4 8 15-16,0 2 3 16,0 2-2-16,0 3 0 15,0 0-12-15,0 0-3 16,0 0-2-16,0 0-7 15,0 0 7-15,0 5 12 16,0 15-17-16,0 2 3 16,0 3 7-16,0 3-6 15,0-4 4-15,0 6-6 16,0 0 0-16,0 0 6 16,0 2-10-16,0 3 2 15,0-3 3-15,0-2 0 16,0-5 0-16,0 0-2 0,-17-6-4 15,-6-1 18-15,-4-6-16 16,0 1 6-16,0-6-2 16,2-2-3-16,0-4 2 15,3-1-2-15,4 0 0 16,9 0 2-16,0-13-18 16,6-2-9-16,3 5-29 15,0 0-125-15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7:20.60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2603 97 139 0,'-14'-10'26'0,"0"0"12"16,12 5 14 0,2 2-25-16,-2 3 24 0,2 0 4 15,-4 0-14-15,-1 0-6 16,3 0-14-16,2 0 6 16,0 0-10-16,0 0-7 15,-7 0 6-15,2 0-14 16,3-2 0-16,-2 2 0 15,4 0-1-15,-3 0 2 16,3 0-3-16,-4 10 5 16,-3 17 10-16,3 11-14 0,-2-1 5 15,0-1-2-15,6 0-1 16,0-3 0-16,0-3-6 16,0-3 0-16,0-5 8 15,0-8-9-15,3-1 5 16,-3-3-3-16,0-5 0 15,0-3 2-15,0 1-2 16,0-3-4-16,0 0 14 16,0 0-13-16,3 0-9 15,0-18 8-15,2-9 3 16,4-5 9-16,-2-5-12 16,2-5 4-16,-4 3 9 15,-5-4-9-15,4 5 2 16,-2 3 3-16,0 5-3 15,1 8 4-15,-3 7-5 0,4 3 2 16,-4 6 7-16,0-3-8 16,0 4 2-16,0 2 0 15,0 3 0-15,0 0 2 16,0 0-11-16,0 0-1 16,2 13 19-16,9 14-9 15,5 11 0-15,1-4-2 16,2 6 2-16,1-1 1 15,5-1-8-15,2-3 1 16,3-6 8-16,4-1-13 0,-1-8 7 16,1-5-1-1,-4-3 0-15,-6-2 1 0,-2-5-5 16,-5-3 0-16,-6-2 10 16,-5 0-9-16,-4 0 5 15,1 0 9-15,-1 0-4 16,-2-2 4-16,0-15-7 15,0-2 1-15,0-7 8 16,0-4-8-16,0-4 0 16,-5-5-2-16,-6-4 1 15,-3 0 2-15,3 3-6 16,0 5-3-16,6 10 14 16,2 10-11-16,0 8-1 0,3 5-7 15,0 2-6 1,0 0-10-16,0 0-23 0,11 0-33 15,17 17-64-15</inkml:trace>
  <inkml:trace contextRef="#ctx0" brushRef="#br0" timeOffset="1020">3152 382 162 0,'-2'0'43'0,"2"4"-24"0,0-3 39 16,0-1-16-16,2 3-29 15,15-3-9-15,4 0-11 16,2 0-19-16,2 0 20 15,-3-3-4-15,-2-10 5 16,-4-5-1-16,-5-2 5 16,-2-2 5-16,-6-2-3 15,-3 2-4-15,0 0 12 16,0 10-6-16,-6 2 16 16,-11 10 15-16,-5 0-14 15,-3 0-11-15,-2 0-1 0,4 12 5 16,5 10 0-16,3 4 0 15,7-2 3-15,6 4-11 16,2-1-4-16,0-4 2 16,13-4-13-16,15-7-7 15,-1-2 6-15,4-5-2 16,-3-5 1-16,2 0-10 16,0 0-18-16,4-2 0 15,-7-11 18-15,-2-4-11 16,-3 3 14-16,-3-4-2 15,-2-3 10-15,-5 2 16 16,-8 2 8-16,-4 7 23 0,0 7 11 16,0 3-3-1,0 0 2-15,0 0-27 0,-8 5-1 16,3 10-6-16,2 8-2 16,3-4 9-16,0 1-13 15,0 4-9-15,0-6 7 16,0 0-9-16,5-3 0 15,9-5-9-15,3-3 10 16,-1-7 8-16,4 0-12 16,-2 0 0-16,3 0 13 15,-6 0-6-15,-3-12 2 16,-3-1 0-16,-5 3 1 16,-1-5 8-16,-3 3-10 15,0 0 4-15,0 1 6 16,0 6-5-16,0 3 4 0,0 2-9 15,0 0-1-15,0 0 8 16,0 0-10-16,0 6 7 16,4 12 6-16,3-5-7 15,2 5-3-15,2-6 1 16,5 1-6-16,2-6 6 16,0 0-11-16,2-7 3 15,1 0 1-15,5 0-7 16,-5 0-7-16,2-17-3 15,-4-3-11-15,-2 3 4 0,-6-5 14 16,-7-1 18 0,0 1 6-16,-4-3 2 0,0 0 24 15,0 3-17-15,-11 4-2 16,-6 6 2-16,1 6-16 16,-1 2-2-16,-2 4 8 15,5 0-5-15,5 0-12 16,7 0-10-16,2 15-16 15,0-3-37-15,20 4-1 16,4-4-2-16,4-2-40 16</inkml:trace>
  <inkml:trace contextRef="#ctx0" brushRef="#br0" timeOffset="1391">4053 27 198 0,'-11'0'36'0,"2"0"-39"15,6 0 44-15,3 8-4 16,0 9 14-16,0 3-10 15,0 3-23-15,0 1 6 16,0 6 1-16,0 6-8 0,0 3-5 16,-7-2-7-16,-1 0-4 15,1 1 4-15,2-6-6 16,-1-2-5-16,6-6 8 16,0-2-9-16,0-4 3 15,0-6-1-15,0-4-13 16,0-3 3-16,0-5-34 15,0 0-82-15,0 0 55 16,0 0-75-16</inkml:trace>
  <inkml:trace contextRef="#ctx0" brushRef="#br0" timeOffset="2455">4003 298 101 0,'0'-5'142'0,"0"0"-125"15,0 5 33 1,0 0 3-16,16 0-32 0,13 0-21 16,1 0-9-16,0 0-12 15,0 0-41-15,-7 2 34 16,-5-2 7-16,0 0-4 16,-5 0 18-16,3 0-2 15,1 0-8-15,-2 0 10 16,-2-6 1-16,-2 0 7 15,-6 4 20-15,-5 1-5 16,0 1 39-16,0 0 19 16,0 0-17-16,-22 3-14 0,-3 17-28 15,4 5-6-15,3 2 4 16,5 0-14-16,4 1 3 16,7-6-5-16,2-2-8 15,0-5 8-15,0-3-17 16,20-7 9-1,5-5 0-15,2 0-3 0,0 0 7 16,-5 0 3-16,-2-12 8 16,-8 0 11-16,-6-1-7 15,1-2 4-15,-7 4 5 16,0-5-7-16,0 3-3 16,0 0-6-16,0-3-6 15,-11 2 8-15,-6 0-8 16,3 2 7-16,3 2 0 15,6 3-4-15,2-1 3 0,3 8-7 16,0 0-14-16,0 0 13 16,0 0 4-16,14 0 1 15,8 0 4-15,-6 0-3 16,4 0 4-16,-2 0-6 16,3 0-2-16,1 0 14 15,-4 0-12-15,5 13 3 16,-1 4 12-16,-3 5-3 15,-2 3 2-15,-6 3-6 16,-3-6-4-16,-4 2 9 16,-4-3-15-16,2-7 2 15,-2-1 5-15,0-5-3 0,0-6-2 16,0-2-3-16,2 0-12 16,3 0 22-16,1 0-11 15,3 0 7-15,1-17 0 16,5-3-3-16,-1-3 6 15,2-2-4-15,-2 0-7 16,-3 8 11-16,-3 7-8 16,-3 8 4-16,1 2 4 15,2 0 2-15,-2 0 6 16,3 7-1-16,-2 5-6 16,2 4 6-16,0-4-6 0,0 3 1 15,-3 0 1-15,0-3 1 16,3 1-1-16,-7-4-4 15,4 2-5 1,-1-7 8-16,1-1-9 0,-1-3 2 16,7 0 2-16,1 0-3 15,7 0 1-15,-2-7-2 16,0-11-1-16,-2 0 10 16,-5 4-8-16,0-4-1 15,-4 8 8-15,-3 1-4 16,-4 6 5-16,0 3-6 15,0 0 1-15,3 0 5 16,-1 0 0-16,-2 0-4 16,6 12 1-16,-3 3-2 0,2 0 2 15,4 0-3-15,-7-2-12 16,4-4 1-16,-1 2-48 16,9-9-148-16</inkml:trace>
  <inkml:trace contextRef="#ctx0" brushRef="#br0" timeOffset="2642">4881 228 375 0,'0'-7'26'0,"0"4"4"16,0 3-5-1,0 0-12-15,11 0-15 0,12 0-26 16,1 0-163-16</inkml:trace>
  <inkml:trace contextRef="#ctx0" brushRef="#br0" timeOffset="3535">5404 387 14 0,'0'-10'203'0,"0"3"-199"16,-9 2 23-16,-16 3-3 15,-6-1-5-15,-1 3-13 16,-13 0 20-16,4 0 6 15,5 10-3-15,5 7-12 16,15 1 0-16,7 2-6 16,5-1 0-16,-3-1-7 15,5-1 8-15,2-1-14 16,0-4 5-16,0-4-5 16,0-4-1-16,2-1 1 15,18-3-3-15,3 0-5 0,-8 0-4 16,6-3 0-16,-12-7 10 15,6-2-3-15,-1 0-2 16,-1-6 6-16,-1-2-10 16,-1 3-6-16,-7 3 14 15,3 5 12-15,-7 7 2 16,0 2 6-16,0 0 10 16,0 5 1-16,0 12-11 15,0 5-7-15,0 1 3 16,0 0-11-16,0-3 1 15,0-3-2-15,2-4-3 16,12-4 4-16,2-6-4 16,2-3-2-16,0 0 9 0,4 0-15 15,-2-8 11 1,-1-9 0-16,1 2-3 0,-4-5 0 16,4 2 0-16,-4 1-1 15,-2 2 15-15,-6 8-10 16,-3-1 10-16,-1 8 3 15,-4 0-2-15,0 0 7 16,0 0-10-16,2 3-2 16,-2 14 10-16,2 1-18 15,1-1 6-15,-3 0-6 16,3-4 3-16,0-3-3 16,-3-3-3-16,3-2-4 15,2-3 1-15,4-2-22 0,7 0 13 16,3 0-16-1,7-9-42-15,3-6 21 0,-3-5 38 16,-5 2 11-16,-4 1 13 16,-5 7-1-16,-7 5 36 15,-3 2-12-15,2 3-19 16,1 0 15-16,0 0-4 16,1 0-4-16,-3 16 5 15,3-2-13-15,-4 4 1 16,3-3-6-16,1 2-3 15,-3-2 1-15,2 0-6 16,1-5-16-16,1-5 4 0,4-3-58 16,10-2-200-16</inkml:trace>
  <inkml:trace contextRef="#ctx0" brushRef="#br0" timeOffset="5580">364 862 218 0,'0'-30'37'0,"-3"-5"-32"0,-24 3 38 15,-3 13-1-15,7 11-26 16,1 8-10-16,-3 0 0 16,-2 0 10-16,-3 0 14 15,1 8 5-15,2 6-9 16,5 4-7-16,-3 1 0 15,6 4-14-15,-1 2-3 16,4-1 2-16,5 4-9 16,3-2 12-16,8-5-15 0,0 0 2 15,0-10 7-15,0-3-4 16,2-5 1-16,15-3 2 16,6 0 1-16,2 0 8 15,2-16-11-15,6-6-4 16,-3-3 11-16,1-5-8 15,-6 0 1-15,-9-7 2 16,-2-7-5-16,-6-4 8 16,0-4-6-16,-5 5 0 15,0 10 9-15,-3 9-8 16,0 14 8-16,0 8 2 16,0 6-4-16,0 0 5 15,0 0-22-15,0 0 9 16,-9 24 16-16,-2 2-12 0,6 8 5 15,3-3-1-15,2 3-3 16,0 1 11-16,0 0-11 16,2 1-3-16,12-2 7 15,0 1-8-15,-1-3 0 16,1 0 0-16,-3-2-7 16,6-4 1-16,0-5-7 15,-2-6-8-15,6-7 7 16,0-6-8-16,-2-2-20 15,1 0-4-15,2 0 13 16,-5-16 25-16,2-5-6 16,-2 0 7-16,-2-5 10 0,0 4-3 15,-5-1 5 1,-1 5 2-16,-3 4 6 0,-3 6 8 16,-3 5 1-16,0 3-8 15,0 0 10-15,0 0-4 16,2 0 16-16,-2 16-12 15,0 4-14-15,0-1 1 16,5 1-10-16,2-3-2 16,4-4 2-16,2-4-4 15,3-8 1-15,7-1-3 16,1 0-12-16,4 0 12 16,3-10-23-16,3-7-15 15,-7-4 23-15,-3 5-6 0,-5-7 20 16,-8 3 7-16,-2 3 2 15,-6 2 6-15,-3 4 1 16,0 7 14 0,0 4 16-16,0 0-9 0,0 0-2 15,0 0-6-15,0 0-9 16,0 2 13-16,-3 11-20 16,0 4 4-16,-3 3 3 15,6 3-5-15,0 1 0 16,0 4 2-16,0 4-7 15,0-2 8-15,0 6-13 16,0-3-4-16,6 4 0 0,0 6-3 16,-6-1-8-1,0 2-1-15,0-1 7 0,0-6 16 16,-15-2-8-16,4-5-1 16,4-5 6-16,-2-8-10 15,7-7-5-15,-2-5 3 16,1-3-6-16,-1-2 27 15,-2 0-7-15,1 0 7 16,-1-17-1-16,6-8-12 16,0-10 2-16,0-7-6 15,14-8 2-15,8-4-8 16,6-1 12-16,1 8 7 16,-1 4 6-16,-3 8-8 15,0 5 2-15,-1 4-3 16,-1 3 2-16,-1 8-4 0,3 1-4 15,2 3-2-15,2-1 8 16,-2 0-7-16,0 2 5 16,-2 2 0-16,-5 4 3 15,-7 4 13-15,-4 0-13 16,-4 0 6-16,-5 19 6 16,0 7-12-16,0 0 2 15,0 0-5-15,0-7 0 16,0-4 8-16,0-5-11 15,0-5 14-15,-3-2 4 16,3-3-10-16,0 0-10 16,0 0-12-16,0-13-2 0,0-7 14 15,6-7-3-15,11-3 8 16,-1 4 8-16,-5 0-5 16,0 11 10-1,-6 5-4-15,1 10-12 0,-3 0 25 16,0 0-11-16,-1 18-3 15,-2 1 9-15,4 1-13 16,-2 0-2-16,1-3 1 16,1-4-9-16,0-1 9 15,-1-8-16-15,2-3-14 16,6-1-9-16,2 0-45 16,12 0-73-16</inkml:trace>
  <inkml:trace contextRef="#ctx0" brushRef="#br0" timeOffset="6894">1875 947 111 0,'-11'-12'67'0,"2"0"-72"16,4 3 36-16,-1 2-13 15,-3-1-6-15,2 3 15 16,-5 3-11-16,-3 2 17 0,-3 0 24 16,0 0-28-1,-3 0-12-15,6 0 0 0,-3 13-7 16,4 5-4-16,-2 3-3 16,7 1-2-16,1 1 12 15,1-6-16-15,4-2 3 16,3-2 3-16,0-6-10 15,0-2 1-15,0-2 1 16,7-3-2-16,11 0 10 16,0 0-15-16,2-5-5 15,-4-11 16-15,1-3-7 16,-6-3 2-16,4-4 2 0,-11 4 2 16,2 6 8-1,-6 2-6-15,0 7 13 16,0 4 9-16,0 3-8 0,0 0-2 15,0 0-5-15,0 0-6 16,0 8 20-16,0 16-17 16,0 4 3-16,0 0-4 15,0-1-2-15,0-7-2 16,11-3-4-16,2-7-3 16,2-3 8-16,1-7-12 15,1 0 6-15,2 0 9 16,-5-4-9-16,2-14 9 15,-1-2-3-15,-1-2-3 0,-1 1 11 16,1-3-13-16,-3 4 2 16,-4 8 6-16,2 5-3 15,-6 4 4-15,0 3-5 16,-3 0-3-16,3 0 13 16,-3 0-9-16,0 12-1 15,0 12 2-15,0-1 0 16,0 0-3-16,0 3-2 15,0-10-4-15,0-1 10 16,0-5-9-16,0-5 5 16,0-5 4-16,0 0-2 15,0 0 4-15,0 0-5 16,0 0-17-16,11-15 7 16,2-5-4-16,6-5 1 15,1-3 5-15,0-1-6 16,-4 6 14-16,-5 9 0 0,-2 6-2 15,-2 6 13-15,-4 2-4 16,0 0 7-16,0 0-1 16,0 16-10-16,-3 0 2 15,0 2 0-15,2 1-5 16,2 0 10-16,-2-5-10 16,1-2 1-16,1-5 2 15,5-1-6-15,0-4 1 16,-4-2-5-16,6 0-2 15,6 0 7-15,0 0-21 16,5-10-11-16,2-7 8 0,-1-5 9 16,-2 0 12-1,-3 1 9-15,-8 8-1 0,-4 6 26 16,-6 6-9-16,2 1 6 16,-2 0 9-16,0 0-11 15,0 13 0-15,0 10-10 16,0 1-4-16,0-6 4 15,0 0-11-15,0-6 2 16,0-2-3-16,7 0-2 16,6-6 2-16,-2-4-3 15,5 0-5-15,1 0 7 16,4 0-9-16,11-11 0 16,-5-5 6-16,1-1-1 15,-7 2 0-15,-4 2 3 16,-6-1-3-16,-3 4 13 0,-5 0-8 15,1 8 9-15,-4-1 4 16,0 3-6-16,0 0 1 16,0 0-3-16,0 0-2 15,0 3 25-15,0 16-20 16,0 4-3-16,0-1-1 16,0 3-4-16,0-5-1 15,0-3-6-15,0-4-7 16,7-5 7-16,7-4-17 15,0-4-9-15,3 0-27 16,-4 0-98-16,8 0-38 16</inkml:trace>
  <inkml:trace contextRef="#ctx0" brushRef="#br0" timeOffset="7067">2753 857 265 0,'-7'-10'90'0,"7"5"-81"16,0 3 38-16,0-1-29 15,0 3-37-15,0 0-39 16,0 0-47-16,0 0-46 16</inkml:trace>
  <inkml:trace contextRef="#ctx0" brushRef="#br0" timeOffset="7561">3095 929 36 0,'0'-6'195'15,"-11"0"-183"-15,-3 1 17 16,-1 5-7-16,0-3-3 15,-2 3-10-15,-2 0 14 16,0 0-4-16,2 5 3 0,0 10-1 16,4 5-10-16,1 0 0 15,4 0 1-15,3 0-5 16,5-3-3-16,0-2-3 16,0-1-5-16,0-3 10 15,11-4-11-15,10-1 4 16,-1-6 2-16,2 0-3 15,3 0 0-15,-3 0-3 16,3 0-13-16,0 0 11 16,0-6-5-16,-1-6 10 15,1-5 2-15,-2 1 2 16,-5-3 3-16,5 5-2 16,-4-2-2-16,-2 8 15 15,-1 6-1-15,1 2-1 0,-3 0 16 16,0 0-9-1,-1 14-7-15,-2 2 0 0,3 1-11 16,-3-2 3-16,0 3-13 16,-6-3-3-16,-5 0-3 15,0-4-19-15,0 2-43 16,-22 0-136-16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7:29.93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0 191 42 0,'-2'0'127'16,"-2"0"-108"-16,4 0 4 15,0 0 16-15,0 0-9 16,0 0-16-16,0 0 15 16,0 0 16-16,0 0-19 15,0 0-8-15,4 0 16 16,3 0-7-16,2 0-2 15,2 4-12-15,5 1 0 16,4 1 4-16,2-2-15 16,10-1 4-16,8-3-2 0,6 0-5 15,7 0 8-15,2 0-10 16,-2 0-2-16,-6 0 9 16,-5 0-9-16,-13 8-1 15,-9 3 2-15,-4 5-2 16,-2-4 11-16,-3 0-7 15,7-1-4-15,-3-4 13 16,2-5-10-16,-4-2 3 16,-1 0-1-16,-6 0 3 15,-6 0 3-15,0 0-8 16,0 0-15-16,-3-4-28 16,-15-4-87-16,5-2-30 0</inkml:trace>
  <inkml:trace contextRef="#ctx0" brushRef="#br0" timeOffset="385">536 62 120 0,'-2'0'123'0,"2"0"-89"16,0 0 61-1,0 0-45-15,0 0-17 0,0 0-7 16,0 9 0-16,0 9-11 16,10 0-7-16,7 4-7 15,2 0 8-15,0 3-11 16,1 2-2-16,-2 2 10 15,-3-1-8-15,-7-3 2 16,-3 0-4-16,-5-3-4 16,0 2 13-16,0-3-10 15,-10-2 7-15,-12 2 3 16,-1-4-10-16,1-4-1 16,3-4-26-16,5-1-88 0,6-3-100 15</inkml:trace>
  <inkml:trace contextRef="#ctx0" brushRef="#br0" timeOffset="800">1117 44 324 0,'0'-8'18'15,"0"7"36"-15,0-2 29 16,0 3-51-16,0 0-21 0,0 0 4 15,0 0-3-15,0 12-4 16,0 17 10-16,0 9-10 16,0-1-5-16,0 3 3 15,0-3-4-15,0 4-2 16,0-7 0-16,0 1-3 16,0-3 10-16,0 0-16 0,0-5-5 15,0-1 5-15,0-7-20 16,0-4-8-16,0-4-69 15,0-4-24-15,4-7-4 16</inkml:trace>
  <inkml:trace contextRef="#ctx0" brushRef="#br0" timeOffset="1209">1011 79 132 0,'0'-17'8'0,"0"2"11"16,0 3 13-16,5 1-8 0,6 6 12 16,-6 0-6-16,2 0 20 15,-5 5 7-15,6-3-24 16,6 2-8-16,6 1-11 15,7 0 4-15,3 0-16 16,4 0-1-16,-1 0 7 16,-1 0-6-16,-7 1 6 15,-5 10-3-15,-9 4-2 16,-3 2 10-16,-5 0-12 0,-3 3 4 16,0 1 4-1,0-7-9-15,0 3-1 0,0-4 1 16,-17 1-6-16,-4 2 3 15,-13-2-6-15,-4 4-12 16,-1-3 4-16,-1-3-58 16,13-2-91-16</inkml:trace>
  <inkml:trace contextRef="#ctx0" brushRef="#br0" timeOffset="1581">1610 444 270 0,'0'-2'85'0,"0"2"-77"15,0 0 32 1,0 14-11-16,0 9-34 0,0 2-1 15,0 2-3-15,-6-3 2 16,-5 2-12-16,-8-4-52 16,0-2-24-16</inkml:trace>
  <inkml:trace contextRef="#ctx0" brushRef="#br0" timeOffset="2071">2063 156 221 0,'-18'-3'83'15,"8"3"-26"-15,10 0 4 0,0 0-29 16,0 0-12-16,0 0 7 15,0 6-7-15,0 11-3 16,0 5-12-16,0 3 13 16,0 2-14-16,0 6 1 15,0-1-1-15,0 0-2 16,0 1 2-16,0-6 0 16,0-3-8-16,0 0 12 15,0-5-13-15,0-5-2 16,0 2-2-16,0-9-4 15,0 0-5-15,0-4-26 16,0-3-52-16,0 0-50 16,0 0-84-16</inkml:trace>
  <inkml:trace contextRef="#ctx0" brushRef="#br0" timeOffset="2391">1759 143 203 0,'0'-5'54'0,"0"2"-41"15,0 1 65-15,9 0-21 16,9 2-18-16,9-2-15 15,7-1-5-15,4 3-2 16,10-1-19-16,1-3 1 16,4 4 5-16,0 0-8 15,-1 0 4-15,-5 0-5 16,-7 0-5-16,-8 0-7 16,-10 0-9-16,-4 4-20 15,-3 4-32-15,2 0-37 16</inkml:trace>
  <inkml:trace contextRef="#ctx0" brushRef="#br0" timeOffset="3517">2626 417 233 0,'-3'0'17'16,"-3"0"34"-16,6 0 32 15,0 0-45-15,0 0-14 16,0 0-5-16,0 0 14 16,12 2-17-16,12 1 5 15,9 0-2-15,6-3-12 16,6 0 2-16,4 0-4 0,4 0-7 15,-2 0 7-15,3-11-10 16,0 4 0-16,-1-1 5 16,-4 4-7-16,-9 4 7 15,-15 0-4-15,-14 0-8 16,-11 0 9-16,0 0-15 16,0 0-9-16,0 0-11 15,0 0-58-15,0 0-59 16</inkml:trace>
  <inkml:trace contextRef="#ctx0" brushRef="#br0" timeOffset="3833">3103 238 152 0,'-13'-2'99'0,"10"-2"-95"16,3 4 29-16,0 0-1 16,0 0 11-16,5 4-30 15,9 10-8-15,6 6 2 16,-4 0-4-16,6 0-3 16,1-1 13-16,-1 2-9 15,3-4 0-15,0 2-4 16,-7-1-3-16,0 3 6 0,-14 1-11 15,-4 0 1-15,0 6 9 16,-11-4-16-16,-16 3 4 16,-4 1-64-16,10-3-23 15</inkml:trace>
  <inkml:trace contextRef="#ctx0" brushRef="#br0" timeOffset="5578">3851 359 169 0,'-11'-9'27'0,"0"-1"-5"15,6-3 21-15,5 3-27 16,0 5-5-16,0 0 45 16,-3 3-12-16,1-3-27 15,-4 1 15-15,1-4-5 16,-4 0-1-16,-4 0-7 16,-5 2-11-16,2 0 11 15,-6 4-11-15,-1-1-7 16,-2 3 10-16,-2 0-8 15,0 0-3-15,0 5 6 0,4 13-10 16,7 1 14-16,7 1-14 16,7 3-1-16,2-4 13 15,0 2-12-15,0-5 3 16,2 0 1-16,15-2-4 16,0-3 4-16,-3-6-7 15,2 0 1-15,4 0 3 16,-2-5-11-16,5 0 11 15,-1 0-8-15,-6 0 6 16,1-8 8-16,-3-10-7 0,-3-4 3 16,-3-2 4-16,-2 1-4 15,-3 1 4-15,-3 4-2 16,0 6 6-16,0 7 6 16,0 2-8-16,0 3 2 15,0 0 0-15,0 0-9 16,0 0 7-16,0 13-1 15,0 12-4-15,0-1 14 16,0 3-19-16,0-1 4 16,0-7 5-16,8 5-8 15,8-10 3-15,0-1-6 16,-2-4 0-16,1-7 6 16,-6 2-11-16,6-4 6 15,2 0 1-15,2 0-6 16,-2-11 3-16,5-4-8 0,-4-7-11 15,0-2 13 1,-7 1 4-16,-4-2 9 0,0 4 3 16,-7 0 5-16,0 6 7 15,0 7 2 1,0 3-4-16,0 5 10 0,0 0-25 16,0 0 2-16,0 0-1 15,0 0 2-15,0 10 5 16,0 13-4-16,0-1-4 15,0 3 17-15,0 0-12 16,0-6 1-16,0-1 4 16,0-6-9-16,7 1 2 0,7-5-9 15,3-4-2 1,2-4 10-16,1 0-17 0,2 0-3 16,1 0-1-16,-8 0 12 15,-3-10 7-15,-3-5 3 16,-7 1-5-16,-2-4 12 15,0-2-9-15,0 0-2 16,0 0 8-16,0 1-2 16,0 6 6-16,0-2 1 15,0 5-2-15,0 5 13 16,0 0-19-16,0 3 0 16,0-1 9-16,0 3-4 15,0 0-3-15,0 0-8 0,0 0 0 16,2 0 15-16,9 0-13 15,6 8 1-15,5 2 4 16,2 1-4-16,8-5 2 16,0 2-6-16,1-6-6 15,1 1 6-15,-4-3-22 16,3 0 2-16,-5 0 2 16,2-3-8-16,-5-10-50 15,-8 1 57-15,-11 2 16 16,-6 3 18-16,0 4-4 15,0 2 2-15,-15 1 19 16,-10 0 21-16,0 0-24 16,-2 0-9-16,-3 4-6 0,5 11 11 15,1 2-15-15,1 1-3 16,6 1 15 0,3-1-2-16,9-1-3 0,5 1-4 15,0-6-6-15,0 3 6 16,0-3-17-16,19-2 0 15,6 1 1-15,-1-2-11 16,5-2-5-16,-4-4-35 16,-1 0-27-16,-1-3-34 15</inkml:trace>
  <inkml:trace contextRef="#ctx0" brushRef="#br0" timeOffset="5832">4686 327 139 0,'-15'-5'-68'16,"10"5"86"-16,5 0-62 15</inkml:trace>
  <inkml:trace contextRef="#ctx0" brushRef="#br0" timeOffset="6449">4686 327 253 0,'10'2'44'0,"-13"-2"1"16,1 0 26-16,2 6-43 15,0 11-11-15,0 5-7 16,0-1-2-16,0 1-1 15,0-2-6-15,0-2-6 16,0-4 14-16,0-1-16 0,0-7 10 16,0-1-6-1,0-1 2-15,0-4-6 0,0 0-8 16,2 0 12-16,-2 0 13 16,0 0-2-16,0 0-3 15,0-9 2-15,0-5-4 16,3-5-1-16,0-2 3 15,-3-1-7-15,3-1 11 16,0 3-10-16,3 3 5 16,-4 7 0-16,1 0 1 15,-1 7-4-15,0 1-2 16,10 2-8-16,-1 0 15 16,11 0-17-16,3 0-3 15,0 0-14-15,2 8-13 16,2-1-31-16,-4-2 1 0,-4-5 15 15,-2 0 8-15,2 0 2 16,-6 0 17-16,6 0 2 16,-6 0-17-1</inkml:trace>
  <inkml:trace contextRef="#ctx0" brushRef="#br0" timeOffset="7708">5035 342 25 0,'0'-2'80'16,"0"-1"-17"-16,0 3-8 15,-6-2-31-15,-9 2 13 16,0 0-2-16,-3 0-8 15,1 0 16-15,-2 10-33 16,-1 7 3-16,4 7 4 16,3-1 0-16,4-1-6 0,4-1-9 15,5-6-5-15,0-3 5 16,0-3-13-16,3 0-7 16,12-5-4-16,6-4 0 15,-3 0-6-15,0 0-3 16,-3 0 17-16,-3 0 20 15,-3-10-11-15,-5-2 11 16,1 0 9-16,-5 0-9 16,4-6 6-16,-4 3-4 15,0 2-7-15,0 0 23 16,0 9-9-16,0 1 14 16,0 3-3-16,0 0-7 15,0 0-15-15,0 0-1 16,0 6 2-16,0 11 11 15,0 0-17-15,0 3 0 0,0 0 4 16,0-4-5-16,0-3 2 16,11-2-5-16,3-5-5 15,2-6 13-15,6 0-12 16,3 0-8-16,5 0-11 16,1-17 11-16,-1 1-2 15,0-2-10-15,0-2 18 16,-1-2 2-16,-2 2 3 15,-8-2-8-15,-4 4 10 16,-4-2 0-16,-9 4 1 0,3-3 2 16,-5 4 8-16,0 8 44 15,0 2-33-15,0 5 11 16,-7 0-8-16,-10 0-7 16,-2 0-4-16,-4 0-10 15,6 16-1-15,1 0 14 16,7 1-14-16,7-1 2 15,-1-2 2-15,3-1-7 16,0-3 6-16,0 0-15 16,9-3 4-16,10-4-12 15,0-3-5-15,4 0-15 16,-4 0-25-16,0-3 19 16,0-9 42-16,-6-1-1 15,-4 1 8-15,-3 2 16 16,-3 5 7-16,-3 3 10 0,0 2 29 15,0 0-33 1,0 0-9-16,0 0-6 0,0 20 3 16,-3 2 2-16,-6 3-14 15,1 2-4-15,6 1 3 16,2-4-7-16,0 3 1 16,0 1-5-16,0-3-1 15,4 2 12-15,11-2-14 16,-5 0 8-16,1 2 0 15,-2-2-6-15,-9 0 7 16,0-3-8-16,0-4-2 16,0-4 17-16,-5 1-10 0,-12-3-4 15,0-6-1-15,-2-2 7 16,0-4-4-16,-3 0 1 16,8 0 1-16,3-17 15 15,5-5-17-15,6-9 6 16,0-5-3-16,11-1-14 15,20-1 4-15,5 4-1 16,3 4 2-16,-1 4 9 16,-5 2-7-16,-5 4-5 15,-6 1 8-15,-6 1-28 16,1 3 36-16,-5-3-4 16,-3 1-5-16,0 2 18 15,-3 3-16-15,0-1 14 0,-4 1-5 16,0 2-5-1,-2-2 6-15,0 4-4 0,0-2 0 16,0 8 21-16,0-1-13 16,0 3 9-16,0 0-10 15,-7 0-6 1,-4 0 7-16,0 5-13 0,-3 13 6 16,5 7 5-16,7-1-3 15,2 4 1-15,0-3 0 16,0 0-6-16,2-6 1 15,16 1-11-15,0-10 0 16,7-3-18-16,2-7-23 0,9 0-6 16,-2 0-19-1,0-2-42-15</inkml:trace>
  <inkml:trace contextRef="#ctx0" brushRef="#br0" timeOffset="8333">6160 275 107 0,'-8'-15'100'0,"-3"0"-85"16,7 13 23-16,4 2 18 16,-2 0-9-1,2 0-16-15,0 0 9 0,-3 0-12 16,3 0-3-16,-2 0-3 15,-2 0-15-15,4 0 8 16,-2 7-3-16,-1 13-1 16,0 6 7-16,1-2-6 15,-2 6-8-15,4-3 12 16,-5 0-12-16,5-2-1 16,-2-2 1-16,2-1-8 15,0-3 7-15,0 3-9 0,0-9 0 16,0 0 8-1,0-3-12-15,0-3-10 0,0-4-5 16,0-3-8-16,0 0-13 16,0 0-113-16,7 0-98 15</inkml:trace>
  <inkml:trace contextRef="#ctx0" brushRef="#br0" timeOffset="8837">6308 258 125 0,'0'-3'61'0,"0"3"-45"0,0 0 5 15,0 0 9-15,0 0-5 16,0 3 3-16,-2 6 7 15,-7 4 0-15,-7 3-15 16,3 0 10-16,-8 1-10 16,0 1-2-16,-1 2-2 15,-3 0-13-15,6-3 0 16,2-4 0-16,9-4-7 16,3-4 8-16,5-2-19 15,0-3-6-15,0 0 2 16,0 0-14-16,0 0 15 0,0 0 8 15,0 0 10-15,5 0 10 16,6 0-15-16,-3 0 12 16,6 0 4-16,2 0-6 15,-2 8 1-15,3-1-2 16,0-1-4-16,-2 0 18 16,3 0-15-16,-5-2 3 15,4 1 4-15,-6-5-6 16,0 3-1-16,-3 0-3 15,0 0-8-15,-2 0 10 0,-1 0-16 16,4 3-4 0,-1-5-8-16,-2 2-89 0,2 0-34 15</inkml:trace>
  <inkml:trace contextRef="#ctx0" brushRef="#br0" timeOffset="9113">6466 389 245 0,'-14'10'8'0,"5"3"28"0,5 0 47 15,4-1-71-15,0-2-9 16,0-5 6-16,0-1-13 16,0-1-2-16,0-3-9 15,0 0-22-15,0 0-23 16,0 0-54-16</inkml:trace>
  <inkml:trace contextRef="#ctx0" brushRef="#br0" timeOffset="9587">6466 389 101 0,'130'-134'106'15,"-130"132"-89"-15,0 2 21 16,0 0-6-16,0 0 6 16,0 0 5-16,2 0-14 15,-2 5 15-15,3 12-7 16,-3 4-15-16,0-2-4 16,0 3-3-16,0 0-3 15,0-1-9-15,0 3-1 16,0-3 8-16,0-4-15 0,0-3 4 15,0 1 5-15,0-4-10 16,0-2 6-16,0-3-4 16,0 1-1-16,6-2 7 15,-1 1-13-15,2-3 9 16,-3 0-4-16,5-3-3 16,-1 0 1-16,0 2 3 15,3-2-4-15,3 0 3 16,-3 0-21-16,2 0 13 15,-1 0-10-15,-3 0-13 16,-1-5-19-16,2-2-8 16,-1 0 21-16,2 1-23 0,0-1-61 15</inkml:trace>
  <inkml:trace contextRef="#ctx0" brushRef="#br0" timeOffset="9856">6634 389 140 0,'-2'0'58'0,"-1"0"-52"16,3 0 34-16,0 0-14 0,0 0-8 15,0 0 9-15,0 0-3 16,19 0-23-16,3 0 4 16,-5-2-18-16,-4 1-11 15,-4-3-16-15,-3 4-18 16,-1 0-26-16</inkml:trace>
  <inkml:trace contextRef="#ctx0" brushRef="#br0" timeOffset="10119">6524 206 162 0,'8'0'62'0,"4"0"-49"16,2 0 45-16,8 0-26 16,2 4-21-16,9 4-3 15,6-5-6-15,-3-3-1 16,0 0-11-16,-6 0-46 16,-3 0-126-16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9:51.27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154 71 120 0,'0'-7'27'0,"0"-3"14"16,0-3 8-16,0 6 12 15,0 2 24-15,0 5-46 16,0 0-15-16,0 0-10 15,0 0 0-15,0 0-4 16,0 0-3-16,0 0 6 16,0 0 3-16,0 15-5 15,0 9 2-15,0 6 0 0,0-2-5 16,0 7 1 0,0-2-7-16,0 0-1 0,0-2 7 15,0-1-13-15,0-3 8 16,0 0-6-16,0-5 6 15,0-1-1-15,0-4-10 16,0-2 0-16,0-8-3 16,0 0-13-16,0-4-26 15,0-3-5-15,0 0-103 16</inkml:trace>
  <inkml:trace contextRef="#ctx0" brushRef="#br0" timeOffset="617">0 248 191 0,'-2'0'13'0,"2"0"-10"16,0 0 5-16,0 0 6 15,10 0-6-15,9 0 0 16,1-3 8-16,-2 1 3 16,5-1-2-16,-3 3-5 15,7-5-10-15,-2 3 3 0,5-1-13 16,-2 1-15-16,-1 1 19 16,-2-8-21-16,-2 4 0 15,-5-3 10-15,-4 1 13 16,-8 0 5-16,-3 4-4 15,-3-2-3-15,0 3 20 16,0 2 1-16,0 0 13 16,0 0-11-16,0 0-10 15,-9 0 15-15,-5 0 3 16,-2 10-8-16,2 9 1 16,-3 6-11-16,7 3 2 15,1-1-1-15,9-2-6 16,0 0 3-16,0-8-7 0,0 1-2 15,14-11 6-15,6-4-4 16,1-1 2-16,2-2 0 16,-1 0-2-16,0 0 4 15,-3-10-7-15,-2-5 2 16,-6 5 7-16,-3-7-4 16,-5 2 0-16,-3-3 1 15,0-4-2-15,0 0 4 16,-9 4-4-16,-6 1 1 15,-3 4 3-15,2 6-7 16,5 2 1-16,2 5-8 16,4 0-36-16,3 0-105 15</inkml:trace>
  <inkml:trace contextRef="#ctx0" brushRef="#br0" timeOffset="1597">789 248 152 0,'-25'0'32'0,"4"0"-14"15,1 24 23-15,4 9 14 16,2-3-14-16,6-1-15 15,5-1-12-15,3-3 0 16,0-3-5-16,0-3 1 16,0-8-12-16,0-3 3 15,0-6 4-15,0-2-8 0,0 0 2 16,5 0 1-16,11 0 0 16,2-15 5-16,-2-7-9 15,6-5 3-15,-8-6 6 16,-1-4-6-16,-4 2 3 15,-4 3-4-15,-2 12 5 16,0 7 9-16,-3 8-5 16,0 4-1-16,3 1-3 15,2 0-5-15,3 1 5 16,1 19 1-16,-4 5-4 16,4 2 5-16,-4 1-6 15,3-4-1-15,1-1 5 0,-4-8-4 16,1-2 0-1,-3-4 1-15,-1-4-5 0,1 0 7 16,3-5-9-16,1 0 2 16,8 0 6-16,3-5-6 15,7-15-5-15,1-2-13 16,2-5-13-16,-7-1-5 16,-1-2-3-16,-9 11 34 15,-6 11 18-15,-5 5-4 16,0 3 27-16,0 0 2 15,0 21-10-15,0 6 9 16,0-5-9-16,0 0-12 16,0 1 1-16,0-6-6 0,0 3-3 15,0-2-2 1,0-6-4-16,14-2 7 0,5-7-7 16,4-3 1-16,4 0 6 15,4 0-7-15,1-8 0 16,-3-9-6-16,-8-1-1 15,-2-2 5-15,-7-2-4 16,-5 0 0-16,-3 0 11 16,-4 4-2-16,0 6 8 15,0 6 3-15,0 4 4 16,0 2-3-16,0 0-11 16,0 0 3-16,0 10 1 0,-4 10-5 15,0 0 6 1,1-1-6-16,0-1-1 0,3-6 5 15,0 4-8-15,0-9-8 16,0-1-20-16,14-6-124 16</inkml:trace>
  <inkml:trace contextRef="#ctx0" brushRef="#br0" timeOffset="1790">1275 91 251 0,'-13'0'74'0,"13"0"-66"16,0 0-4-16,0 0-4 16,0 0-4-16,0 0-27 0,13 10-109 15</inkml:trace>
  <inkml:trace contextRef="#ctx0" brushRef="#br0" timeOffset="2836">1577 272 179 0,'-12'0'63'0,"-1"0"-60"16,-1 0 37-16,3 0-1 16,0 0-18-16,0 3-5 15,2 15 3-15,1 1 5 16,0 4-5-16,-1-1-1 16,4 1-7-16,-1-1-7 15,3-4-5-15,3 1 5 16,0 0-8-16,0-6 2 15,9-2 1-15,18-5-11 16,9-6-20-16,-3 0-11 16,0 0 0-16,-8-14 26 15,-3-2 0-15,-2-5 9 16,-4 1 0-16,-3 2 4 16,2-1 0-16,-7-1 0 0,1 5 1 15,-5 2 8-15,3 8-6 16,-5 3 2-16,-2 2 1 15,6 0 2-15,-3 0 0 16,2 2 12-16,4 9-6 16,-2 1 11-16,2 7-7 15,-3-1-6-15,1-1 1 16,0 7-6-16,-3-5 4 16,5-2-3-16,-3-2-7 0,2-3 7 15,-3-4-6 1,-1-6 2-16,-2-2 0 0,3 0 4 15,1 0 5-15,-1 0-12 16,6-17 2-16,-2-3 9 16,-4-5 3-16,-5 3 7 15,0-5-1-15,0-3-14 16,0 2-2-16,0-2-1 16,0 13-3-16,0 4 10 15,0 8-10-15,0 5 3 16,0 0-2-16,0 0-4 15,0 0 10-15,3 0-6 16,16 0-6-16,4 0-1 16,1 3-7-16,6 2-34 15,4-2 2-15,-1-3-3 0,3 0 9 16,-4 0 6-16,-5 0 11 16,-9 0 3-16,-4-3 13 15,-14 0 13-15,0 3 34 16,0 0 10-16,-5 0-32 15,-15 0 22-15,1 0-11 16,-3 6-10-16,-1 11-4 16,2 6 4-16,2-3 1 15,4 4 4-15,7-4-10 16,6 0-11-16,2-2-4 16,0-4 6-16,0-1-3 15,5-1 5-15,17-7-9 0,3 0 3 16,5-5-6-16,1 0-3 15,-4 0 0-15,-5 0 16 16,-5-10-10-16,-9 0 13 16,-5-5-2-16,-3 1 0 15,0-4 1-15,0-2-6 16,0 2 2-16,0 4 12 16,-14-1-5-16,-8 5 10 15,-1 5-15-15,-4 3-7 16,0 2 1-16,5 0-10 15,11 0-23-15,8 0-39 16,3 0-63-16</inkml:trace>
  <inkml:trace contextRef="#ctx0" brushRef="#br0" timeOffset="3309">2457 216 196 0,'0'-7'13'16,"0"1"-1"-16,0 1 1 16,-3 1 3-16,-5 4 1 15,-3 0-8-15,-3 0 4 16,-8 0 16-16,-1 6-6 0,2 7 3 15,-1 2-15-15,2 0-2 16,4 2-5-16,2 1-3 16,8-1-2-16,4-2-5 15,2-2-2-15,0-1 9 16,11-5-6-16,16 1 2 16,4-6 5-16,5-2-1 15,-4 0-1-15,0 0 2 16,-11 0-4-16,-4 5 8 15,-4 0-5-15,-4 5-1 16,-4 0 9-16,-2-2-1 16,-3 0 6-16,0-2-3 15,0 2-3-15,-3 2 0 0,-20-3-11 16,2 3 4 0,-3-2 0-16,-5-3-1 0,8 1-2 15,2-6-11 1,2 0-57-16,11 0-67 0</inkml:trace>
  <inkml:trace contextRef="#ctx0" brushRef="#br0" timeOffset="4057">2711 257 178 0,'0'-14'44'16,"-3"4"-35"-16,3 4 25 15,-3 2 20-15,0 2 6 16,-5 2-28-16,-3 0-24 16,-6 0 0-16,-1 18-4 15,-2 6-1-15,1 1 8 16,4 2-7-16,2-2 2 15,5-5-3-15,8 0 1 16,0-1-6-16,0-1 1 16,0-4 0-16,10-1 3 15,10 1-10-15,-4-8 5 16,7-1 2-16,-1-5-3 0,3 0-4 16,0 0-6-16,-1 0-8 15,1-2 0-15,0-13-4 16,-3-3 6-16,-3 1 4 15,-2-1 8-15,-5-1 4 16,-7-1 4-16,-5 2-1 16,0 3 4-16,0 6 1 15,-5 3 41-15,-4 4-20 16,-3 2-6-16,2 0-11 16,2 0-4-16,-1 17 3 15,3 1 4-15,1-1-11 16,5 1 5-16,0 0-3 0,0-1-2 15,0-1 0-15,3-3-2 16,17-5-12-16,2-6 2 16,5-2 0-16,1 0-3 15,-1 0 6-15,-5 0 5 16,-2-7 5-16,-9-6 2 16,0 1-3-16,-5-1 9 15,-4-4-6-15,-2-3-2 16,0 3-6-16,0-3 10 15,-5 5 3-15,-20 3 6 16,-9 6-1-16,1 6-8 16,1 0-5-16,9 0-3 15,12 0 3-15,9 0-1 0,2 0-16 16,0 0-1 0,4 0 3-16,24 0-7 0,8 0-30 15,4 0-17-15,0 0 25 16,-1 0-44-16</inkml:trace>
  <inkml:trace contextRef="#ctx0" brushRef="#br0" timeOffset="4291">3158 285 47 0,'20'0'48'16,"-12"0"14"-16,-3 0-2 15,-2 0-13-15,-3 0 36 16,0 8-30-16,0 4-26 16,0 8-1-16,0 2-13 15,3 0 1-15,-3 1-3 0,3 2-5 16,-3 2-1-16,3 0-5 15,-3 3-4-15,2 0 7 16,0 2-3-16,-2-7-1 16,4 4 0-16,-4-5-1 15,0-6-4-15,3-2-2 16,-3-1-7-16,0-2-4 16,0-1-28-16,0-5-40 15,0-1-40-15</inkml:trace>
  <inkml:trace contextRef="#ctx0" brushRef="#br0" timeOffset="4670">3139 318 189 0,'-2'-8'42'0,"2"0"-17"15,0 1-3-15,0 0 9 16,9-1-8-16,12 3-10 16,3 2-8-16,-4 3-1 15,-1 0-5-15,-6 0 1 16,4 0 7-16,-5 6-4 16,1 11 12-16,1 3 9 0,-2-3-13 15,-2 1 3-15,-5-4-7 16,-2-1 6-16,-3-3 6 15,0 2-16 1,-21 1 2-16,-10 3-4 0,4-5 0 16,1-1 1-16,7-1-7 15,11-6-10-15,5-3 6 16,3 0-14-16,0 0-36 16,13-2-13-16,16-15 12 15,7-3-17-15</inkml:trace>
  <inkml:trace contextRef="#ctx0" brushRef="#br0" timeOffset="4950">3575 258 231 0,'0'-1'23'15,"0"-3"17"-15,0 4 26 16,0 0-35-16,0 0-20 15,0 0-12-15,0 0 7 0,0 0 0 16,0 0-3-16,0 0 15 16,0 12-4-16,-6 11-3 15,2 1 7-15,0 4-15 16,-1-4 5-16,5-1-6 16,0-6-3-16,0 1 4 15,0-6-5-15,0-4-2 0,0-6 3 16,0-2-16-16,0 0-35 15,0 0-153-15</inkml:trace>
  <inkml:trace contextRef="#ctx0" brushRef="#br0" timeOffset="5133">3689 0 134 0,'0'0'37'0,"0"0"-35"15,2 0-3-15,7 0-2 0,-7 0-39 16</inkml:trace>
  <inkml:trace contextRef="#ctx0" brushRef="#br0" timeOffset="5520">4196 98 233 0,'0'0'36'0,"0"0"-33"16,0 0 13-16,0 0 21 0,0 0-21 15,0 0 3-15,0 0 24 16,-3 0-28-16,-15 1-6 16,-7 11-7-1,-1 1 4-15,8 0-6 0,-8 1-3 16,1 3 7-16,4 1-5 16,-2 5 2-16,4 1 0 15,2 0-1-15,6 2 0 16,3-4 1-16,5-2 2 15,3-3 3-15,0-2-8 16,0-4 4-16,22-7 1 16,9 1-4-16,5-5 2 15,2 0-3-15,6 0-6 16,7 0-33-16,-6-9-80 16,-2-12-147-16</inkml:trace>
  <inkml:trace contextRef="#ctx0" brushRef="#br0" timeOffset="7583">298 834 108 0,'-3'-10'52'15,"1"0"-43"-15,-1 1 18 16,3 1 18-16,0 8-24 16,0-3-2-16,0 3-12 0,0 0 16 15,0 0 26-15,0 25-15 16,0 7-12-16,0 4-1 15,0-4-14-15,0 0-4 16,-3-5 5-16,0-4-8 16,3-3 3-16,-3-10-3 15,3-3 0-15,0-5 8 16,-2-2-9-16,2 0 3 16,0 0-2-16,0 0 2 15,0 0-3-15,0-17-7 16,0-8 6-16,0 0 8 15,0 0-7-15,0-2 2 0,0 2 0 16,0 3 1-16,8 2-1 16,0 6 1-16,6-2-3 15,0 10 12-15,-1-2-13 16,4 8 2-16,-3 0 3 16,2 0-3-16,2 0 5 15,-5 8-4-15,1 14 0 16,-5 2 6-16,-7 3 1 15,-2-1 0-15,0-2-4 16,0-1 2-16,0-4-1 16,0-4-7-16,-2-6 1 0,-2-6 3 15,4-3-7 1,0 0-1-16,0 0 1 0,0 0 3 16,13-14 2-16,18-11-3 15,-3-7-1-15,3 2 8 16,-10 2-7-16,-1 6 2 15,-9 11 1-15,-6 5 2 16,-2 6-2-16,-3 0 2 16,3 0-3-16,2 0 12 15,6 2-10-15,-2 18 8 16,2 3-2-16,-4-1-3 16,2-2 0-16,0-2-4 15,-4-4 0-15,1-4 3 16,-3-3-8-16,-1-2-9 0,0-2-33 15,2-3-19-15,1 5-149 16</inkml:trace>
  <inkml:trace contextRef="#ctx0" brushRef="#br0" timeOffset="9262">932 818 217 0,'-10'-13'48'16,"7"5"2"-16,1 3 43 15,-1 2-56-15,0 3-23 16,-3 0-3-16,-3 0-2 0,-4 0-7 16,2 3-3-16,-1 12 11 15,2 2-9-15,-1 7 8 16,0-3 0-16,5 1-5 15,4-2 0-15,2-7-5 16,0-1 0-16,0-5 7 16,8 1-9-16,18-3 5 15,1-2-4-15,6-3-1 16,-3 0 3-16,-6 0-4 16,-3 0-3-16,-8 0 10 15,-4-6-3-15,-7-8 3 0,-2-1-3 16,0-1 1-16,0-8 2 15,0 4-4-15,-17 4 0 16,4-3 3-16,-2 9-2 16,2 1-2-16,-1 1-5 15,5 3 1-15,7 2 2 16,2 3-4-16,0 0-11 16,0 0 19-16,17 0-1 15,19 0 1-15,10-5-3 16,10-2-9-16,-4 0-14 15,3 2-17-15,-4 2 14 16,-5 3 28-16,-4 0-2 16,-10 0 2-16,-7 0-4 15,-10 3 5-15,-8 7 1 16,-3-6-1-16,-2 1 0 0,-2-5 7 16,0 3 2-16,0-3 10 15,0 2 1-15,0 4-3 16,-17-1 0-16,-4 2-12 15,-4 5 4-15,-3 6-1 16,5 7-8-16,2-1 3 16,8-2-2-16,4 1 3 15,9-6-1-15,0 1-4 16,0-3 0-16,0-3 5 16,11-3-5-16,8-6 2 0,3-3-4 15,1 0 2 1,4 0 0-16,0 0-4 0,-1-9 1 15,-1-9 6-15,-4-1-5 16,1-6 3-16,-5-5 1 16,0-5 0-16,-4-5 1 15,-4-6-3-15,-4 1 0 16,-5 0 4-16,0 6 0 16,0 5 0-16,0 8-1 15,0 8 6-15,0 8 5 16,0 2 4-16,-2 8 3 15,2 0-3-15,-3 0-13 16,-1 0 0-16,2 0-4 16,-3 0-1-16,-2 10 4 15,5 10-2-15,0 0-5 16,2 2 10-16,0 3-6 0,0 2 4 16,0 8 2-16,0 1-3 15,0 0 2-15,0 2-5 16,0-3-1-16,0-3 5 15,4-2-7-15,17-8 1 16,0-2 3-16,5-5-5 16,1-5 2-16,4 1-7 15,8-8-4-15,1-3-5 16,5 0-5-16,-1 0 8 16,-6 0 2-16,-5 0-5 15,-5-12 6-15,-9 0 1 16,-5-3 6-16,-5-3 7 0,-4-1-6 15,-5-2 6-15,0-1 1 16,0 3-4-16,0-2 6 16,0 10-1-16,-14-2 0 15,0 5 6-15,-2 7-4 16,-4-3-1-16,1 4-4 16,0 0 1-16,3 0 7 15,1 5-9-15,2 10 1 16,5 5 4-16,1 5-4 15,5-2 2-15,2 1-1 16,0 1-2-16,0-5 1 16,23-5-1-16,4-3-5 15,0-3 7-15,4-6-6 16,1-3 1-16,-1 0-11 16,5 0 0-16,-2-3-6 0,-2-15-4 15,1-5 9-15,-1-2 6 16,-5-5 4-16,-3-2 4 15,-5-7 1-15,-2-4 0 16,-3-4 3-16,-5 2 2 16,-7 5 9-16,-2 8 9 15,0 5-5-15,0 11-4 16,0 7-1-16,0 1-2 16,0 8 0-16,-2-2-6 0,-2 2 0 15,2-2 6 1,2 2-11-16,0 0 4 0,-3 0-4 15,1 0 3-15,-2 7 1 16,2 13-4-16,-1 4 3 16,3 6 5-1,0 3-6-15,0 1 1 0,0 1 2 16,0 1-4-16,0-2 4 16,0-5-5-16,9-1-3 15,4 1 8-15,1-8-3 16,4 1-5-16,0-4 3 15,-2-4-1-15,1-1 2 16,0-8-6-16,-4-3 0 16,3-2 1-16,-1 0-2 15,2 0-17-15,-2-12-6 16,-1-10-45-16,-3-4-231 0</inkml:trace>
  <inkml:trace contextRef="#ctx0" brushRef="#br0" timeOffset="10851">2626 818 99 0,'-7'0'42'15,"5"0"-25"-15,2 0 14 16,0-6-16-16,0-4 12 15,0 0 7-15,2 2 5 16,2 4 4-16,-1-1-20 16,-3 2-7-16,2-2-1 15,-2 5-3-15,0 0 4 16,0 0-7-16,0 0 7 16,0 0-3-16,0 0-6 15,0 0-1-15,0 0-2 16,0 0 0-16,-16 0-3 0,-6 8-1 15,-1 1-2 1,4 4 7-16,5-3-9 0,2-3 5 16,6 1-1-16,2-6 0 15,1 6-1-15,3 0 1 16,0 0-2-16,0 3 5 16,0 2-4-16,0-1 1 15,3 0-1-15,14 0 0 16,5-7 0-16,0 3 2 15,2 0-4-15,-2-1 8 16,-4 0-7-16,-4 1 2 16,-7 2 0-16,-1-2 1 15,-1 1 2-15,1 2 0 0,-3-2 4 16,2 0 6 0,-1-3-11-16,-2 0 0 0,-2-4 2 15,0 0-4-15,0 1 1 16,0-1 0-16,0 3 2 15,-31 2 4-15,-10 6-16 16,-3-3-6-16,-3-5-29 16,14 0-222-16</inkml:trace>
  <inkml:trace contextRef="#ctx0" brushRef="#br0" timeOffset="16533">251 1423 134 0,'3'-17'61'0,"-3"0"-58"0,0-4 14 15,0 9 12-15,0 7 1 16,0 3-13-16,0 2-2 16,0 0 6-16,0-3-2 15,0 3-1-15,0 0 2 16,0 0-4-16,0 0 7 15,0 0 1-15,0 0-12 16,0 10 2-16,-6 5-6 16,-3 5-2-16,4 0 8 15,1-1-13-15,-3 4 8 16,-1 4 0-16,0 6-5 16,-1-1 6-16,-1 3-7 15,4 1-1-15,-3-5 8 0,1-4-11 16,3-2-1-16,-1-3 1 15,1-4 4-15,2-8-2 16,1-1-6-16,2-6 1 16,-4-3 2-16,4 0-10 15,0 0 6-15,0 0-15 16,0-3-19-16,0-21-48 16,0-11-39-16,0 0-4 15</inkml:trace>
  <inkml:trace contextRef="#ctx0" brushRef="#br0" timeOffset="16914">251 1423 133 0,'-33'-104'23'15,"36"96"-4"-15,-3 1 7 16,0 4-4-16,0 3-3 15,0 0-7-15,0 0 5 16,0 0 4-16,0 0 6 16,0 0-8-16,2 0 8 15,5 0 5-15,0 0 2 16,4 10-2-16,0 16-16 0,0 4-5 16,-6 0-1-1,4 0-9-15,2 1 0 0,-2-1 0 16,2 2-1-16,-3-2 5 15,0 0-6-15,-3-3-1 16,-1-2 7-16,1-5-10 16,-3 0 7-16,4-6-5 15,-3-3 1-15,-3-4-4 16,3-2-10-16,-1-2-6 16,2-1-17-16,-2-2-40 15,-2 0-39-15</inkml:trace>
  <inkml:trace contextRef="#ctx0" brushRef="#br0" timeOffset="17222">169 1594 81 0,'0'0'64'16,"0"0"-58"-16,0 0-2 15,4-2 12-15,13 2-6 16,2 0-3-16,4 0 3 16,2 0-1-16,-3 0-4 0,3 0 3 15,-4 0-7-15,-1 0 1 16,-4 0-5-16,1 0-3 15,-3 0 6-15,2 0-13 16,4-2-75-16</inkml:trace>
  <inkml:trace contextRef="#ctx0" brushRef="#br0" timeOffset="17534">560 1520 94 0,'-3'3'116'0,"3"-3"-102"16,0 0 3-16,0 0 20 0,0 0-17 15,0 4-1-15,0 11 28 16,0 5-17-16,0 5-7 16,0 5-3-16,0 0-11 15,0 5 0-15,0-1-7 16,0-1-1-16,0-1 3 15,0-4-4-15,0-4 2 16,0 1-4-16,0-5-2 16,0-5 8-16,0-5-10 15,3-3-4-15,0-4-4 16,2-3-34-16,1 0-25 0,-1 0-5 16,-3 0-35-1</inkml:trace>
  <inkml:trace contextRef="#ctx0" brushRef="#br0" timeOffset="17926">581 1562 130 0,'-2'-9'48'15,"2"-2"-28"-15,0 1 13 16,0 5 11-16,0 1-18 15,0-1-5-15,9 0 4 16,7 0 1-16,1 0-2 16,4 2-13-16,5 0-7 0,-7 3 1 15,4 0-5-15,-5 0-1 16,0 0 2-16,-3 16 3 16,-6-2 11-16,-4 4-6 15,-5-1 3-15,0-2-2 16,0 2-7-16,-5-1 3 15,-17 3-3-15,-1-2-5 16,5-4 6-16,-2-3-6 16,1-2 0-16,2-6 3 15,4-2-5-15,-4 0 0 16,9 0-2-16,-1 0-5 16,7 0 4-16,2-2-8 0,0-8-38 15,0-1-38 1,2 5-56-16</inkml:trace>
  <inkml:trace contextRef="#ctx0" brushRef="#br0" timeOffset="18317">903 1458 140 0,'0'-5'49'16,"0"3"-34"-16,0 2 24 0,0 0 3 16,0 0-4-16,0 0 40 15,0 18-42-15,0 13-17 16,5 4-7-16,-2 2-1 15,-3 3 2-15,3 0-12 16,-3 2 1-16,0-5 3 16,3 1-5-16,-1-4 1 15,1-6-3-15,-3-3 1 16,3-3-1-16,-3-5-6 0,0-2-6 16,0-8-3-1,0-2-11-15,0-2-25 0,0-3-36 16,0 0-35-16</inkml:trace>
  <inkml:trace contextRef="#ctx0" brushRef="#br0" timeOffset="19216">953 1523 253 0,'-9'-15'22'0,"4"4"20"16,5 4 24-16,0 5-41 16,0 1-20-16,0-3-2 0,8 1-3 15,16-2 5 1,5 3-5-16,-2 2 4 0,-5 0 2 16,-3 0-3-16,1 0-3 15,-9 2 2-15,-4 16-4 16,-7 4 6-16,0 3-5 15,0 3 3-15,-24 2 5 16,-6 0-7-16,-6-6 4 16,0 1-5-16,0-5 2 15,6-5 4-15,8-6-8 16,8-3 1-16,3-6 6 16,11 0-8-16,0 0 1 0,0 0-6 15,27-11 5 1,4-4 5-16,-1 3-10 0,-5 2-4 15,-1 5-4-15,-3 0-18 16,-3 0-17-16,4-3-9 16,-2 2 11-16,1-2 3 15,-1-2-5-15,0-2 0 16,-4-3 43-16,0-4 14 16,-2-5 16-16,-3 0 2 15,3-9 10-15,1-2-3 16,-8-2-17-16,1-3 7 15,-5 8-2-15,-3 8 21 16,0 3-9-16,0 9-15 0,0 6 25 16,0 0 6-1,0 6-24-15,0 0-13 0,0 0-1 16,0 0-2-16,0 6 5 16,0 18 3-16,0 10-2 15,0 1-3-15,0 1-5 16,0 0 3-16,0-2 0 15,0 1-2-15,0-2 0 16,0 0-3-16,0-7-3 16,0-3 5-16,9-1-8 15,0-7 2-15,0-5 0 16,6-3-6-16,1-7 2 0,4 0-8 16,1 0-6-16,10 0-8 15,-1-19-4 1,1-7-7-16,-3 2-4 0,-6-3 27 15,-6-1 13-15,-5 7-3 16,-2 0 12-16,-7 12 15 16,-2 1 30-16,0 8-18 15,0 0-7-15,0 0-9 16,0 0-14-16,0 0 2 16,0 20 4-16,0 2 0 15,0 0-8-15,0-5 0 16,0 1 2-16,0-1-4 15,0-5-1-15,0-6-14 16,0-4-78-16,12-2-52 16</inkml:trace>
  <inkml:trace contextRef="#ctx0" brushRef="#br0" timeOffset="19415">1562 1371 250 0,'-3'-3'19'16,"3"-6"-17"-16,0 1 2 16,3 3 3-16,14-4-17 0,-4 1-52 15</inkml:trace>
  <inkml:trace contextRef="#ctx0" brushRef="#br0" timeOffset="20080">1731 1652 152 0,'0'2'44'0,"0"-2"-32"0,0 0 33 16,5 0-23-16,11 0-15 15,-2 0-5-15,-2-7-3 16,1 2 3-16,2-3-4 16,1 2 3-16,-3-5 3 15,1-1-2-15,-3-6 2 16,-4 3-1-16,-5 0-2 15,-2-2 13-15,0 7-11 16,0-2 10-16,0 4 12 16,-9 6-8-16,-4-1 10 15,-1 3-19-15,-2 0-6 16,-2 0 7-16,3 3-9 0,1 16-3 16,5 4 7-1,4 2-1-15,5-1-3 0,0 1 3 16,0-3-3-16,5-4 6 15,18-3-9-15,4-8-1 16,4 1 7-16,1-5-7 16,-1-3-4-16,1 0 2 15,-3 0-2-15,1 0 5 16,-5-3-6-16,-1-9 7 16,-1-3 6-16,-1-2-6 15,-4-1 2-15,5 2 1 16,-4-2-1-16,-2 2 4 15,-4 9-4-15,-4 0 0 16,-4 4-1-16,-1 3 6 16,1 0-7-16,1 0 4 0,-1 0 5 15,6 7 2-15,-2 7-4 16,-2-2 4-16,2 0 1 16,-9 0 0-16,0 3-6 15,0-2-1-15,0-2-4 16,-16 2 2-16,-4-5-24 15,4-1-28-15,4-2-156 16</inkml:trace>
  <inkml:trace contextRef="#ctx0" brushRef="#br0" timeOffset="20844">2813 1252 49 0,'0'0'57'16,"0"0"-17"-16,0 0 3 15,0 0-9-15,-3 0-6 16,3 0-3-16,0 0 23 16,-2 0-13-16,2 0-7 0,0 0-3 15,0 0-12-15,0 0-9 16,0 0 1-16,0 0-2 15,0 0-1-15,0 0 3 16,0 0-6-16,0 0 5 16,0 0-4-16,0 0 2 15,0 0-2-15,-4 0 1 16,4 0 3-16,0 0-5 16,0 0-2-16,0 5 7 15,0 2-1-15,-2 11-2 16,-1 4 10-16,1 7 1 15,0 5-1-15,-2 2-2 16,4 1-2-16,0 1 2 16,0-1-5-16,0-4-3 0,0-6 1 15,0-4-3 1,0-4 3-16,0-2-2 0,6-5-2 16,1-4 3-16,-1-1-5 15,0 1-3-15,0-3-3 16,-4 0-3-16,1-2-10 15,-3-1-15-15,0-2-46 16,0 0-26-16,0 0-125 16</inkml:trace>
  <inkml:trace contextRef="#ctx0" brushRef="#br0" timeOffset="21416">2633 1568 169 0,'0'0'64'0,"0"0"-46"15,0-6-7-15,25 0 7 16,6 0-6-16,5 1-3 16,0 0-9-16,0-3-2 15,-4 2 2-15,2-2 0 16,-9 3 0-16,-4 0-4 15,0 2-1-15,-8 1 3 16,4 2-2-16,-4 0 5 0,-2 0-3 16,-2 0 2-1,-4 0 0-15,-3 0-2 0,-2 0-1 16,0 0 6 0,0 0-8-16,0 0-3 0,0 0 10 15,0 0 11-15,0 0 2 16,0 0-2-16,-13 0-5 15,-4 7 20-15,-2 10-12 16,2 4-2-16,4 1-3 16,4 0-5-16,9-2-4 15,0-3-2-15,0 1 1 16,0-4-2-16,20-3 1 0,5-6 0 16,5-5-4-1,0 0 4-15,0 0-6 0,1 0-3 16,-3-13 8-16,-6-4 3 15,-4-1 3-15,-6 1 4 16,-6-1 3-16,-6-1 11 16,0 0-4-16,0-5-16 15,-14 7-3-15,-8 2 4 16,-3 11-8-16,-6 4 0 16,1 0-10-16,3 0-20 15,5 1-99-15</inkml:trace>
  <inkml:trace contextRef="#ctx0" brushRef="#br0" timeOffset="22253">3374 1446 199 0,'-6'0'50'0,"0"2"18"16,1 20 20-16,-1 5-55 16,-1 2-15-16,1-2-7 0,3 0-11 15,3-2 0-15,0-6 6 16,0 3-6-16,0-12 2 15,0 1-7-15,0-6 4 16,3-3 5-16,8 1-9 16,2-3 3-16,3 0 4 15,7 0-10-15,-6-10 8 16,2-10-2-16,-8-3 2 16,0 1 1-16,-6 0-3 15,-1 2 3-15,1 2 4 16,-3 8-5-16,-2 5 6 15,0 5-1-15,0 0-3 16,0 0 2-16,0 0-4 0,4 3 0 16,-1 15 6-1,1 2-2-15,3-2-3 0,-3-2 0 16,3-2-2-16,0-1 3 16,2-3-6-16,2-3 1 15,0-6 6-15,1-1-5 16,1 0 0-16,3 0 2 15,2 0-2-15,0-15 4 16,-7 3-6-16,-2-3 0 16,-4-3 7-16,-5-4-4 15,0-1 1-15,0 1-1 16,-3 5-7-16,-8 1 5 16,7 4 0-16,-3 3-3 15,7 6 7-15,0 0-5 0,0 3 4 16,0 0-5-16,0 0 4 15,3 0 5-15,16 0-7 16,4 0 1-16,-1 0 6 16,3 0-6-16,0 0 2 15,0 0-1-15,-4 0 1 16,-2 0 4-16,-5 0-7 16,0 6 5-16,-8 3 5 15,-1 4-1-15,-5 4 3 16,0 4 0-16,0 1-2 15,0-2-2-15,0-1-8 0,0-1 1 16,0-3 2 0,0-6-4-16,0-1-5 0,0-6-12 15,0-2-14-15,2 0-121 16</inkml:trace>
  <inkml:trace contextRef="#ctx0" brushRef="#br0" timeOffset="22427">3815 1271 222 0,'-3'-2'54'16,"1"1"-46"-16,2-3 9 0,0 4-7 15,2 0-13 1,19 0-72-16</inkml:trace>
  <inkml:trace contextRef="#ctx0" brushRef="#br0" timeOffset="23344">4271 1413 163 0,'0'3'53'0,"0"-1"-32"0,0-2 25 15,0 3 5-15,0-1-26 16,-8 3-14 0,-10 0-6-16,-7 5 8 0,1 0 3 15,-3 3 6-15,-3 1-1 16,-1 2-12-16,3 3-8 15,6 1 5-15,6 2-3 16,5-4-2-16,5 1-2 16,0-1 2-16,6-2 0 15,0-2-2-15,0-2 0 16,0-5 3-16,6-1-3 16,7-6 1-16,7 0-5 15,-4 0 3-15,7 0 5 0,-6 0-8 16,2-13 2-16,-2-2 5 15,-1-2-4-15,0-3 2 16,-2-7-3-16,-1-6-2 16,2-4 10-16,-4-8-7 15,-3-2 0-15,1-3 4 16,-1 1-3-16,-5 4 2 16,-1 6-1-16,-2 6 0 15,0 14 7-15,0 7-9 16,0 6 3-16,0 3 6 15,0 3-7-15,0 0 3 16,0 0-3-16,-2 0 1 16,-12 15 6-16,0 21-4 0,-1 3-2 15,8 3 7-15,1 0-2 16,4 0 0-16,2 1-4 16,0-2-2-16,0-8 4 15,0 3-7-15,2-9 2 16,11-5 3-16,2-3-1 15,2-3-2-15,2-6 0 16,5-2-2-16,2-4 6 16,2-4-14-16,-4 0 2 15,3 0 4-15,-4 0-2 16,-1-3 7-16,-4-6-3 16,0-6 1-16,0-4 4 0,-3-5-9 15,2-6 2-15,-6 1-1 16,-3 1-8-16,-2 4-2 15,-6 9 17-15,0 7-3 16,0 8 11-16,-12 0-12 16,-12 0 5-16,-3 12 2 15,-3 11-3-15,9 4 5 16,4 1-5-16,6-1 1 16,9 0 5-16,2-5-7 15,0-4-3-15,9-6 7 16,15-4-5-16,9-8 1 15,3 0-3-15,8 0-6 16,1-4-37-16,-5-17-99 0</inkml:trace>
  <inkml:trace contextRef="#ctx0" brushRef="#br0" timeOffset="25299">361 2166 211 0,'-5'7'37'0,"-9"6"-38"16,8 2 18-16,6 12 22 0,0 1-11 16,0-4 4-16,9 2-16 15,7-2 1-15,1-1-1 16,-3-4-17-16,-5-1 1 15,-2-9 1-15,-5 1 0 16,4-2 3-16,-6-5-8 16,3-3 2-16,0 0 8 15,0 0-6-15,9 0 5 16,-5-8-2-16,4-11-2 16,-5-4-1-16,-3 1-1 0,-3-3-2 15,0 2 11-15,0 1-11 16,0 5 3-16,-6 2 2 15,-2 2-1-15,2 3 4 16,4 5-3-16,-1 3-2 16,3-1 6-16,0 3-9 15,0 0 2-15,0-2 0 16,0 2 0-16,11-3 2 16,14 2-3-16,5 1 0 15,6 0 6-15,4 0-13 16,5 0 3-16,5 0-21 15,-1 0-22-15,-1 0-1 16,-7 0 0-16,-13 0 28 16,-10 0 21-16,-6 0-1 0,-9 0 2 15,-3 0 6 1,0 0 15-16,0 0 27 0,0 0-11 16,0 0-14-16,0 0-7 15,-8 0-10-15,-5 0-2 16,-5 0 10-16,-4 1-3 15,-3 14-2-15,3 0-6 16,3 3 0-16,-1-1 8 16,6 3-10-16,10-3-1 15,1 1 1-15,3-1 1 16,0-2-1-16,3-3-4 16,12-2 1-16,8-2 8 0,2-8-10 15,-3 0 2 1,1 0 3-16,-5 0-6 0,2-15 4 15,-4-5-1-15,2 1 1 16,-9-2 5-16,0 4-8 16,-6-3 4-16,-3 3 3 15,0-1-3-15,0 8 6 16,0 3-5-16,0 4 7 16,0 3 11-16,0 0-16 15,0 0-4-15,0 0 1 16,0 10 4-16,0 13 0 15,0 4-2-15,0 0 0 16,3-4 5-16,8-3-7 0,5-6 0 16,0-3 3-1,4-4-5-15,-1-5 4 0,4-2-4 16,-2 0-2-16,4 0 7 16,3 0-7-16,-3-9 2 15,-1-9 1-15,1-2 3 16,-5 0-2-16,-6-2-2 15,-1 2-5-15,-4 3 10 16,-4 7-8-16,1 2 5 16,-6 5 1-16,0 3-1 15,5 0 0-15,1 0 4 16,2 0-4-16,1 13 5 16,2 2-5-16,-3 5 0 15,-3-1 1-15,1 4 0 0,0-3-1 16,-4-7 1-16,4-4-4 15,-4-1 9-15,1-8-10 16,-1 0 1-16,2 0 4 16,4 0 0-16,5 0-2 15,4-10 1-15,2-10-1 16,1-2 4-16,0 0-6 16,1-1 0-16,1 7 5 15,-6 2-4-15,-5 7 4 16,-7 4-8-16,-1 3 6 15,-1 0 5-15,4 0-5 16,0 0 2-16,5 5 1 16,-3 10 1-16,-3 0-1 15,0 0-1-15,2-2-3 0,-3-1 5 16,0-5-5-16,-1 1-2 16,-3-5-1-16,2-3-16 15,0 0-34-15,4 0-115 16</inkml:trace>
  <inkml:trace contextRef="#ctx0" brushRef="#br0" timeOffset="25488">1581 2064 207 0,'-13'0'130'0,"13"0"-114"15,0 0 25-15,0 0-18 16,2 0-20-16,13 0-3 16,-2 0-24-16,2 0-101 15</inkml:trace>
  <inkml:trace contextRef="#ctx0" brushRef="#br0" timeOffset="26176">1717 2283 151 0,'-11'5'137'0,"8"-5"-130"0,3 0 0 16,0 0 32-16,0 0-7 15,0 3-11-15,11-1 2 16,9 2-19-16,2-4 0 15,0 0-2-15,-3 0-2 16,1 0-2-16,-10 0-3 16,1-9 1-16,-5-1 9 15,-3 0-9-15,-3 3 4 16,0-3 1-16,0 2-1 0,0 2 5 16,-5 0 6-1,-10 6 1-15,2 0-4 0,-4 0-6 16,1 0 0-16,-2 0-1 15,5 9-1-15,5 7 4 16,0-2-5-16,5 1-1 16,3 6 9-16,0-4-7 15,0-3-1-15,3-1 1 16,22-5 0-16,7 0 1 16,4-8-2-16,4 0-5 15,-4 0 9-15,-2 0-10 16,0-6 6-16,-1-14-2 15,1-2-1-15,-4 1 5 0,-5-8-4 16,-1 1 0 0,-2-1 8-16,-11-5-8 0,-2 0 4 15,-9 5-1-15,0 2 4 16,0 7 1-16,0 5-4 16,-3 9 7-16,0 4 6 15,3 2-9-15,-3 0-4 16,1 0-1-16,-2 0 3 15,-1 18-1-15,3 9-2 16,2 1 4-16,0 4 4 16,0-3-5-16,0 1 2 15,0-1-2-15,0-5-3 16,0 0 1-16,5-3-6 16,3-4-10-16,1-3-4 0,-1-1-32 15,-2-5-107-15,1-6-100 16</inkml:trace>
  <inkml:trace contextRef="#ctx0" brushRef="#br0" timeOffset="26985">2015 2261 170 0,'-6'0'59'0,"6"0"-50"15,0 0 10-15,4 0 8 16,25 0 11-16,7 0-28 0,3 0-2 16,-3-5 1-16,0-3 5 15,-3 0-4-15,-3 1-7 16,1 0 1-16,-6-1 5 16,-3 6-9-16,-5 2-1 15,-4 0 6-15,-4 0-2 16,-2 0 3-16,0 0 2 15,-5 10 9-15,-2 2 0 16,2 3-18-16,-2-1 6 16,4-5-5-16,-4 0 0 15,5-1 2-15,0-3-4 16,4-3 1-16,7-2 3 0,4 0-4 16,5 0 0-1,2 0-4-15,4-15 3 0,-6-2-1 16,-3 0 1-16,-4-3-3 15,-3 0 12-15,-7 0-9 16,1 2 3-16,-5 4-1 16,3 4 3-16,-5 4 8 15,-2 6-9-15,0 0 2 16,0 0 5-16,0 0-4 16,0 4 5-16,0 13-2 15,0 5 1-15,0 0 0 16,0 1-5-16,0-1-3 15,0 5 5-15,0-1-5 16,0-2-1-16,6 4 4 16,4-1-2-16,-3 0 0 0,0 0-3 15,2-2-2 1,0-5 6-16,-2 3-5 0,-3-4 3 16,-4 1 1-16,0 2 0 15,0-4-1-15,-7-1 0 16,-6-1-3-16,-3-5 6 15,5 0-5-15,-3-6 3 16,3-3 0-16,2-2-1 16,-7 0 3-16,-2 0-7 15,2 0 3-15,-6-7 4 16,6-13-5-16,5 0 2 16,0-7 0-16,8-3-1 0,3-2 0 15,0-1-1-15,3 1 0 16,21 7 5-16,7 0-5 15,4 3 0-15,7 2 3 16,2 1-7-16,-2-2-8 16,1 3-30-16,-9 1-109 15</inkml:trace>
  <inkml:trace contextRef="#ctx0" brushRef="#br0" timeOffset="27698">3059 2186 162 0,'0'0'58'16,"0"0"-49"-16,0 0 49 0,0 0 30 15,0 0-51-15,0 5-20 16,-12 11-12-16,-4 3 4 15,0 3-4-15,5 0-1 16,3-1 7-16,2-5-7 16,3 0-3-16,3-6 5 15,0-3-7-15,0 1 3 16,11-8 0-16,17 0 1 0,2 0 0 16,3-3-6-16,0-12 3 15,-11-2 6-15,-2 2-7 16,-13 2 6-16,-7-2-5 15,0 3 3-15,0 0 2 16,-4-3-11-16,-21 5 5 16,-3 2-4-16,-8 3-1 15,3 5 1-15,3 0-6 16,11 0 3-16,7 0 4 16,12 0-12-16,0 0-29 15,0 0 32-15,22 0-6 16,14-5 8-16,3-7 4 15,2-1-2-15,-2-1 12 16,-6 1-7-16,-9 3 3 16,-6 3 6-16,-7 7 9 0,-4-2 23 15,-1 2-13 1,2 0-5-16,3 0 1 0,-2 0-2 16,-1 9-1-16,0 9 9 15,-1 4-11-15,-5 4-11 16,2-2 1-16,-4 1-4 15,0 2 4-15,0 0-7 16,0 0 3-16,0-4 1 16,0 2-3-16,0-6 4 15,0 4-4-15,0-6-2 16,0 1 4-16,0-1-16 16,0-4 0-16,0-6 4 15,0 1-11-15,0-3-6 0,0-3-10 16,0-2-46-16,0 0-19 15,0 0-53 1</inkml:trace>
  <inkml:trace contextRef="#ctx0" brushRef="#br0" timeOffset="27932">3243 2348 210 0,'0'-3'82'0,"0"-5"-73"0,20 1 15 0,10 0 36 15,3 2-24-15,6-3-22 16,3-2-13-16,1 3 2 16,0-6-5-16,-11 3-10 31,-3-4-56-16,-11 1-116-15</inkml:trace>
  <inkml:trace contextRef="#ctx0" brushRef="#br0" timeOffset="28696">1317 2858 138 0,'14'-12'15'0,"-1"3"-12"16,-2 0 29-16,1-2-5 15,-7 4-11-15,-3-1 4 16,-2 4 27-16,0 4-1 16,0 0 7-16,0 0-12 15,0 0-22-15,-2 0-12 16,-15 0-11-16,-10 0 7 16,-3 2-7-16,0 0 5 15,-1 1 3-15,1-1-6 16,5 1-1-16,-3 3 11 0,5-5-8 15,4 4 0-15,-3 5 1 16,6 4-4-16,-1-1 8 16,9 5-8-16,2-6-1 15,6 1 3-15,0 1-5 16,0-3 4-16,20-7-3 16,10 2 3-16,6-6 7 15,0 2-9-15,0 3 3 16,-5 2 3-16,-10 3-6 15,-4 0 6-15,-4 0-4 0,-7 0 1 16,-6-2 1 0,0-1-1-16,0 0 5 0,-14 1-1 15,-14-1-1-15,-5 4 0 16,-3-2-4-16,0 1-1 16,6-10 9-16,6 0-11 15,6 0-10-15,13 0-18 16,3-10-31-16,2-10-52 15,0-2-106-15</inkml:trace>
  <inkml:trace contextRef="#ctx0" brushRef="#br0" timeOffset="29674">1480 2802 102 0,'8'0'49'16,"-3"0"-14"-16,1 0 24 16,0 0-5-16,-2 0 6 15,3 0-2-15,1 15-29 16,-5 0-9-16,-1 2 1 16,1 1-11-16,-1 4-7 15,-2-4 5-15,7 2-12 16,-3-3 4-16,5-4-1 15,5-6-2-15,-1-2 2 16,7-5-6-16,5 0 1 0,0 0 4 16,5 0-2-16,-5-18-1 15,-4 4-1-15,-3-7 3 16,-7 4 4-16,-1-3-5 16,-1-1 0-16,-3 5 8 15,-6 2-7-15,0 3 5 16,0 4-1-16,0 4 4 15,0 3 4-15,0 0-7 16,0 0 4-16,0 0 4 16,0 0-8-16,0 0 0 15,0 5-1-15,0 15-1 16,0 0 9-16,0 7-11 16,0 3 4-16,0 5 0 0,0 0-3 15,0-5 2-15,0 2-3 16,3 0-4-16,-1 2 11 15,3-3-15-15,-1-1 0 16,-2 2 5-16,0-7-11 16,-2-2 11-16,0-4-8 15,0-4 3-15,0-3 10 16,-4-2-10-16,-7 0 6 16,-1-5 6-16,1 3-6 15,-2-6 3-15,-1 1 1 16,-3-3-1-16,0 0 7 15,2 0-4-15,0-3-2 0,1-9 7 16,7-3-4-16,0-8 5 16,7-4-5-16,0-3-4 15,0-10 6-15,28 0-9 16,8-4 4-16,6 4 2 16,-4 0-4-16,0 5 2 15,-2 5-2-15,-2 1-1 16,0 4 7-16,-5 3-8 15,2 3 2-15,-4 1 5 16,-2 10-2-16,-8 4 2 16,-6 0-1-16,-3 4 0 15,3 0 8-15,3 8-8 16,-3 12-2-16,3 5 7 0,-5-5-7 16,-2-1 0-1,-1-1-3-15,-6-3 9 0,0-5-1 16,0-3-7-16,0 1 6 15,-9-3 1-15,-10-3-5 16,-2 4 1-16,-4-6-4 16,0 0 1-16,-3 0 4 15,5 0-15-15,13 0-13 16,1-4 11-16,9-5-8 16,0 1-25-16,0-1-5 15,17-2-11-15,8 2-57 16</inkml:trace>
  <inkml:trace contextRef="#ctx0" brushRef="#br0" timeOffset="30011">2338 2630 211 0,'-2'0'38'16,"-1"0"-23"-16,3 3 34 16,0 5 24-16,0 4-46 15,0 8-3-15,0 5 2 0,0 3-11 16,0 2-3 0,0 0 0-16,0 0-9 0,0-6 6 15,0 0-12-15,0 1 2 16,3-2 4-16,-1-4-4 15,0-1 3-15,-2-3-4 16,4 0-8-16,-4-7 3 16,3-2-10-16,-3-3-11 15,2 0-42-15,-2-3-19 16,0 0-12-16</inkml:trace>
  <inkml:trace contextRef="#ctx0" brushRef="#br0" timeOffset="31344">2222 2877 179 0,'0'0'39'0,"0"-5"-24"16,0 2 50-16,14 1-6 15,8-1-17-15,-1 3-18 16,8 0-20-16,-1 0-2 15,-4 0-5-15,3 0-4 16,7 0 4-16,2-2-21 16,5-11-26-16,4 4 0 15,-5-2 18-15,-4-1 21 16,-10 7 9-16,-13 0 4 0,-7 5 13 16,-6 0 20-16,0 0 12 15,0 0-22-15,-9 9-21 16,-4 3-2-16,-1 2-1 15,1-2-3-15,-1 1 7 16,0-1-5-16,-6 3 6 16,4 0-1-16,2 3-5 15,-3 1 4-15,9 1-4 16,3 1-2-16,5-4 10 16,0-3-11-16,0-9 3 15,13 0 3-15,12-5-3 16,6 0 2-16,-1 0-4 0,1-5 0 15,-6-9 6 1,0-2-7-16,-4 4-1 16,-2-3 4-16,-5 2-3 0,-3 2 3 15,-4 3-3-15,-5 3-3 16,0 3 13-16,3 2-11 16,1 0 5-16,0 0 6 15,-3 0-3-15,2 7 0 16,-2 5-1-16,3 1-2 15,-4 2 7-15,-2-2-13 16,0-1 1-16,0-2 4 16,0-1-2-16,3-6 2 15,-3-1 0-15,2-2-4 0,-2 3 10 16,0-3-13 0,0 0 3-16,0 0-5 0,0 0 6 15,0 0 5 1,0 0-1-16,0 0-1 0,4 0 6 15,1 0-7-15,4-17 1 16,4-1 1-16,6-2-2 16,-2 0 2-16,-3 6-1 15,-3 6-4-15,-6 3 11 16,3 2-10-16,-2 3 4 16,0 0 5-16,3 0-2 15,-5 0 1-15,5 13-1 16,-7 2 10-16,4-3 0 15,-3 6-10-15,-3-10-1 16,3 1-4-16,0 1 1 0,-1 2 0 16,4-7-7-16,-1-2 1 15,-3-1 3-15,4 1-2 16,0-3-2 0,0 0 5-16,1 0-3 0,8 0 3 15,-4 0-8-15,5-5-9 16,1-8 7-16,-4-1 6 15,1-2-3-15,-3 2 8 16,-2-2-4-16,-1 5 10 16,-3 3-5-16,-2 5 0 15,3 1 4-15,-3 2-6 16,5 0 6-16,-3 0-2 16,1 0 2-16,2 0 2 15,-2 0-2-15,-1 0-4 0,1 0 5 16,1 0-4-16,5 0 3 15,-1 0-1-15,6 0-2 16,-3-2 3-16,0-6-6 16,4-2-1-16,-3 0 11 15,1 0-11-15,2 0 2 16,0 3 2-16,-2-1-2 16,-5 2 6-16,-2 0-1 15,-4 6-1-15,-3 0 12 16,2 0 2-16,-1 0 0 15,-1 2-1-15,0 8-10 16,2 3-2-16,-1-1-4 0,-3 1-2 16,0 1 6-16,0-3-6 15,0 1-1-15,0-2 6 16,0 2-7-16,0-2-1 16,0-2 3-16,0 1-12 15,-18 2 7-15,0-1-9 16,-10 2 2-16,4 0 2 15,-1-2-6-15,5-5-14 16,7-3 3-16,4-2-86 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03:56.5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134 404 56 0,'2'-7'70'0,"7"-4"-19"15,0 5 3-15,-7-5 7 16,-2 9-33-16,0 2 2 15,0 0 7-15,0 0-12 16,0 0 6-16,0 0 4 16,0-3-9-16,0 3-9 0,0 0-8 15,0 0 1-15,0 0 1 16,0 0-12-16,0 0 2 16,0-2 4-16,0-4-7 15,0 5 3-15,-2-7 1 16,-5 1-2-16,0 2 7 15,-4 0-12-15,2-2 7 16,0 1 3-16,2 2-9 16,1-2 7-16,1 4-1 15,1 2-7-15,4 0 11 16,-5 0-12-16,-4 0 15 16,-4 2-4-16,-1 11-7 15,-2 4 4-15,7 1 0 0,0-1-5 16,5 3 6-16,-2 0-6 15,3 2 2-15,3-2 4 16,0 0-7-16,0 0 4 16,0-3-4-16,0-2-1 15,17 0 5-15,0-3-5 16,7-2-5-16,3-2-5 16,7-6-40-16,4-2-37 15,-4 0-81-15</inkml:trace>
  <inkml:trace contextRef="#ctx0" brushRef="#br0" timeOffset="598">487 350 139 0,'-8'-10'20'0,"5"5"-1"16,-2 5 58-16,-1 0-44 0,1 0-10 15,-1 0 4 1,-5 0 2-16,3 0-8 0,-3 0 18 15,0 0-13-15,-1 0 2 16,-1 7-12-16,2 6-10 16,-3 6 8-16,3 1-15 15,0 2 0-15,-1 1 12 16,10-3-19-16,2-3 12 16,0-2-4-16,0 0-9 15,0-2 20-15,14-4-17 16,-3-1 2-16,2-3 3 15,8-2-3-15,-3-3 4 16,9 0-1-16,4 0-3 16,5 0 5-16,-2-8-15 15,-7-5 0-15,-2 4 3 16,-7-4 1-16,-6 3 8 0,-1 1 1 16,-7-4 1-1,-2 3 9-15,-2-3-6 0,0-2 5 16,0-1 3-16,-2-2-3 15,-21 1-4-15,-2 6-3 16,-3 4-2-16,1 1 10 16,4 6-17-16,5-1-11 15,6 1 1-15,6 0-1 16,4 0-47-16,2 0-100 16</inkml:trace>
  <inkml:trace contextRef="#ctx0" brushRef="#br0" timeOffset="1512">1084 380 181 0,'-25'-8'35'0,"0"8"-6"16,5 0 32-16,4 0-19 15,-1 0-9-15,1 0 15 16,2 2-15-16,-2 6 12 16,1 0-17-16,-1 1-14 15,0 4-4-15,-2 0-3 16,2 4-7-16,5 2 8 16,6-1-11-16,1-1 2 15,4-2-2-15,0 0 4 16,0-2 1-16,7-3-6 15,6-1 0-15,7-4 9 0,-1-2-7 16,1-1-1-16,-4-2 0 16,-7 0-3-16,-5 0-1 15,0 0 7-15,-1 0-2 16,1-12 11-16,-1-11-11 16,1-1 2-16,-4-1 2 15,0-4 2-15,0 5 1 16,0 2-6-16,0 3 1 15,0 9 8-15,0 2-13 16,0 5 5-16,0 1-7 16,0 2 3-16,16-3 5 0,11 1-1 15,9 2-2 1,0 0 4-16,0 0-7 0,0 0 1 16,-6 0 3-16,-2 5 1 15,-3 13 0-15,-2 1 0 16,-2 1-2-16,-4 0 9 15,-4 0-14-15,-4-2 7 16,-4 1-5-16,-2-1-4 16,-3-4-4-16,0 2 9 15,0-9 3-15,0 0 7 16,0-4 2-16,0-3 2 16,0 0-2-16,-5 0-7 15,-4-8-1-15,-2-11-5 0,6-5 3 16,5-6 6-1,0-3-10-15,0-3 1 0,0 2 0 16,19 8 6-16,0 10 0 16,1 8-4-16,5 8 0 15,2 0 6-15,1 0-14 16,-3 0-15-16,-1 12-14 16,-1 0-20-16,-1-1-7 15,0-1 4-15,3-2-21 16,5-3-19-16</inkml:trace>
  <inkml:trace contextRef="#ctx0" brushRef="#br0" timeOffset="2268">1926 314 194 0,'2'-7'43'0,"-2"5"55"16,-2 2-31 0,-26 0-17-16,-2 0-10 0,-4 15-4 15,5 2-21-15,1 1 3 16,3-4-14-16,6 7 0 15,2-2-1-15,0 1 2 16,6 3-3-16,-1 4-3 16,3 0-5-16,3 3 11 15,3-3-14-15,3-2 5 16,0-5-1-16,0-10 0 16,22-8 7-16,8-2-7 15,6 0-4-15,0-17-2 16,-6-11-7-16,-4 2 13 0,-10-4 6 15,0-4 1-15,-2-2 0 16,-8-4 0-16,-1-2-6 16,-5-5 15-16,0 0-13 15,0 0 3-15,0-1 8 16,0 1-4-16,-5 8 5 16,-4 6-1-16,1 6-2 15,3 9 6-15,-1 8-7 16,3 6 3-16,3 0-4 15,0 4-5-15,0 0 0 16,0 0-2-16,0 21 2 16,0 6 9-16,0 5-8 0,0 6 11 15,9 3-11 1,-4 4 4-16,1 3-1 0,-4-1-4 16,1 2-2-16,-3-3 7 15,6-2-10-15,-4-7 0 16,7-4-4-16,3-4 3 15,-2-9 4-15,7-2-4 16,-4-8-9-16,4-5 7 16,0-5-18-16,-1 0-1 15,0 0 13-15,1-20 6 16,-1-2 0-16,1-7 0 16,0 3 1-16,-4-2 8 15,1 9-9-15,-7 2 11 0,-3 12-2 16,-4 0 10-1,0 5 5-15,0 0-5 0,0 0-3 16,3 0 15-16,-3 0-8 16,0 16-10-16,2 5 0 15,2-4 1-15,1 3-4 16,1-3-4-16,-1 0 0 16,4-4 7-16,2-4-16 15,-3-1 0-15,3-3-43 16,0-5-80-16,0 0-104 15</inkml:trace>
  <inkml:trace contextRef="#ctx0" brushRef="#br0" timeOffset="2473">2183 278 66 0,'-9'-21'244'0,"6"7"-251"16,1 9 32-16,2 2 11 16,0 3-30-16,0 0 2 15,14 0 2-15,-3 0-14 16,-4 0-34-16,-7 8-25 16</inkml:trace>
  <inkml:trace contextRef="#ctx0" brushRef="#br0" timeOffset="2966">2395 429 168 0,'0'0'76'0,"0"8"-37"15,0 7 27-15,0 4-27 16,0 1-17-16,0 0-9 16,0-5-6-16,0 0 1 15,0-5-6-15,0 0-4 0,0-5 8 16,6 2-10-16,1-5 4 16,2-2-4-16,5 0 4 15,2 0 0-15,4 0-9 16,-4-14-5-16,1-8 9 15,-3-3-3-15,0 0 8 16,-3 0-1-16,-7 3 5 16,3 11 12-16,-5 5-1 15,-2 6 1-15,0 0 1 16,0 0-6-16,0 6 4 16,0 17-3-16,0 2-4 15,3 0 2-15,3-3-9 0,-1-3-1 16,6-1 6-16,-3-2-10 15,7-7 2-15,0-7-4 16,10-2 0-16,9 0-7 16,2 0-18-16,2-11-8 15,0-2-23 1,-4 0 3-16,0 4-77 0</inkml:trace>
  <inkml:trace contextRef="#ctx0" brushRef="#br0" timeOffset="3754">3088 424 96 0,'9'-4'0'15,"-5"-1"-7"-15,2 2 12 0,-3 3-3 16,0-3 7-16,-3 1 26 16,0 2 56-16,0 0-5 15,0 0-24-15,-20 0-31 16,-8 0-3-16,1 2-4 15,-3 11-16-15,5 4-3 16,0-1-2-16,9 5-4 16,2-3 11-16,1 3-2 15,4-3-5-15,0 2 2 16,9 0-9-16,0-5-5 16,0 0 5-16,6-5-6 0,17-3-8 15,2-7 13 1,2 0-21-16,0 0 7 0,-2-12 5 15,-3-8 8-15,-6 3 12 16,-2-3-6-16,-3 0 2 16,-5-2 6-16,-6 2-2 15,2 0 13-15,-2 5 8 16,0 7 3-16,0 6-3 16,0 2-6-16,0 0-14 15,0 0 9-15,-2 17-12 16,-9 11 2-16,5-2-3 15,6 0-2-15,0-4 2 16,0-2-6-16,6-5 0 16,13-5 5-16,7-5-7 0,6-5 1 15,6 0-3-15,7 0-4 16,-4-20 7-16,-5-7-10 16,0-3-14-1,-8-2 18-15,-7-3-2 0,-3-9 7 16,-11 1 4-16,0-4 1 15,-7-5 11-15,0-1-6 16,0 6-2-16,-11 1 9 16,-4 12-1-16,5 12 9 15,3 12 2-15,3 8-9 16,1 2-5-16,0 0-8 16,0 2 0-16,-2 21 13 15,-2 12-6-15,5 2 5 0,0 5-5 16,2 3 0-16,0-2 5 15,0 3-11-15,0-2-1 16,4-1 4-16,5-6-7 16,0-2 3-16,-4 0-2 15,1-5-8-15,-6-6 8 16,0-1-18-16,0-6 4 16,0-6-23-16,0-4-97 15,0-5 17-15,0-2-100 16</inkml:trace>
  <inkml:trace contextRef="#ctx0" brushRef="#br0" timeOffset="4437">3262 466 282 0,'-14'-7'23'0,"9"3"-30"0,5 4 22 16,0 0 14-16,0 0-11 15,14 0-3-15,13 0 11 16,3 0-6-16,-2 0 9 16,4 0-20-16,2 0-5 15,2-3 0-15,8-5-8 16,9 1-4-16,-4-5-8 16,-1 7-7-16,-10-3-2 15,-7 0-12-15,-13 6 18 16,-4-3 15-16,-5 2-3 15,-4 1 6-15,-5 0 10 16,0 2 11-16,0 0 1 0,0 0 2 16,0 0-11-16,0 0 2 15,0 0 0-15,0 0-2 16,-3 0 15-16,-19 9-11 16,-5 12-5-16,2 3-8 15,2 1-4-15,8 5 10 16,3-1-15-16,3 1 7 15,9-5 6-15,0-5-5 16,0-3-2-16,7-2-1 16,20-7 0-16,7-5 7 0,6-3-26 15,8 0 5 1,-1-11 3-16,0-8 3 0,-3-1 4 16,-8-5-5-16,-3 3 0 15,-6-4 6-15,-5 4-6 16,-2 3 6-16,-6 6 4 15,-3 5 3-15,3 6 1 16,-3 2 2-16,2 0 5 16,1 0 12-16,2 0-15 15,2 7 0-15,3 11 0 16,1-3-1-16,1 1 4 16,-2 2-2-16,-4-2-5 15,-4-2 9-15,-7-2-15 0,-6 1 7 16,0 2 0-1,-2-2-2-15,-20-1-14 0,-7-2 3 16,0-2-45-16,1-4-84 16,-3-1-97-16</inkml:trace>
  <inkml:trace contextRef="#ctx0" brushRef="#br0" timeOffset="5915">5324 455 93 0,'0'-3'15'15,"0"-3"27"-15,0 6 15 16,0 0 14-16,0 0-27 15,0 8 5-15,0 2-11 16,0 2 11-16,0 3-19 16,0-5-7-16,0 3-9 15,0-1 4-15,0 3-4 16,0 5-9-16,0 5-2 16,0 0 3-16,0 2-3 15,0-2-4-15,0-3 0 16,0-4-1-16,0-5 6 15,9-2-9-15,5-6 1 0,8-5 5 16,-4 0-5-16,3 0 6 16,-3-12-5-16,0-8 0 15,0-4 7-15,4-6-5 16,1 0-1-16,-1-5 5 16,-3 5-3-16,-6 5 0 15,-4 10 2-15,-3 5-1 16,-6 8 9-16,0 2-11 15,0 0 1-15,0 0 2 16,0 0-4-16,0 15 4 16,0 10-2-16,0 2 2 15,5 0 4-15,4-2-7 16,-2-2-3-16,5-4 5 0,-2-3-5 16,-1-6 1-1,-4-1-5-15,1-4 4 0,0-5 4 16,0 0-8-16,5 0 6 15,-1 0 4-15,7-10-6 16,2-7-3-16,-2-6-10 16,-1 1-12-16,-5-3 17 15,-6-3 6-15,-5 2 4 16,0 3 7-16,0 6 6 16,0 7 4-16,-10 5-7 15,-1 2 3-15,5 3-3 16,3 0-11-16,3 0-3 0,0 0 10 15,0 0-9 1,0 8-1-16,3-3 6 0,17 2 0 16,4-3 7-1,6 0-12-15,3-2 2 0,3-2 4 16,0 0-11-16,-2 0-8 16,-4 0 2-16,1 0-2 15,-6 0 17-15,-4 0-4 16,-4 0 3-16,-6 0 4 15,-6 0-2-15,-5 0 6 16,0 0 8-16,0 7 7 16,0 10 0-16,0 1-13 15,0 2 3-15,0 0 0 16,0 0-5-16,0 0-4 16,0-3 0-16,0-1-4 0,0-7 4 15,0 1-10-15,9-5 1 16,-2-2-5-16,4-3-29 15,4 0-14-15,-1 0-94 16</inkml:trace>
  <inkml:trace contextRef="#ctx0" brushRef="#br0" timeOffset="6132">6078 344 196 0,'-4'-19'204'16,"2"1"-197"-16,2 11 30 15,0 2 3-15,0 3-24 0,0-1-18 16,2 0 2-16,10 3-10 16,-3 0-10-16,-5 0-40 15,0 6-49-15,1 11-148 16</inkml:trace>
  <inkml:trace contextRef="#ctx0" brushRef="#br0" timeOffset="6724">6376 283 298 0,'0'0'26'15,"0"0"-4"-15,0 10 55 16,0 22-40-16,-2 5-18 16,-7 3 1-16,4 4-4 15,2-1-5-15,-3-1-6 16,6-2-2-16,0-3 1 16,0-4-6-16,0-4-6 15,0 1 6-15,6-5-7 16,8-4-4-16,0-3-3 0,-1-7-7 15,-4-6 4 1,-2-1-10-16,0-4-15 0,0 0 21 16,5-2-7-16,5-18-9 15,1-8 0-15,4-3 15 16,3-4 22-16,-2-8 3 16,-1-3 5-16,-3-5 31 15,0-1-6-15,-7 7 8 16,-5 11-6-16,-3 9 4 15,-4 13 11-15,0 7-26 16,0 5 0-16,0 0 0 16,0 0-8-16,0 0-2 15,0 0-2-15,0 0-2 16,-4 0 8-16,-1 0-10 16,3 0 0-16,-1 19-1 0,0 6-2 15,3 5 0-15,0 5 0 16,0 5-3-16,0 0 8 15,0-5-8-15,3-3 0 16,5-8-3-16,3 1-2 16,0-5-3-16,0-5-9 15,0-2-13-15,0-6-7 16,1-2-52-16,3-3-88 16</inkml:trace>
  <inkml:trace contextRef="#ctx0" brushRef="#br0" timeOffset="2607.27">11657 2561 39 0,'0'0'9'0,"0"0"-1"16,4 0 21-1,-2 0 3-15,1 0 13 0,-3 0 2 16,0 0-9-16,0 0 12 16,0 0-7-16,0 0-13 15,0 0-14-15,0 0 1 16,0 0-9-16,0 0-2 16,0 0 0-16,0 0 3 15,0 0 2-15,0 0-5 0,0 0 2 16,0 0 3-1,0 0-9-15,0 0 3 0,0 0 0 16,0 0-2-16,0 0 5 16,0 0-8-16,0 0 4 15,0 0 5-15,0 0-5 16,0 0 1-16,0 0 0 16,0 0 13-16,0 0-6 15,0 0 2-15,0 0-4 16,0 0 2-16,0-2-7 15,0-8 0-15,0 0-3 16,-3-4-1-16,-6 5 6 16,-2-1-6-16,7-2-4 15,-8 1 8-15,7 0-4 0,-3-2 0 16,-1 1-1-16,4-1 1 16,-1-1 1-16,1 4-3 15,-2-5 1-15,0 2 4 16,-4 1-4-16,0 2 4 15,-2-5-4-15,-2 0 2 16,-2 3 1-16,-2-4-5 16,2 5 3-16,-2-2 5 15,0-2-6-15,0 3 2 16,2-1-1-16,1 0-1 16,0 1 1-16,4 0-1 15,-3 2-4-15,0-3 8 16,1 0-1-16,-8 4-7 15,-1-4 5-15,-4 4 0 0,-3-1 2 16,-1 0-6-16,-2 0 2 16,6 2 6-16,4 4-6 15,2-4 2-15,1-1-1 16,0 3 0-16,2-1 5 16,-5-3-4-16,1 2 6 15,-3 0 3-15,-4 2-10 16,-3-5 4-16,3 1-3 15,-5 1 0-15,7-1 3 16,-1-1-6-16,7 2-1 16,0-1 10-16,-3 0-8 0,1 2 1 15,-4-1-3 1,-1 1 8-16,-2-2-4 0,0 1-1 16,-6-2 2-16,5 4 5 15,-1-3-8-15,-4 0 2 16,-4 2 2-16,-4-2-4 15,0-2 6-15,-3 2-7 16,1 0 0-16,1-3 5 16,5 4-2-16,-3-1-1 15,5-2 2-15,-3 1 1 16,-4 1 5-16,-2 1-8 16,-5-1 2-16,-6 2 5 15,-1 3-8-15,-2-2 4 16,1 2 0-16,-1-3 0 0,4 1-1 15,4-2-3-15,3 6-1 16,9 0 8-16,3-2-8 16,2 3 4-16,-3-1-2 15,3-2-3-15,-9 2 7 16,-4-3-5-16,-6 3-1 16,-12-4 5-16,-2 1-3 15,-6-1-1-15,-1 2 2 16,2 0-4-16,2-1 8 15,6 5-8-15,10-4 1 16,4-1 7-16,2 1-8 16,1 0 4-16,-1 0-2 15,3 2 2-15,0-1 1 0,-1-1-5 16,4 0 3 0,-5-2 3-16,-4-2-5 0,-2 3 3 15,-5-1-1-15,-1-4-2 16,5 2 7-16,7-1-8 15,4-3 1-15,4 3 6 16,-4 3-5-16,2-1 1 16,1 1 0-16,-2 2-2 15,0 0 6-15,-3 5-7 16,-6-2 2-16,-1 2 5 16,0 0-6-16,3 0 3 15,-2 0-2-15,7 0 1 0,3 0 3 16,5 0-6-1,-1 0 2-15,1-3 5 0,-7 1-7 16,-2-1 4-16,-5-2-3 16,-6 0 3-16,-8-3 4 15,-6 1-11 1,-5-1 7-16,3 4 1 0,4-4-2 16,12 1 0-16,8 2-2 15,7-1 1-15,1 5 4 16,9-2-3-16,0 3-4 15,-3 0 11-15,-3 0-9 16,-5 0 1-16,-5 0 2 16,-2 0-1-16,0 0 3 15,-8 0-6-15,-2 0 4 0,-2 3 1 16,5-2-1 0,6 3-3-16,7-2 2 0,5-2 0 15,4 0 3-15,2 2-5 16,-2 1 0-16,0-3 6 15,-2 2-3-15,-7-2 0 16,-5 2-3-16,3-2 2 16,-3 0 5-16,1 3-6 15,-1-3-2-15,3 3 7 16,1-3-8-16,-1 5 5 16,0-3-1-16,-5 3-2 15,3 0 10-15,-2 2-15 16,-2-2 5-16,1 3 9 0,-4-3-12 15,-5 3 6-15,-4-1-2 16,-5 3-1-16,-2 0 8 16,-2 0-7-16,2 2-3 15,2-3 10-15,0 2-10 16,7-4 6-16,0 1-2 16,-2-4-2-16,-1 0 8 15,0-2-10-15,2 0 1 16,7 1 8-16,4-3-6 15,1 4 1-15,2-4 0 16,5 3-4-16,4 0 11 16,14-1-11-16,5-2 0 15,2 0 10-15,1 0-10 0,-5 0 6 16,-1 0-2 0,-4 0-2-16,2 0 7 0,0 0-10 15,-7 0 3-15,1 0 7 16,-8 0-8-16,-9 0 3 15,-2 0 3-15,-6 0-7 16,-1 0 11-16,8 0-10 16,-2 0 0-16,6 0 8 15,3 0-8-15,10 0 4 16,13 0-2-16,6 0 1 16,5 0 5-16,-1 0-10 15,3 0 2-15,-4 0 9 0,-2 0-7 16,-2 0 1-1,-4 0-2-15,-2 0 0 0,0 5 8 16,1 3-9-16,-2-2-2 16,-1 2 11-16,1 0-7 15,-2 2 2-15,-2-3-1 16,-4 1-6-16,2-1 14 16,-3 1-10-16,3-1-3 15,-3 3 11-15,3-2-7 16,-2 1 2-16,1 0-1 15,8 2-6-15,2-3 13 16,2 2-9-16,-5 0-3 16,1 0 11-16,3 0-7 15,-1-1 1-15,0-1 0 16,7 0-2-16,-1-3 7 0,1 2-8 16,-1 0-2-16,-2 3 11 15,-2 1-8-15,2-2 2 16,-1 4 1-16,-1-1-6 15,-5 0 13-15,-2 4-11 16,1 1 2-16,-1 1 3 16,2-2-3-16,1 0 1 15,3-4 0-15,6-5-2 16,4-2 6-16,3 1-8 16,6-4 4-16,0 0 2 15,-3 1-3-15,3 4 1 16,0-2-4-16,0 5 1 0,-2-2 11 15,2-1-12-15,0 0 3 16,0 1 2 0,0 1-2-16,0 2 2 0,0-4 1 15,0 1-8-15,0-4 14 16,0 4-9-16,0-1-4 16,-3 4 11-16,1-1-7 15,-2 2 2-15,2 0-2 16,-3-3-3-16,1 2 12 15,2-3-12-15,-1-1 4 16,3-4 0-16,0 2 2 16,-3-1-3-16,3 1 1 15,0-5-4-15,0 3 12 16,0-3-14-16,0 0 7 0,0 0 0 16,0 0-1-16,0 0 1 15,0 0-3-15,0 0-1 16,0 0 9-16,0 0-12 15,0 0 1-15,0 0-2 16,0 0-19-16,0 0 3 16,0 0-17-16,-2 0-40 15,-9 0-3-15,-9-8-20 16,-2-6 2-16,3 6-5 16,-1 0-20-16</inkml:trace>
  <inkml:trace contextRef="#ctx0" brushRef="#br0" timeOffset="3192.27">1167 2019 168 0,'-4'0'40'0,"-1"0"-15"16,5 0-23-16,0 0 20 15,0 0 25-15,0 0-14 16,0 0-5-16,0 0-17 16,0 0 5-16,0 0 11 0,0 0-9 15,0 0 13 1,9 16-10-16,-1 3-10 0,2 6 0 16,-1 1-7-16,0-2-4 15,-7 3 14-15,4 0-13 16,-4 1 4-16,2-3 1 15,0-3 1-15,-1-2-1 16,1-2-1-16,0-4-6 16,-1-6 10-16,0-3-10 15,3 0 4-15,3-3 0 16,-2 0 0-16,7-2 5 16,3 3-4-16,2-3-1 15,-2 0 4-15,2 0-8 16,0 0-1-16,4 0 3 15,1 0-1-15,3 0 0 0,3 0 1 16,-1 0-3-16,-1 0 6 16,-7 0-7-16,-2 0 2 15,-8 0 2-15,-5 0-2 16,-3 0 6-16,0 0-7 16,-3 0-1-16,0 0 9 15,0 0-9-15,0 0 3 16,0 0 3-16,0 0-6 15,0 0 5-15,0 0-6 16,0 0 1-16,0 0-6 16,0 0-40-16,0 0-89 15</inkml:trace>
  <inkml:trace contextRef="#ctx0" brushRef="#br0" timeOffset="-110409.73">7491 3823 13 0,'-11'-8'79'0,"6"7"-65"15,2-7 13-15,1 0 3 16,-5 1-5-16,7 1-4 16,-2 0-8-16,0 0 3 15,-2-1 4-15,4 2 12 16,0 2-9-16,0 0 2 0,0 3-9 15,0 0-11-15,0 0 4 16,0 0-7-16,0 0 0 16,0 0 9-16,0 0-11 15,0 0 5-15,0 0 3 16,0 0 6-16,0 0-1 16,0 0-4-16,8 0-4 15,4 0 10-15,-3 0-8 16,-2-1 0-16,-1 1 0 15,-4 0-3-15,1 0-2 16,3 0-1-16,0 0-2 16,2 0 8-16,3 0-10 0,3 0 5 15,-3 0-1 1,2 0-1-16,2 0 2 0,-5 0-3 16,4 0-1-16,2 0 7 15,-1 0-7-15,-4 0 3 16,3 1 0-16,-7 2 0 15,7 0-1-15,1 0 1 16,-2 2-3-16,1-3 8 16,2 3-10-16,4-2 4 15,-4 0 6-15,0-3-11 16,1 2 11-16,2-2-7 16,1 0 0-16,0 0 7 15,5 0-9-15,-4 0 3 0,3 0 1 16,8 0 0-1,-7 0 0-15,2 0-2 0,-3 0-1 16,1 0 7-16,4 0-7 16,1 0 1-16,0 0 2 15,0 0-1-15,6 0 2 16,0 0-3-16,6 0-1 16,-4 0 7-16,2 0-9 15,0 0 4-15,1 0 0 16,1 0 0-16,6 0 1 15,6 0-2-15,7 0 0 16,6 0 6-16,3 0-9 16,2-5 4-16,6-1 0 15,0 2 1-15,3-4 0 0,-11 2-3 16,-3 5 0-16,-9 1 8 16,-12 0-10-16,-4 0 4 15,-8 0 1-15,0 0-2 16,2 0 2-16,6 0-2 15,0 0-1-15,2 0 8 16,-3 0-10-16,1 0 3 16,-1-2-1-16,0 2 2 15,2 0 1-15,-3-3-2 16,-2 3-1-16,5 0 6 16,-5 0-7-16,4 0 3 15,-4-2 0-15,4 2 0 16,-6-4 2-16,0 3-3 0,-4-2-2 15,-1 3 8 1,-1-3-8-16,-5 3 3 0,-1-2 0 16,-6 2 0-16,-11 0 1 15,-1 0-3-15,-6 0 1 16,0 0 9-16,0 0-10 16,0 0 2-16,0 0 1 15,0 0-1-15,0 0 4 16,0 0-8-16,0 0 5 15,0 0 4-15,0 0-8 16,0 0 3-16,0-3 0 16,0-3-9-16,0 3 1 15,0-7-7-15,0 0-20 16,0 0-141-16</inkml:trace>
  <inkml:trace contextRef="#ctx0" brushRef="#br0" timeOffset="-109630.73">10197 3455 108 0,'-8'8'13'0,"8"-8"-10"15,0 1 6-15,0 5 20 16,0-1 3-16,0 3-12 15,0 0 1-15,0 1 0 16,0-1-2-16,0-1 3 16,0-1-4-16,0-4-5 15,0 3 3-15,0-3-12 16,6 0 3-16,1 3-1 0,5-2 0 16,1 2-2-16,2 0-4 15,1-1 1-15,3 2 4 16,1-1-6-16,2 0 2 15,-4 0 0 1,0 0-1-16,-7 5 2 0,-6 0-4 16,1 0 1-16,-4 2 3 15,-2-2-3-15,0 0 6 16,0 0-1-16,0 0 3 16,0-3 7-16,0 4-9 15,0-4-1-15,0 1 2 16,-6 6-6-16,-9-1 3 15,-2-1-2-15,-2 3 2 16,-4 0-1-16,-2 3 1 0,1 1-4 16,1 1 4-16,4-3-3 15,0-1 2-15,5 3-3 16,0-4 1-16,6 0 0 16,0-4 0-16,-1 3-1 15,7-4 4-15,-4 0-4 16,3-3 1-16,1-2-1 15,0-2 1-15,2-3 5 16,0 0-7-16,0 0 1 16,0 0 6-16,0 0-5 15,0 0 1-15,0 0-1 16,0 0 0-16,0 0 3 16,0 0-7-16,-4 0-16 0,1 0-271 15</inkml:trace>
  <inkml:trace contextRef="#ctx0" brushRef="#br0" timeOffset="-107680.73">10614 2519 88 0,'0'-18'21'16,"0"6"4"-16,0-5 11 16,0 7-2-16,0 4-16 0,0 2-2 15,0-1 8-15,0 0-14 16,0 0 7-16,0 2 3 15,0 1-5-15,0 2 5 16,0 0-4-16,0 0-4 16,0 0 4-16,0 0-10 15,0-3 0-15,0 3-6 16,0 0 1-16,0 0 3 16,0 0-4-16,0 0 4 15,0 0 16-15,0 0-9 16,2 0-2-16,7 0 0 15,0 0-3-15,-2 10 7 16,0 3-12-16,-3 0 2 0,-1 5 8 16,-3 5-8-1,0 5 1-15,0 4-2 0,0 3 0 16,0 2 5-16,0-2-10 16,0-3 1-16,0 1 7 15,0-1-5-15,0 0 2 16,0 3-3-16,0 5 0 15,0-2 5-15,3 8-7 16,3 4 2-16,0 0 5 16,-1 4-5-16,-5 1 3 15,0 2-3-15,0 0 1 16,0-2 2-16,0-3-3 0,0-2 0 16,2-3 4-16,7-7-4 15,2-1 3 1,1-1-5-16,1-3 2 0,-2 2 5 15,-3-2-7-15,-2 2 2 16,-2 2 5-16,0-1-5 16,-4 2 2-16,3 2-1 15,-3-2-1-15,8-3 6 16,-2-3-9-16,2-1 3 16,6-1 4-16,0-2-5 15,1 0 4-15,3-3-4 16,-4-2 1-16,-3-3 7 15,-1 3-9-15,-2-3 0 16,1 1 7-16,-4-3-4 16,1-5 0-16,-3-4 1 0,2 5-2 15,1 2 4-15,-1-1-5 16,1 0 0-16,2-2 4 16,-2-2-3-16,-1-1 2 15,-1-2 0-15,0-2-4 16,-4-3 6-16,3-5-3 15,-3 2-2-15,4-2 2 16,-4 0-4-16,2 0-11 16,3 0-32-16,1-15-200 15</inkml:trace>
  <inkml:trace contextRef="#ctx0" brushRef="#br0" timeOffset="-106329.73">10844 2802 104 0,'-23'-7'23'16,"1"1"-10"-16,17 4 19 15,-2 2 5-15,7 0-19 16,0-2-7-16,0 2 5 0,-2-3-8 15,2-1-1-15,-2 0-7 16,-1 0-1-16,0 1 5 16,3 1-6-16,-3-3 2 15,3 2 1-15,-11-2-2 16,3 1 2-16,-9-1-2 16,-6-3 0-16,5 0 4 15,-4 1-4-15,2 0 1 16,6-1 10-16,10 3 13 15,1 3-9-15,-1-1 2 16,4 3-6-16,0-2 10 16,7-3-14-16,22-5-3 0,5 0 4 15,-1 0 1 1,-6 3 4-16,3-1-8 0,3 6 3 16,6-1 5-16,3 1-10 15,6 2 0-15,1-3 0 16,3 3 0-16,3 0-2 15,0 0 3-15,1 0-7 16,1 0 13-16,-1 0-9 16,5 0 5-16,-3 0 0 15,5 0-1-15,3 0 0 16,8 0-4-16,10 0-2 16,6 3 7-16,13-3-5 0,5 0 4 15,2 0-2-15,-11 0-3 16,-8 0 4-1,-10 0-4-15,-16 5-3 0,-6 5 9 16,-12-3-7-16,-3 0 1 16,-8 1 1-16,0-3 1 15,0 0 0-15,2 0-3 16,4 0 2-16,-1 0 4 16,9 0-7-16,5-3 3 15,0 1 0-15,6-1 1 16,-3 2 0-16,5 2-2 15,-2-4-3-15,0 1 10 16,-5-1-10-16,-4-2 5 0,-3 0-1 16,4 0 0-16,2 0 0 15,0 0 0-15,3 0-1 16,-6 0 4 0,1 0-5-16,-5-5 2 0,-10 3 0 15,-6 0 0 1,0-2 1-16,-5 3-2 0,0-4 0 15,1 0 5-15,-3 2-7 16,-3 1 3-16,-3-1-3 16,-8 3 3-16,3 0 3 15,-1 0-6-15,8 0 2 16,0 0 7-16,5 0-10 16,3 0 7-16,10 0-2 15,3 0-2-15,8-2 3 0,4-3 2 16,0 0-4-16,-5 0 5 15,-2 2-6-15,-6 1 2 16,0 2-1-16,-5 0 1 16,-3 0 3-16,-1 0-6 15,-11 0 1-15,-4 0 9 16,-6 0-9-16,-6 0 1 16,-5 0-1-16,3 0 0 15,-3 0 4-15,0 0-7 16,0 0 0-16,0 0 8 15,0 0-14-15,0 0-25 16,0 0-343-16</inkml:trace>
  <inkml:trace contextRef="#ctx0" brushRef="#br0" timeOffset="-104618.73">10816 4497 120 0,'0'-15'32'0,"5"0"-25"15,12-2 11-15,0 6 12 16,-6 4-19-16,-1 7 8 15,-2 0 0-15,-1 0-13 16,-3 0 15-16,3 0 15 16,-2 0-14-16,-5 12-10 0,0 6-1 15,0-1-8 1,0 5 3-16,0 0-8 0,0 4 4 16,0-4 4-16,-3 1-2 15,3-1 2-15,0-2 1 16,0 2-4-16,0 5 3 15,0-1-3-15,14 1-1 16,-5 0 5-16,-2 0-7 16,2 1 1-16,-4-4-1 15,1 2 1-15,-4-7 1 16,5 2-5-16,-5-10 4 16,0-3 2-16,-2 0-5 0,3-6 4 15,-3 1-2 1,0-3 1-16,0 0 3 0,0 1-6 15,0-1-1-15,0 6 7 16,0-1-5-16,0 0 2 16,6 2-1-16,2-1 1 15,9-1 6-15,8-1-6 16,7-1 3-16,10-3 4 16,5 0-7-16,5 0 1 15,3 0-2-15,6 0 3 16,3-7-2-16,0-1-2 15,-1 5-2-15,-2 3 8 16,2 0-7-16,9 0 3 16,0 0-1-16,9 0-2 15,-3 0 6-15,0 0-6 16,2 0 0-16,1 0 3 0,1 0-2 16,1 0 2-16,0-2-1 15,-6-7 0-15,1 1 2 16,-1-2-7-16,-9-2 3 15,4 6 10-15,-5 0-10 16,-1 3 2-16,1 0-1 16,-4 0 1-16,3 1 2 15,-3 2-4-15,-5 0-2 16,1-3 9-16,-1 1-6 16,-1-1 1-16,4-2 0 15,8 5-1-15,1 0 6 0,4 0-10 16,3 0 5-16,3 0 3 15,-2 0-4-15,-4 0 1 16,0 0-1-16,-4 0 1 16,-5 0 3-16,-6 0-6 15,-4 0 2-15,0 0 4 16,3 0-4-16,3 0 1 16,7 0-4-16,2 0 6 15,-1 0 0-15,-6 0-3 16,-4 8-4-16,-10-1 10 15,-8 1-9-15,-5 1 5 16,-5 2-2-16,-6-4-1 16,0-3 7-16,-1 0-8 15,4-4 3-15,-1 0 4 0,7 0-4 16,-4 0 1-16,5 0-1 16,-1 0-2-16,0 0 5 15,2 0-5-15,0-4-1 16,-4-2 8-16,4-2-10 15,-5 3 8-15,-7 0-6 16,-1 3 2-16,-7-2 7 16,-2 3-9-16,-6 1 0 15,-3-2 9-15,-5 2-8 16,0 0 3-16,0 0-5 16,0-3-1-16,0 0-11 0,0-7-59 15,-7 3-152 1</inkml:trace>
  <inkml:trace contextRef="#ctx0" brushRef="#br0" timeOffset="-103556.73">14819 2725 96 0,'0'0'36'16,"0"0"-28"-16,0 0 7 15,0 0 16-15,0 0-6 16,0 2-5-16,0 4 11 15,6-4-13-15,-1 3 5 16,3-2-8-16,3 2-1 16,6 2-9-16,5-2 4 15,8-3-3-15,9 1 5 0,3-3-7 16,7 2-2 0,10 1 1-16,1-3 0 15,9 3 0-15,0-2-4 0,0 3 0 16,-6-2 5-16,-4-2-6 15,-13 2 1-15,-7 1 1 16,-14-1-1-16,-6 3 0 16,-8-2 2-16,-3-1-5 15,1 3 9-15,-1 0-7 16,-2-2 2-16,-1-1 1 16,3 1-1-16,-2-1 2 15,5 3-2-15,-3 0-3 16,3-3 8-16,-3 3-6 15,1 1 3-15,-3-4 1 16,-1 1-2-16,-3-1 5 0,-2 0-5 16,0-2 1-16,0 0 4 15,3 0-7-15,0 0 1 16,5 0-6-16,5-2-3 16,-1-21-16-16,-1 1-24 15,-5-2-18-15,-3 3 16 16,-3 2 10-16,0 1 11 15,0 6 13-15,-11 2 12 16,-12 0 7-16,1 5-1 16,1 0-4-16,-2 5-66 15</inkml:trace>
  <inkml:trace contextRef="#ctx0" brushRef="#br0" timeOffset="-102545.73">15479 2695 109 0,'0'0'47'15,"0"0"-35"-15,2 0-11 16,17 0 28-16,4 0-3 15,5 0 1-15,2 0-10 16,3 0 2-16,-3 0-2 16,0 0 1-16,1 0-10 0,-3 0 1 15,-1 0-6 1,4 3 0-16,-1-1 2 0,0 1-1 16,-2-3 3-16,-3 0 9 15,-9 2-7-15,-7-2 1 16,-3 0 2-16,-6 3 0 15,0-1-2-15,0 6-3 16,0 7 1-16,-6 7 1 16,-6 3-5-16,7 5-2 15,-1 5 4-15,4 4-6 16,0 6 4-16,2 5 0 16,0 6-3-16,0 2 8 0,0 1-8 15,-3 1 2 1,3 2-2-16,0-2 2 0,0 1-2 15,0 5 2-15,0 1-4 16,5-3 4-16,1 3-4 16,-6-2 2-16,0-1-1 15,0-1 0-15,0-1 2 16,0-5-5-16,0 0 2 16,0-7 6-16,0 0-7 15,0-6 3-15,0-2-2 16,0-2 1-16,0-5 1 15,0 0-3-15,0-3 1 16,0-2 4-16,0 0-3 0,2-3-2 16,1 3 3-1,-3-1-1-15,0 1 1 0,0 0-2 16,0 0-1-16,0-5 4 16,0 2-4-16,0-2 4 15,0 0-3-15,0 3 0 16,0-4 3-16,-9-7-4 15,2 1 0-15,1-1 5 16,0 4-4-16,0-4 1 16,2 0 0-16,1-2 0 15,3-2 2-15,0-1-4 16,0-2-2-16,0-2 8 0,0 3-6 16,0 0 2-16,0 0 0 15,0 0 0-15,-4 1 2 16,2 1-6-16,0 2 4 15,-1 0 3-15,-3-1-3 16,3-1-4-16,-2-1 7 16,-1-2-6-16,4-2 7 15,-5 2-5-15,5-5-3 16,-3-3 9-16,-4-1-6 16,-2-1 2-16,-8 0-2 15,0 0-1-15,-9 0 6 16,-3 0-5-16,1 0-2 15,-3 0 7-15,3-1-5 0,-3-1 2 16,2 2-2 0,-5 0 0-16,4 0-2 0,-2 0-33 15,1 0-279-15</inkml:trace>
  <inkml:trace contextRef="#ctx0" brushRef="#br0" timeOffset="-101071.73">11510 3074 87 0,'0'-6'114'15,"0"-1"-108"-15,0 2-1 16,0 2 20-16,0 3-1 16,0 0-15-16,0 0-1 15,0 0 22-15,0-3-6 16,0 1-2-16,0-2-5 15,0-1-5-15,0-1-6 16,-2-4 2-16,-2 3 4 16,-3-4 0-16,-1 5-10 15,0-2 0-15,-5 0 7 16,1 4-7-16,-4-1 3 16,-4 2-3-16,4 1 2 0,-1 2 3 15,3 0-7-15,7 0 0 16,-5 0 5-16,4 0-8 15,-1 0 4-15,4 12-3 16,-1 0 3-16,1 4 1 16,2 1-4-16,3 0-1 15,0-2 4-15,0 0-3 16,0-3 0-16,6-4 1 16,7 2-1-16,7-3 8 15,-4 1-11-15,4 2 4 16,-4 2 3-16,0 0-3 15,-1 6 1-15,-8-1-1 16,-1 3 0-16,-3 0 4 16,-3 0-5-16,0 0 2 0,0-5 3 15,-11 2-6-15,-5-5 8 16,-2 0-7-16,0-1-1 16,-2-4 8-16,1-4-7 15,2-3-2-15,-2 0 6 16,0 0-7-16,-1-5-9 15,1-7-43-15,5-1-13 16,3 1 3-16,9-1-50 16</inkml:trace>
  <inkml:trace contextRef="#ctx0" brushRef="#br0" timeOffset="-100598.73">11722 2802 177 0,'-11'-2'13'16,"8"2"13"-16,3 0-2 16,-4 0-9-16,4 0 4 15,-2 0 16-15,-1 15 8 16,1 12-7-16,-2 10-15 15,1 5 4-15,1 6-19 16,0 4-1-16,-2 0 3 16,1-2-5-16,1-3-1 15,0-3-3-15,2-4-1 16,0-7 6-16,0-6-6 16,0-6 1-16,0-5-1 0,0-3-3 15,0-4-7-15,4-3-24 16,3-6-75-16,-5 0-33 15</inkml:trace>
  <inkml:trace contextRef="#ctx0" brushRef="#br0" timeOffset="-99504.73">11561 3142 163 0,'0'-4'12'0,"0"0"3"16,21 0 4-16,-3 2-12 16,0 2-2-16,0 0-6 15,-4 0 1-15,5 0 0 16,2 0 4-16,7 0-5 15,3 0 1-15,3 0 0 16,-2 0 1-16,4-3-1 16,0-2-1-16,-3 0-4 15,-5 0 9-15,-11 5-9 16,-4 0 3-16,-7 0 2 0,-6 0-4 16,2 0 8-1,-2 0 1-15,0 5-1 0,0 0 1 16,0 0-3-16,0 0-2 15,0-1 7-15,-2 0 0 16,-10-2 1-16,-2 3-5 16,-2 0 12-16,-1 3 4 15,1-2-10-15,2 2 4 16,3 2 2-16,3 0-5 16,0-2-3-16,1 1-2 15,5 2-4-15,2 1 8 16,0 0-8-16,0 1-1 0,0-3 0 15,0 0 3 1,5-5-2-16,10 0-2 0,-1-5-2 16,2 0 0-16,4 0-9 15,-1 0 5-15,0-8-8 16,0-9 1-16,-6-3 3 16,-1-5 5-16,-3 0 6 15,-3 5 3-15,-6 0 1 16,2 8 7-16,-2 6 11 15,0 5 14-15,0 1-15 16,0 0-6-16,0 0-3 16,0 0-2-16,0 0-9 15,0 19 1-15,0 4 1 16,0 2-1-16,0-3 1 16,0 3-6-16,0-5 0 0,5 0 8 15,9-5-14-15,3-3 5 16,4-7 1-16,7-5-5 15,2 0-1-15,9 0-11 16,8-15 6-16,2-10 25 16,1-7-30-16,-5-3 3 15,-15-2 13-15,-11-4 1 16,-7 0 2-16,-8-2-6 16,-4 2 6-16,0 3 6 15,0 6-7-15,0 5 4 16,-2 6 2-16,-6 7 2 15,2 1-1-15,-3 3-6 0,5 3-1 16,1 0 10 0,0 4-10-16,3 0 1 0,0 3 3 15,0 0 3-15,0 0-1 16,0 0-3-16,0 0 6 16,0 0 13-16,0 11-4 15,0 19 0-15,0 9-5 16,0 6-5-16,0 5-2 15,0-3 0-15,0-2-4 16,0-6 3-16,0-2-6 16,0-5 4-16,0-4-3 15,0-5-3-15,0-9-1 16,0-1-9-16,0-8-5 0,0-4-27 16,0-1-71-1,0 0-76-15</inkml:trace>
  <inkml:trace contextRef="#ctx0" brushRef="#br0" timeOffset="-99099.73">12312 3120 124 0,'0'-2'33'0,"5"-4"-32"15,10 4 14 1,-2 0-5-16,-2 2-2 0,1-4 0 16,-3 4 0-16,3 0 1 15,-1 0 9-15,2 0-7 16,2 0-5-16,-1 0-3 16,2 0-1-16,0 0-2 15,7 0 4-15,4 0 12 16,2 6 27-16,0 4-16 15,-1 3-10-15,-6 6-2 16,-4 4-1-16,-8 2-1 16,-2 2-1-16,-2-5-2 15,-3-2-5-15,-1-2-1 0,1-1 3 16,-3-7-10 0,0-2 3-16,0-3-1 15,0-3-3-15,0-2-1 0,0 0-6 16,0 0-43-16,0 0-87 15</inkml:trace>
  <inkml:trace contextRef="#ctx0" brushRef="#br0" timeOffset="-98914.73">12779 2949 240 0,'-6'-5'66'16,"6"0"-68"0,0-3 10-16,0 3-11 0,12 0-16 15,6 3-88-15</inkml:trace>
  <inkml:trace contextRef="#ctx0" brushRef="#br0" timeOffset="-98459.73">13005 3039 99 0,'-8'-6'135'16,"-3"4"-132"-16,-1-3 11 15,1 5-1-15,-2 0-8 16,-4 0 0-16,1 0-9 16,-1 7 8-16,1 4 9 15,-2 1-1-15,0-3 9 16,4 4-13-16,3-3-2 16,5 0 2-16,4-4-10 15,2 2 1-15,0 3-3 16,0 0 2-16,13 2 8 0,16-2-10 15,0-5 8 1,2 2 1-16,-1-3-7 0,-5 5 4 16,-9 1 2-16,-5-4-2 15,-5 0 1-15,-6 3-1 16,0 0 8-16,0 0 9 16,-8 2-11-16,-15 1-8 15,-1-3 5-15,-4 0-3 16,3-4-5-16,0 3-14 15,6-9-49-15,2 0-87 16</inkml:trace>
  <inkml:trace contextRef="#ctx0" brushRef="#br0" timeOffset="-98073.73">13193 2891 177 0,'0'0'15'0,"0"0"0"15,0 0 40-15,-3 6-12 0,0 18-7 16,-3 9 2-16,1 6-15 16,-3 1-2-16,-1 1-13 15,4 3-1-15,2-7 4 16,3-2-13-16,0-1 3 16,0-6 3-16,0-1-4 15,0-4 1-15,0-3-5 16,0-7-1-16,0 1-2 15,0-6-27-15,0-6-59 16,0-2-36-16</inkml:trace>
  <inkml:trace contextRef="#ctx0" brushRef="#br0" timeOffset="-97686.73">13049 3202 166 0,'-6'-8'49'0,"6"1"-48"15,0-3 16-15,6 5-1 16,18-3-1-16,5 2-5 16,-1-2-8-16,-4 5 3 15,-2-2-6-15,-3 3-1 16,1 0 7-16,-4 2-7 0,1 0 2 15,0 0 1-15,-2 0-2 16,3 0 2-16,-4 0-1 16,2 4 2-1,-5 12 18-15,0 1 9 0,-9 2 5 16,1 1 2-16,-3 1-18 16,0-4-5-16,0 0-4 15,0-4-7-15,0-3 3 16,0-3-6-16,0-2 0 15,0-4 1-15,0-1-9 16,0 0-13-16,0 0-63 16,0 0-126-16</inkml:trace>
  <inkml:trace contextRef="#ctx0" brushRef="#br0" timeOffset="-97508.73">13433 3005 188 0,'-11'-9'123'0,"9"1"-117"16,2 1-3-16,0 7-1 16,0 0-14-16,7 0-60 15</inkml:trace>
  <inkml:trace contextRef="#ctx0" brushRef="#br0" timeOffset="-96437.73">13688 3098 188 0,'-12'0'21'16,"6"-3"-19"-16,-5 3 59 16,0 0-35-16,-8 0-15 15,-3 0-5-15,-5 9 2 16,2 10 4-16,0-2 3 0,3 6-11 16,10-1 10-1,7 0-13-15,1-2 5 0,2-3-3 16,2-1 3-16,0-2-2 15,0 1-4-15,0-2 0 16,0-1 9-16,2-3-9 16,24 2 3-16,7-4-1 15,5-4-2-15,7-3 1 16,-1 0-2-16,0 0-2 16,-5-3 0-16,-3-11-4 15,-11-2 6-15,-6 2 0 16,-8-1-3-16,-5 0 2 0,0 0 1 15,-4 0-6 1,-2 2 12-16,0 3-8 0,0 1-1 16,0 4 4-16,0 3 2 15,-14 2-4-15,-5 0 1 16,2 0 3-16,-5 0 5 16,2 7-6-16,2 5 6 15,0 6-5-15,5-1 2 16,5 0 2-16,5 1-6 15,3-3 3-15,0 0 3 16,0-3-7-16,0 0 2 16,15-4 0-16,6-4-1 15,3-4 0-15,5 0-5 16,-2 0 1-16,-5 0 3 16,1-9-2-16,-7-3 1 0,-2-3 0 15,-6 0-2-15,0 0 5 16,-2 2-2-16,-6 4-1 15,3 4 7-15,-3 2-7 16,0 3 9-16,0 0-6 16,0 0 3-16,0 0 4 15,0 8 0-15,0 6 1 16,0 4 1-16,0-1-11 16,0-2 4-16,8-3-4 15,14-2 4-15,11-8-2 16,9-2-5-16,7 0 3 15,-5-2 3-15,1-17-3 0,-7-2-4 16,-4-1 4-16,-10-2 0 16,-2-4 2-16,-8-2-2 15,-2-2 0-15,-12-3 3 16,0 3-3-16,0-3 2 16,-7-3 0-16,-15 4 1 15,-3-1-1-15,4 8-4 16,-1 3 1-16,4 12 8 15,7 6-8-15,4 0 3 16,0 6 1-16,3 0-2 16,-3 0 4-16,0 18-5 15,-2 12 7-15,7 5 4 16,-1 4-1-16,3 4 1 16,0 2-4-16,0-4 2 0,0-1-1 15,5-2-7-15,15-6-1 16,4-10 4-16,4-3-5 15,8-7-2-15,2-8 0 16,10-4-10-16,1 0-53 16,7-5-214-16</inkml:trace>
  <inkml:trace contextRef="#ctx0" brushRef="#br0" timeOffset="-95580.73">11586 3724 134 0,'0'0'60'0,"0"0"-51"16,0 0-8-16,0 0 3 16,0 0-2-16,0 0-5 15,0 0 3-15,0 0-3 16,0 0 1-16,0 0 4 0,0 0-5 15,0 0-23 1,-4 0-81-16</inkml:trace>
  <inkml:trace contextRef="#ctx0" brushRef="#br0" timeOffset="-95162.73">11586 3724 237 0,'-64'10'24'16,"61"-10"9"-16,3 0 28 16,0 0-31-16,0 0-16 15,0 5-2-15,0 14 8 16,0 8-3-16,0 6-11 16,12 2-1-16,-1 0-5 15,-3 0-1-15,0-3 8 16,1-5-12-16,-4-1 7 15,3-4-1-15,1-5-5 16,-4 0 3-16,1-4-3 0,-1-6-10 16,-5-2-13-16,2-2-69 15,2-3-3-15,-4 0-23 16</inkml:trace>
  <inkml:trace contextRef="#ctx0" brushRef="#br0" timeOffset="-94232.73">11540 3724 132 0,'-9'-7'33'0,"3"-1"-28"0,6 3 33 16,-3 3-13-16,3 2-9 15,0-3-4-15,0 3 3 16,0 0 12-16,0 0-5 16,0 0 7-16,0 0-3 15,0 14 1-15,0 9-12 16,9 5-6-16,2 1-4 16,2 1-3-16,-1 0 5 15,-1-5-5-15,2-3-4 16,-1-4 6-16,-1-3-4 0,0-4 1 15,3-3-2 1,1-5 0-16,8-3 5 16,2 0-8-16,2 0 1 0,2-5-1 15,-4-12-1-15,-7-5 0 16,0-1-4-16,-3-4 4 16,-1 2 6-16,-5 0-6 15,-2 2 4-15,-1 4 6 16,-6-1-2-16,0 5 0 15,0 5 0-15,0 3 2 16,0 2 5-16,0 5-6 16,0 0 0-16,0 0-3 15,0 0 1-15,0 0-4 0,0 0 2 16,0 0-1 0,0 19 8-16,3 4-5 0,0 2 0 15,0 2 5-15,2 3-6 16,0 0 5-16,3-1-5 15,1 1-2 1,3 0 5-16,3-5-6 0,2-5 0 16,0-3 3-16,2-2-3 15,0-2 2-15,2-6-6 16,0-2 3-16,1-5 6 16,3 0-10-16,-3 0 4 15,3 0-6-15,0-5-16 16,-3-10-12-16,0 0 18 15,-5 1 1-15,-4-4 14 0,-2-2-1 16,-5-2 2-16,0 2 4 16,-6 0-1-16,0 2 0 15,0 3-4-15,0 6 10 16,0 4 13-16,0-2-7 16,0 7 9-16,-6 0-8 15,-9 0 3-15,-3 0-6 16,-2 0-3-16,1 0-4 15,2 12 3-15,6 0-7 16,3 0 2-16,5 6-1 16,3 4 1-16,0 0 0 15,0 4-3-15,0-4 1 16,9-3 5-16,13-1-7 0,3-6 3 16,4-4-2-1,3-3-5-15,-3-3-22 16,7-2-50-16,-5 0-33 0</inkml:trace>
  <inkml:trace contextRef="#ctx0" brushRef="#br0" timeOffset="-93392.73">12665 3883 153 0,'-22'0'69'0,"6"0"-64"16,-1 0 22-16,0 0 1 0,2 0-16 16,-3 1-11-16,2 8 2 15,0 1 3-15,-2 1-6 16,2 3 4-16,3 1-1 16,2-1 5-16,-1 3 13 15,7-1-4-15,1-2-7 16,4 1-4-16,0 3-4 15,0-1 0-15,9-1-1 16,16-7-2-16,6-4 3 16,1-5-5-16,4 0-10 15,-4 0-5-15,-3 0-5 16,-7-9 5-16,-1-7 3 16,-6-1 1-16,2-6 10 0,-4-4-5 15,5-8-11-15,-5-4 2 16,-2-11-14-16,1-4 18 15,-5-2 9-15,1 7 13 16,-8 9 1-16,0 15 8 16,0 10 4-16,0 6 23 15,0 6-10-15,-2 3-8 16,-11 0-4-16,1 0-12 16,3 0-2-16,1 12-4 15,3 6 5-15,0 4 13 16,5 8-6-16,0 2-2 15,0 8-5-15,0-2-1 0,0 1-2 16,8 1-2-16,2 0-2 16,2-8 0-16,-1 0-2 15,0-5 1-15,-3-1-3 16,1-7 1-16,-1-2-3 16,-3-6-3-16,3-4-11 15,-5-1 4-15,3-4-25 16,-1-2-6-16,2 0 23 15,0 0-10-15,4-20-6 16,0-5 15-16,3-5 20 16,3 2 3-16,-3 2-1 15,-1 5 2-15,-5 12 9 0,1 1 1 16,-7 8-2-16,2 0-4 16,-2 0 14-16,-2 0 10 15,3 3-14-15,-1 14 8 16,2 1-2-16,-4 1-8 15,2 1 2-15,1 3-4 16,0-6-9-16,3 3 3 16,-1-8-5-16,3 1 0 15,3-6-9-15,6-2 2 16,8-5 1-16,11 0-53 16,0 0-73-16</inkml:trace>
  <inkml:trace contextRef="#ctx0" brushRef="#br0" timeOffset="-92259.73">13397 3933 224 0,'-6'-5'24'0,"-1"-3"-4"15,-2 6 43-15,-5-2-27 16,-6 4-26-16,-1 0-2 15,-7 0-10-15,1 0 13 16,-1 16 0-16,6-2-3 16,0 7-2-16,5-6-2 15,0 2-1-15,9 1 1 16,2-1-2-16,6-2-2 16,0 0 3-16,0-2-3 15,0-4-1-15,21-4 2 0,0-2-4 16,4-3 5-16,3 0-9 15,1 0-4-15,3-13 4 16,-3-4 1-16,0 0 4 16,-11-3 0-16,-4-1 0 15,-5 4 8-15,-9 0-6 16,0 4 0-16,0 4 15 16,0 5-4-16,0 4-3 15,0 0-5-15,-6 0 0 16,0 0 4-16,2 4-3 15,-5 13 1-15,9 0 9 16,-2 4-9-16,2-5-2 0,0 2-3 16,0-1 5-16,0-1-2 15,0-7-5-15,7-1 1 16,7-6 3-16,3 1-4 16,2-3 2-16,-2 0-3 15,-1 0-1-15,2-8 4 16,-3-6-10-16,6-7 4 15,-8 2 3-15,-5-1 0 16,-2 0 3-16,-4 8 1 16,-2 2-2-16,3 7 8 15,-3 3-7-15,0 0 0 0,0 0 3 16,0 0-3 0,0 0 0-16,0 0-1 0,0 9 4 15,0 9 1 1,0 2-3-16,0-2-1 0,0-3 2 15,0-1-2-15,0-3 1 16,0-2-2-16,3-1 0 16,7-6 3-16,5-2-5 15,6 0-2-15,8 0 9 16,0 0-8-16,3-14 1 16,-3-4 1-16,-7 1-4 15,-5-1 8-15,-6 4-4 16,-9 1 1-16,2 5 3 15,-2 3 3-15,-2 5-4 16,0 0 2-16,0 0-2 0,0 0 7 16,0 0-10-16,0 0 3 15,0 0 3-15,0 8-1 16,0 6 1-16,0 1-4 16,8-2 0-16,1-3 5 15,2-3-8-15,3-2 3 16,-1-2 1-16,10-3-3 15,1 0 2-15,3 0-1 16,7-8-2-16,-3-9 5 16,-3-3-7-16,-7-2 2 15,-4-3 3-15,-6-2-4 16,-6 2 0-16,-5 7 3 16,0 6 0-16,0 10 8 0,0 2-7 15,0 0 1 1,0 0 4-16,0 0-6 0,0 12 7 15,-5 9-6-15,2 0 0 16,3-4 6-16,0-1-6 16,0-4 1-16,0-2 5 15,0-5-8-15,14 0 0 16,4-5-5-16,5 0-12 16,5 0-28-16,-3 0-120 15</inkml:trace>
  <inkml:trace contextRef="#ctx0" brushRef="#br0" timeOffset="-92047.73">14087 3754 215 0,'-12'0'177'16,"10"0"-170"-16,2 0 7 15,0 0 8-15,0 0-7 16,0 0-18-16,0 0 1 16,0 0-3-16,0 0-43 15,0 0-89-15</inkml:trace>
  <inkml:trace contextRef="#ctx0" brushRef="#br0" timeOffset="-91456.73">14308 3838 173 0,'4'0'60'0,"2"0"-53"16,6-7 30-16,-3 2-3 15,-7 5-5-15,-2 0 12 16,0 0-4-16,0 0-18 15,-5 0-7-15,-17 10-12 16,-1 8 1-16,-1 3 4 0,4 2-4 16,4-1 2-1,4-2-5-15,5 0 1 0,3-6 8 16,4-1-12-16,0 0 7 16,0-3 1-16,11-1-1 15,12 2-3-15,2-7 1 16,5-1-4-16,3-3 9 15,-2 0-6-15,-6 0-3 16,-3 0 4-16,-4-3 3 16,0-6-2-16,-2-4 0 15,-2 1-6-15,2-8 11 16,4-3-8-16,0-1 1 16,5 2 3-16,-1 1-2 0,1 4 0 15,0 7-1 1,-4 5 1-16,-4 1 9 0,-6 4-5 15,1 0-1-15,1 0 10 16,1 0-3-16,4 0 1 16,5 0-4-16,-1 7 1 15,0 0 2-15,-3 3-7 16,-2 0-1-16,-8 2 3 16,-4 1-3-16,-2-1 5 15,-3 3-3-15,0 0 1 16,-14 0 1-16,-16-3-9 15,-1-2-9-15,1-5-26 0,0-5-46 16</inkml:trace>
  <inkml:trace contextRef="#ctx0" brushRef="#br0" timeOffset="-87289.73">12292 4517 151 0,'0'-10'38'0,"0"0"-25"0,0 0-5 15,0 7 15-15,0 1-7 16,0 2-7-16,0 0 10 16,0-3 5-16,0 1 8 15,0-6 0-15,0 1-6 16,0-1 0-16,0 1-13 16,0 2-6-16,0 2 5 15,0 1-5-15,0 2-1 16,0 0 5-16,0 0-5 15,0 0-1-15,0 0-2 16,0 0 0-16,0 0 3 16,0 0-11-16,0 0 5 15,0 10 12-15,0 12-10 0,0 4 5 16,0 2-6-16,0 10 1 16,4 2 4-16,3 5-5 15,2 2-1-15,-1 0 7 16,4 3-11-16,-5 0 5 15,4-3 1-15,-2-2-5 16,0-4 6-16,-2-3-6 16,2-3 1-16,-4-5 7 15,-2-4-7-15,-3-3 2 16,0 0-1-16,0-6 1 16,0 0 3-16,0-4-7 15,0-4 2-15,0-1 8 16,0-8-10-16,0 3 2 15,0-3 0-15,0 0-4 0,0 0 2 16,0 0-8-16,0 0-10 16,0 0-20-16,0-15-73 15,0 0 6-15,0 3-101 16</inkml:trace>
  <inkml:trace contextRef="#ctx0" brushRef="#br0" timeOffset="-86913.73">12206 5114 181 0,'0'0'10'0,"0"0"1"15,0 9 29-15,15 6-10 16,6 5-11-16,2 0 2 16,2 0-10-16,-1-3 0 15,-1-5-5-15,2-1 7 16,-1-9-1-16,-1-2 6 16,-4 0-5-16,2 0-1 0,4 0-10 15,0-13 5 1,4-6-5-16,-4-2 1 0,0-1 1 15,-4 1-7-15,1 2 1 16,-2 2 7-16,-4 5-9 16,1 0-5-16,-3 6-12 15,-1 4-68-15,1 2-33 16</inkml:trace>
  <inkml:trace contextRef="#ctx0" brushRef="#br0" timeOffset="-85952.73">11931 5575 39 0,'-19'-8'101'16,"4"-1"-97"-16,5-6 8 16,2 6 4-16,-3 3 4 15,-6-4-9-15,-2 2 9 16,-1-1 7-16,-5 2 15 0,0 1-11 16,3 1 9-16,0 0-18 15,6 3-8-15,0-1-3 16,2 3-9-16,-4 0 6 15,3 0-5-15,-2 0-3 16,6 0 2-16,0 0-2 16,2 3 4-16,7 9-7 15,-1 8 0-15,3 3 9 16,0 4-4-16,0 3-4 16,0-3 2-16,0 0 0 0,3-6 2 15,13-2-6 1,4-11-2-16,2-6 10 0,6-2-9 15,-1 0 5 1,4-10-2-16,-4-15-4 0,-4 0 14 16,-8-2-11-16,-1 0 2 15,-5 1 2-15,-4 2-5 16,-3 6 8-16,-2 6-5 16,0 8 5-16,0 1 5 15,0 3-9-15,0 0 0 16,0 0 3-16,0 0-4 15,0 0 5-15,0 13 0 16,0 11 1-16,9 4 5 16,0-6-9-16,2-3 1 15,0 2 3-15,3-7-4 0,1-4-2 16,2-2-1-16,-2-4-2 16,1-4 4-16,-3 0-4 15,1 0-3-15,4 0 0 16,-3 0-23-16,2-14-15 15,2-6-27-15,-2 2-17 16,0 1-107-16</inkml:trace>
  <inkml:trace contextRef="#ctx0" brushRef="#br0" timeOffset="-85669.73">12119 5443 108 0,'0'0'74'0,"0"0"-45"15,0 0-2-15,0 0-1 0,0 0 0 16,0 0-8-16,0 3 19 16,0 15-2-16,0-1-14 15,0 5 0-15,0-3-16 16,2 7 0-16,4 1 6 16,-1 3-9-16,-1 7 1 15,-4 1-1-15,2-1 1 16,-2-2-1-16,3-4-4 15,-1-1 1-15,-2-2 3 16,3-6-10-16,3-1-3 16,-3-7-4-16,3-6-66 15,-4-6-11-15,1-2 7 16</inkml:trace>
  <inkml:trace contextRef="#ctx0" brushRef="#br0" timeOffset="-85252.73">12121 5548 183 0,'-2'-17'48'16,"2"2"-46"-16,0 2 23 15,0 4 11-15,0 3-19 0,6 1-8 16,5 0 11-16,-1 3 9 15,5 2-10-15,6-5-2 16,7 2-5-16,0 1-4 16,1 2-4-16,-4 0-3 15,-3 0-2-15,-8 5 10 16,-7 12-9-16,-5-2 11 16,-2 3 6-16,0-5-6 15,-14 3 0-15,-13 1-6 16,-9 1 0-16,0-3 1 15,3-3-8-15,8-4 2 16,5-5 1-16,6-3-2 16,7 0 1-16,3 0-7 15,2 0 3-15,2 0 3 16,0-3-14-16,0 1 4 16,11 2-5-16,11-3-63 0,5 3-91 15</inkml:trace>
  <inkml:trace contextRef="#ctx0" brushRef="#br0" timeOffset="-84894.73">12449 5459 166 0,'0'-3'44'0,"0"0"-39"16,0 3 13-16,0 0 7 0,0 0-19 16,0 0 33-16,0 0 23 15,0 6-27-15,0 8-10 16,0 7-14-16,0 1-3 16,0 7 0-16,0 1-4 15,0 2-3-15,0 1 8 16,0-1-11-16,7-2 5 15,-5-1-3-15,4-1 2 16,-3-4-3-16,-3 4-1 16,0 0 1-16,0-6 1 15,0-2-16-15,0-7-13 16,0-1-73-16,3-6-14 0,-3-6-74 16</inkml:trace>
  <inkml:trace contextRef="#ctx0" brushRef="#br0" timeOffset="-83932.73">12483 5513 202 0,'-2'-10'16'15,"-1"1"4"-15,-1 1 18 16,4 3-10-16,0 2-19 0,0-4 2 15,0 2-2-15,9-5 3 16,16 2-3-16,0 1 8 16,-3 2-5-16,1 3 1 15,-5 2-8-15,0 0 3 16,-5 0 1-16,-5 2-2 16,0 13 0-16,-1 0 4 15,-7 2-4-15,0-2-1 16,0 5 3-16,-15-4-8 15,-10 2 3-15,-3 0-4 16,-1-6-1-16,0 0 6 16,-1-4-9-16,8-5 8 15,3-3-5-15,8 0-2 0,5 0 6 16,6 0-10 0,0 0-1-16,0 0 9 0,0 0-6 15,6 0 8-15,16 0-2 16,6 0-2-16,-1 0 2 15,-2 0-6-15,0 0-3 16,-3-11 0-16,1 2 0 16,-8-4-5-16,6-1-3 15,-6-1 3-15,6-7 13 16,0-3-9-16,0-7 7 16,5-6 4-16,-1-4-3 15,-6 2 1-15,-2 3 1 0,-11 7 13 16,-4 8 2-16,-2 1-2 15,0 7-2-15,0 2 0 16,0 2 0-16,0 10 0 16,0 0 1-16,0 0-3 15,0 0-3-15,0 0-10 16,0 0 6-16,-2 14 0 16,-4 12-2-16,3 3 0 15,3 6 2-15,0 4-3 16,0 1 4-16,0 0-5 15,0-2 0-15,0-6 6 16,0-7-7-16,9-7 1 16,-2-2 0-16,-1-5-2 15,2-2 0-15,0-4-3 16,3-2-1-16,3-3 5 0,2 0 0 16,1 0 1-16,0 0-2 15,-4-11-5-15,1-4 1 16,1-4-8-16,-4-4-10 15,-1 7 18-15,-1 5 3 16,-7 6 6-16,-2 3-1 16,0 2 0-16,0 0 6 15,0 0-4-15,4 0 2 16,-2 18 14-16,1 1-15 16,-3 1 3-16,2 5-6 15,1-5 7-15,0-1-5 16,3-4-3-16,2-4-1 0,-1-4-4 15,2-5-6 1,3-2-5-16,3 0-27 0,8-8-72 16,2-11-24-16</inkml:trace>
  <inkml:trace contextRef="#ctx0" brushRef="#br0" timeOffset="-83747.73">13149 5289 168 0,'-11'-5'107'15,"5"-2"-108"-15,6 0 28 16,0 4-3-16,0 0-19 0,0 1-13 16,2-3 3-16,4 3-38 15,-1-1-47-15</inkml:trace>
  <inkml:trace contextRef="#ctx0" brushRef="#br0" timeOffset="-82989.73">13248 5585 69 0,'0'5'101'0,"0"-5"-77"15,0 0 23-15,0 0-3 16,11 0-18-16,-1 0-7 16,1 0-10-16,1 0-10 15,-3-2 4-15,2-8 4 16,0-1-5-16,0 0 8 15,-4-5-1-15,4-2-3 16,-4-3-2-16,-2-2-4 16,1 1-1-16,-6 2 7 15,0 5-9-15,0 8 13 16,0 1 16-16,0 6-11 0,0 0-7 16,-20 0-11-16,4 13 4 15,-2 9 2-15,5 1-6 16,2 2 8-16,-1-3-7 15,5-1 1-15,3 1 6 16,4-3-9-16,0-1 3 16,0-4 2-16,4-3-2 15,12-2 1-15,0-4-2 16,4-5-2-16,-4 0 8 16,4 0-6-16,-4 0-2 0,7 0 7 15,-3-5-4 1,-2-10 2-16,-1 0-2 0,-6-2-1 15,-3-2 6-15,5-2-8 16,-1 2 3-16,-3-1 5 16,-7 10-7-16,1 2 5 15,1 3-4-15,-2 5 2 16,9-2 5-16,0 2-7 16,5 0 1-16,4 0 5 15,1 0-6-15,8 0 5 16,-8 12 2-16,4 3-9 15,-8 0 10-15,-6-2-8 16,-6 1 2-16,-5 4 4 16,0-3-4-16,0 1 6 15,-5 2-5-15,-17-6-1 0,-1 1 5 16,5-8-7-16,-2-2 1 16,4-3-2-16,5 0-16 15,7 0-92-15,4-13-81 16</inkml:trace>
  <inkml:trace contextRef="#ctx0" brushRef="#br0" timeOffset="-81377.73">14333 5386 204 0,'-11'-5'29'15,"-3"0"-19"1,11 0 22-16,3 3-6 0,0 2-19 16,0 0-4-16,0 0 5 15,-2 0 15-15,-7 0 12 16,-7 0-9-16,-11 0-18 16,-7 17-6-16,-4 1 3 15,-1 1-4-15,6 1 2 16,5-2-4-16,9-3 1 15,10-5 2-15,4-5-3 16,5 0 0-16,0 0-1 16,0-2 0-16,0 3 5 15,20 2-2-15,10 0-3 0,3-1 6 16,3 3-5 0,0-1 2-16,-4 3 1 0,-4 4-2 15,-6-3 2-15,-2-4-3 16,-9 4-2-16,-9-5 9 15,-2 1-6-15,0-1 7 16,-8 2-2-16,-17-3 0 16,-7 3-4-16,-2-2-1 15,0-1 0-15,2-2 2 16,-1-5-5-16,8 0 0 16,5 0-6-16,13-3-41 15,7-19-103-15</inkml:trace>
  <inkml:trace contextRef="#ctx0" brushRef="#br0" timeOffset="-81003.73">14534 5247 191 0,'-2'-5'60'0,"0"1"-36"15,2-1 32-15,0 5-8 16,0 0-24-16,0 0-16 0,0 1 6 16,-4 22 9-16,-1 9-11 15,-1 3-3-15,-2 4 5 16,-1 4-8-16,-2 2 4 15,7-2-6-15,0-3-4 16,4 1 4-16,0-6-6 16,0-3-1-16,0-2 6 15,0-10-6-15,0-3-12 16,6-6-2-16,-4-8-10 16,5 3-66-16,-5-6-22 15,0 0-18-15</inkml:trace>
  <inkml:trace contextRef="#ctx0" brushRef="#br0" timeOffset="-80723.73">14303 5518 118 0,'-14'0'129'0,"8"-5"-134"15,6 2 16-15,0 3 13 16,3 0 10-16,27 0 1 16,4 0-21-16,4 0-13 15,3 0 3-15,4 0-6 0,0 0-1 16,0-2-7-16,6-2-13 16,1 1-27-16,1-2-11 15,-4 0-16-15,-7 0-58 16</inkml:trace>
  <inkml:trace contextRef="#ctx0" brushRef="#br0" timeOffset="-80092.73">14899 5486 7 0,'11'0'26'16,"-11"0"37"-16,0 0 24 16,0 0-55-16,-22 0 7 15,-3 2-3-15,-8 8 4 16,3 0 0-16,-4 3-22 16,3-1-5-16,4 3 2 15,3 0-10-15,5 2 1 16,4 3 1-16,7 0-4 15,6 0 6-15,2-3-11 0,0-5-1 16,0-1 7-16,16-4-5 16,6-7-4-16,3 0 2 15,2 0-6-15,-1 0 7 16,-2-12-7-16,-2-9-2 16,-5-1 7-16,-4 2 4 15,-4-2 0-15,-3 4 1 16,-4 2-2-16,-2 5 9 15,0 4 2-15,0 7 0 16,0 0 2-16,0 0-8 16,0 0 5-16,0 2-4 15,0 21 0-15,0 2 0 16,0 2-7-16,6-5 1 0,11-2 3 16,4-2-1-16,7-11-4 15,5-5-3-15,5-2 2 16,7 0 0-16,-1-21-36 15,0-5-44-15,-5-4 40 16,-11-2 3-16,-6 0 18 16,-3-7 18-16,-10-1 4 15,-7-5 3-15,-2 2 3 16,0 4 5-16,0 4 7 16,0 12 18-16,0 8 12 0,-14 8-1 15,1 7-30 1,-1 0 9-16,3 0-24 0,0 5 1 15,0 17 5-15,5 3 3 16,0-1 3-16,6 10-3 16,0-2 0-16,0 5 5 15,0 0-14-15,0-2 2 16,0-5 3-16,0-4-8 16,0 0-2-16,0-4 2 15,6-4-9-15,2-3-1 16,3-8-40-16,-2-2-75 15,-1 0-7-15</inkml:trace>
  <inkml:trace contextRef="#ctx0" brushRef="#br0" timeOffset="-79874.73">15064 5513 260 0,'0'-5'32'0,"0"0"-15"16,0 3 20-16,25 2-6 15,8 0-15-15,9 0-4 16,2 0 0-16,3 0-7 16,0-7-14-16,-3-4-23 15,0-1-148-15</inkml:trace>
  <inkml:trace contextRef="#ctx0" brushRef="#br0" timeOffset="-78564.73">12823 6310 159 0,'0'-4'45'0,"0"4"-31"16,0 0 28-16,0 0 15 16,0 0-11-16,0 8-33 15,0 16 5-15,0 6-3 16,0 2-2-16,0 1-4 15,-6 1-4-15,1-7 5 16,2-2-12-16,0-5 2 16,0-7 1-16,3-8-1 15,0-3 1-15,0-2-3 16,0 0 1-16,0 0 10 16,0-2-13-16,9-23 2 0,11-5 1 15,-7-5-3-15,-1 1 6 16,-3 4-7-16,-3 0 2 15,0 10 8-15,-3 7-7 16,2 5 3-16,-5 7 3 16,0 1-3-16,5 0 0 15,-1 0-2-15,3 0 0 16,5 5 6-16,-1 14-6 16,2 0 1-16,-4 5 5 15,0-2-3-15,-4-2 0 0,1-3-2 16,-4-2-2-1,3-5 6-15,-1-2-7 0,-2-4 2 16,4-1 2-16,2-3-3 16,3 0 4-16,0 0-3 15,3-7-5-15,2-11 12 16,2-2-12-16,-5-2 3 16,1-4 5-16,-1 5-4 15,-4 4 2-15,-4 9-1 16,-2 8 0-16,-3 0 6 15,2 0-6-15,2 0 3 16,-4 16 4-16,3 10-2 16,-3-1 1-16,2 0-6 15,6-3 1-15,1-2 7 16,-1-9-10-16,3 0 3 16,5-11 0-16,6 0-4 0,9 0 0 15,1 0-8-15,2-17-25 16,-3-1-18-16,-10-1-6 15,-1 1-2-15,-4 1 27 16,-1 2 18-16,-5 3 13 16,-4 2 4-16,-6-1-1 15,0 7 17-15,0-1 0 16,0-2 9-16,-2 1 14 16,-7-1-4-16,4 2 23 15,1 2-1-15,2 3-35 16,-1-2-2-16,-3 2-14 0,3 0-1 15,1 0-1-15,-4 0 2 16,3 0-3-16,-1 0-1 16,-3 0-2-16,0 15 8 15,-2 5-7-15,4 2 2 16,-3-2-1-16,5-1-1 16,-3-1 2-16,6 0-3 15,0-3-1-15,0 2 6 16,0-2-7-16,0 0 1 15,9-5-4-15,15-5-6 0,9-5-28 16,0 0-57 0,3-5-35-16</inkml:trace>
  <inkml:trace contextRef="#ctx0" brushRef="#br0" timeOffset="-77820.73">13715 6124 231 0,'-12'-2'34'16,"4"2"-16"-16,1 0 19 15,0 0-17-15,5 0-3 16,-4 18 9-16,6 4 4 16,-3 2-11-16,0 4-1 15,3 2 1-15,0 2-11 0,0 0 3 16,0 3-4-1,0-4-3-15,0-1 0 0,0-4-6 16,3-6 1-16,6-6 4 16,0-1-7-16,-5-5 2 15,1-6-6-15,-1-2-1 16,1 0-4-16,6 0 1 16,5 0 4-16,9-20 0 15,0-10-20-15,-3-4-5 16,1-7 9-16,-7 0 8 15,-1 6 13-15,-8 7 12 16,-3 9 6-16,-2 6 19 0,-2 8-6 16,0 2-13-1,0 3-6-15,0 0-5 16,0 0 0-16,0 0-4 0,0 0 1 16,0 0 10-16,0 0-6 15,0 6 16-15,0 16-7 16,0 6-3-16,0 2-3 15,0-2-7-15,0 1-1 16,0-5 6-16,5-2-9 16,4-7 3-16,2-3-3 15,2-1 1-15,-1-4 0 16,1-4-6-16,1-1-4 16,-2 1 8-16,1-3-12 15,-2 0 5-15,3 0 4 16,-1-3 1-16,-1-12 5 0,1-5-3 15,4-2 0 1,-5 2 9-16,-3 6-9 0,-2 6 7 16,-5 5 0-16,-2 3-4 15,0 0 3-15,0 0 4 16,3 13-1-16,-3 9 3 16,3-2-7-16,3-2-1 15,2-4 0-15,6-4-2 16,8-5-2-16,6-5-4 15,5 0-10-15,3 0-46 16,3-5-60-16,-1-14-18 16</inkml:trace>
  <inkml:trace contextRef="#ctx0" brushRef="#br0" timeOffset="-76586.73">14532 6253 223 0,'-13'0'67'15,"-2"0"-26"-15,-4 0 16 16,-4 0-20-16,2 0-19 16,-2 8-14-16,2 5 5 15,3 4-8-15,5-2 4 16,1 2 7-16,6 0-10 16,-3 4 1-16,9-5-2 15,0-1-4-15,0-3 6 0,0-1-4 16,11-4-1-1,14-1 4-15,8-6-6 0,-3 0-4 16,3 0 0-16,-6 0 5 16,-4-3 2-16,-7-7-5 15,-5-2 5-15,-8 1 6 16,-3 2-5-16,0-4 2 16,0-2-1-16,-11 0 1 15,-8-2 5-15,-4 2-8 16,4 0 0-16,2 5 4 15,6 3-4-15,9 2 0 16,2 5 0-16,0 0-6 16,0 0 8-16,22 0-5 15,11 0-2-15,6 0-4 0,5 0-35 16,0 0-15-16,3 0 22 16,3 0 21-16,-3 0 9 15,-1-8 3-15,-1-2-2 16,-9-2 8-16,-5 2-8 15,-13 5 3-15,-6 0 1 16,-8 2 3-16,-4 3 5 16,0 0 7-16,0 0 31 15,0 0 8-15,0 0-19 16,-4 0-12-16,-13 0-2 16,-5 8-5-16,0 2-3 15,-6 5-5-15,3 3-2 16,3 1 8-16,0 3-10 0,3-1 1 15,4-2 1-15,6-1-6 16,3-3 9-16,3-6-9 16,3-1-2-16,0-4 5 15,3-4-1-15,18 0-2 16,7 0-1-16,3-1-1 16,-1-17 5-16,-5-1-6 15,-1 1 3-15,-6-2 6 16,-9 0-4-16,3-2 1 15,-3-6 1-15,-1-4-2 16,-1-8 6-16,2-6-8 16,0-7 3-16,-4 1 5 0,1 4-7 15,-6 12 4-15,0 9 7 16,0 21 5-16,0 6 15 16,0 0-15-16,0 0-13 15,-4 17 5-15,-9 8-6 16,1 2 2-16,8 6-1 15,-3 0 1-15,5 3 4 16,2 2-4-16,0-1-5 16,0-5 11-16,0-2-9 15,0-3 2-15,2-2-2 16,9-5 0-16,3-4 5 16,4-2-9-16,-2-4 3 15,1-5 3-15,-1-4-8 0,0 3 7 16,-2-4-11-1,-3 0 4-15,0 0 5 0,-2 0-8 16,-1 0 5-16,7 0 5 16,-5-10-3-16,7-5-1 15,-2-2 1-15,3-6 0 16,3-2 4-16,5 0-10 16,-4 6 3-16,-1 1 8 15,0 11-2-15,-8 2 0 16,-5 5 1-16,3 0-2 15,-3 0 7-15,3 0-4 16,-2 0 1-16,-1 5 6 16,3 8-3-16,0-4 3 0,3 4-4 15,-6-4-3-15,1 4 10 16,-4-3-13-16,1 0-1 16,-6-2 11-16,0-4-10 15,0 4 2-15,0 2-5 16,-9 0 3-16,-13-2-12 15,-3-1-26-15,0-5-78 16</inkml:trace>
  <inkml:trace contextRef="#ctx0" brushRef="#br0" timeOffset="-76048.73">13577 6207 224 0,'18'0'71'16,"14"0"-71"-16,11-13 45 15,7 3 15-15,3-1-31 0,-3 2-17 16,-3 1 1-16,-7 3-8 15,-6 3-5-15,-2 0 0 16,-3 2-2-16,-2 0-9 16,3 0-6-16,1 0-118 15</inkml:trace>
  <inkml:trace contextRef="#ctx0" brushRef="#br0" timeOffset="8228">7704 221 57 0,'-8'-6'180'0,"-17"1"-163"16,6-5 33-16,13 7 13 15,6 3-30-15,0 0-12 16,0 0 6-16,0 29 14 16,0 11-15-16,0 8-5 15,0 0 4-15,0 2-12 16,0-3 0-16,0-2-8 16,0-5-6-16,0-1 7 0,0-6-7 15,0-1 0 1,0-4 4-16,0-1-5 15,0-3 3-15,-11-1-1 0,2-1-3 16,2-5 5-16,1-4-7 16,3-6-1-16,3-2 4 15,0-5-8-15,0 0 8 16,0 0-4-16,0 0 2 16,0-14 10-16,12-14-9 15,1-4 1-15,1 0 7 16,-1 0-8-16,2 2 1 15,-5 2 2-15,1 6-5 16,0 1 12-16,-2 7-14 16,2 2 3-16,0 7 7 0,0 5-2 15,3 0-1-15,2 0 1 16,0 12 0-16,4 11 4 16,0 3-8-16,-1 2 1 15,-6-1 5-15,-4 3-3 16,-9-4 0-1,0 4 0-15,-2-4 2 0,-26-1 5 16,-6-5-11-16,-4-3 7 16,0-6-3-16,4-2-2 15,7-6 4-15,5-3-3 16,4 0-7-16,5-13 8 16,2-9-8-16,5-6 3 15,6 4 6-15,0 6-5 16,0 9 8-16,0 4-2 0,12 5 0 15,1 0 7-15,4 0-7 16,2 14-1-16,0 4 4 16,3-4-5-16,9-1-1 15,1-1 3-15,8-4-6 16,6-3 8-16,7-5-10 16,-3 0 2-16,0 0 0 15,-1-10 4-15,-4-8 0 16,-4-1-2-16,-11-2 0 15,-5-1 7-15,-6 3-10 16,-8 1 4-16,-5 6 4 16,-6 2-6-16,0 2 4 15,0 3-4-15,-14 3-1 0,-14 2 15 16,1 0-13-16,0 0 5 16,5 0 4-16,8 0 0 15,-1 0-2-15,8 10-5 16,-4 7 2-16,5 8 8 15,3 3-12-15,3-4 1 16,0 3 3-16,0-7-5 16,9 3 2-16,15-6-10 15,10-4-1-15,12-6-4 16,9-7-43-16,11 0-107 16,6 0-28-16</inkml:trace>
  <inkml:trace contextRef="#ctx0" brushRef="#br0" timeOffset="8670">8972 461 29 0,'-29'-22'254'16,"22"8"-247"-16,1 13 42 0,6-1 3 16,0 0-30-16,0 2 2 15,0 0 4-15,0 0 6 16,0 0-11-16,0 0-2 15,-3 0 2-15,-8 14-3 16,0 16-7-16,0 5-8 16,3 7-3-16,4 3 17 15,2-1-17-15,2 4 2 16,0-4-2-16,0-2-1 16,0-1 1-16,0-4-6 15,0-7 2-15,0-6 1 16,0-4-21-16,2-7 3 15,2-7-26-15,-4 0-43 0,0-4-25 16,0 1-20-16</inkml:trace>
  <inkml:trace contextRef="#ctx0" brushRef="#br0" timeOffset="9070">8626 750 137 0,'0'-16'120'15,"0"4"-113"-15,9 5 30 16,10 2-3-16,2 3-10 16,2 2-5-16,4 0-3 0,4 0 3 15,2 0-13-15,3 0-5 16,-3 0-2-16,6 0 1 15,0 0-2-15,0 0-5 16,-3 0 5-16,-4 0 6 16,-4 0-6-16,-3 0 3 15,-6 0 4-15,-9 5 8 16,5 14 7-16,-9 6-5 16,-1 2-3-16,1 1 0 0,-6-4-12 15,2 2 1 1,0-7-1-16,1-4-2 0,1-6-2 15,-2-1-10-15,1-2 1 16,0-4-13-16,-1-2-25 16,2 0-52-1,-2 0-140-15</inkml:trace>
  <inkml:trace contextRef="#ctx0" brushRef="#br0" timeOffset="9288">9173 579 182 0,'0'-16'136'0,"0"6"-126"15,0 8 39-15,0 0-21 16,0 2-31-16,0 0-24 15,0 0-36-15,2 0-64 16</inkml:trace>
  <inkml:trace contextRef="#ctx0" brushRef="#br0" timeOffset="10207">9176 579 186 0,'96'175'37'0,"-90"-172"16"0,8 10-3 16,-7 4-6-16,-1 2 3 16,-6 7-18-16,0 4-16 15,0-3-8-15,-6-3-4 16,-3-2-4-16,0-4-3 15,6-6 4-15,0-4-13 16,3-8 1-16,0 0 2 0,0 0 7 16,0 0 5-16,6-17-3 15,10-5-1-15,-2-3 7 16,5-3-4-16,-2-2 3 16,0 1-5-16,-4 4 3 15,-1 8 1-15,-1 4 0 16,-6 8 2-16,-3 3 6 15,4 2-4-15,-3 0 5 16,0 0-2-16,-1 15 3 16,2 7 1-16,-4 3-11 15,0-2-2-15,0 1 7 16,2-4-7-16,1-5-2 16,5-6 1-16,0-1-1 15,-2-5 1-15,3-1 1 16,-4-2-6-16,3 0 11 0,0 0-5 15,3-5 1-15,2-12 0 16,-1-3 1-16,5-2 2 16,-1-4-6-16,0 2 0 15,-5 4 10-15,-5 8-12 16,-3 4 6 0,0 8 2-16,-3 0-3 0,0 3 14 15,0 16-8-15,0 6 3 16,0 0 2-16,0-3-11 15,0-2 2-15,2-1-2 16,15-3-1-16,6-6 1 16,7-7-2-16,0-3-2 0,9 0 5 15,2 0-6-15,4 0 2 16,7-3-1-16,-5-12-6 16,0 1 2-16,-6-7-8 15,-5 2 1-15,-5-7 7 16,-10 4 3-16,-4 5 8 15,-12 7 5-15,-5 5 10 16,0 5 4-16,-8 0-16 16,-25 0-1-16,-3 0 4 15,0 7-5-15,6 9-2 16,8 1-6-16,2 3 4 16,9 0 4-16,3-1-3 15,5 2 0-15,3-2 5 16,0 1-6-16,0-2 0 0,17-4-2 15,2 1 0-15,9-4-1 16,2-7-16-16,4-4-11 16,2 0-20-16,2 0-19 15,-2 0-43-15,10 0-62 16</inkml:trace>
  <inkml:trace contextRef="#ctx0" brushRef="#br0" timeOffset="10502">10686 879 188 0,'0'-13'124'15,"0"1"-118"-15,0 9 53 0,2 3 2 16,1 0-23-16,0 0-4 15,0 0 1-15,0 8-14 16,-1 8-2-16,-2 8-5 16,0 1 1-16,0-1-10 15,0-1-5-15,3-6-1 16,3-2-1-16,-2-5-18 16,3-5 2-16,1-2-20 15,0-3-62-15,1 0-64 16</inkml:trace>
  <inkml:trace contextRef="#ctx0" brushRef="#br0" timeOffset="10720">10715 596 150 0,'-18'-23'174'0,"4"3"-167"15,8 16 71-15,6 0-28 16,0 4-30-16,0 0-11 16,0 0 0-16,3 0-5 15,8 0-10-15,-2 0-19 0,-4 0-46 16,-1 4-119-16</inkml:trace>
  <inkml:trace contextRef="#ctx0" brushRef="#br0" timeOffset="11250">10871 780 152 0,'-12'-8'150'0,"4"8"-141"0,3 0 30 16,3 0 3-16,-1 20-11 16,0 7-1-16,3-1-13 15,0 4-9-15,0-1 2 16,0-4-8-16,6-3-6 16,5-4 3-16,5-6-7 15,6-5-1-15,-3-4 4 16,0-3 1-16,2 0-12 15,-8 0 4-15,1-8 6 16,-1-10 0-16,-2-1-2 0,1-1 7 16,-1-4 4-16,0-3-4 15,-3 3 1-15,-2 2 5 16,-1 5-4-16,-3 10 1 16,-2 2 0-16,0 5 5 15,0 0 0-15,0 0-6 16,0 0 8-16,0 6 7 15,0 15-8-15,0 1 3 16,0 1-7-16,0-4 2 16,0-1-2-16,0-1-9 15,0-4 1-15,15-1 4 16,4-4-10-16,6-2-2 16,2-2-22-16,3-4-36 15,0 2-32-15,4-2-96 16</inkml:trace>
  <inkml:trace contextRef="#ctx0" brushRef="#br0" timeOffset="12474">11555 872 141 0,'0'-18'176'15,"0"6"-176"-15,0 6 60 16,-5-1-25-16,-12 5-8 15,-6-1-16-15,-6 3-3 16,-7 0 7-16,-5 0 4 16,5 3-12-16,5 9-5 0,4 3 8 15,5 5-4-15,3 0-2 16,4 2-2-16,5 3-2 16,6-1 1-16,4-3-8 15,0-1 4-15,0-5-1 16,4-5-7-16,15-5 3 15,0-5-3-15,6 0 1 16,5 0 7-16,4 0-14 16,4-21 8-16,4-3 5 15,-7-3-3-15,-4-8 7 16,-6-3 1-16,-9-4 0 16,-5-2 7-16,-5-7-3 15,-6 1 2-15,0 1-2 0,0 2-5 16,0 5-1-1,-8 4 3-15,-4 9-1 0,-3 6 9 16,0 8-5-16,-2 6 11 16,4 3-1-16,1 4-7 15,1 2-1-15,4 0-4 16,-5 0-4-16,4 5 8 16,-1 17-6-16,7 8 2 15,2 5 8-15,0 8-5 16,0-2 2-16,0 7-1 15,0-6 0-15,0 2 0 16,0-4-9-16,9-2 1 0,7-4 3 16,4-4-6-1,7-2 4-15,4-4-7 0,1-8 2 16,-1-2 5-16,-1-9-7 16,-3-2 3-16,2-3 4 15,0 0-7-15,-1 0 4 16,0 0-8-16,-1-13-2 15,1-4 7-15,-3 0-7 16,0-3 6-16,-6-5 6 16,4-5-4-16,-8-2 0 15,0 2 3-15,-5 3 2 16,-10 9 7-16,0 7-4 16,0 8 5-16,0 3-6 15,-13 0 0-15,-9 0 0 16,-8 14 3-16,1 9-5 0,8-1 7 15,1 3-6-15,9-1 1 16,3 0 3-16,8 0-2 16,0-4-3-16,0 0 0 15,3-3-1-15,16-2 8 16,6-5-9-16,3-5 1 16,5-5 2-16,3 0-8 15,2 0 2-15,4 0-5 16,-4 0 0-16,-2-15 0 15,0-3-4-15,-6 0 7 16,-7 2 8-16,-10-4-3 16,-5-4 2-16,-2 0-1 15,-3 0 0-15,3-1 6 16,-2-1-8-16,5 10 5 0,-3 2 12 16,-4 11-4-16,1 3 4 15,-3 0 1-15,0 0-6 16,0 0 11-16,0 17-8 15,0 10 0-15,0 3 3 16,0-3-2-16,-3 3 3 16,3-2-8-16,0-1-6 15,0 3 10-15,0-1-13 16,0 6 4-16,0-3 0 16,0-2-3-16,0 5 1 15,0-5-4-15,0 0-1 0,0-1 7 16,0-4-7-16,-2-3-1 15,-4-2 0-15,1-2-7 16,-1-8 2-16,1-3-8 16,2-2-11-16,-3-2-4 15,1-3-36-15,-1 0-24 16,-1 0-22-16,1 0-130 16</inkml:trace>
  <inkml:trace contextRef="#ctx0" brushRef="#br0" timeOffset="13607">12172 797 111 0,'2'-15'99'16,"3"5"-39"-16,-2 2 11 15,6 4-13-15,4-2-16 16,10 2-18-16,7-1-10 16,3 3-2-16,0 2-8 15,-3 0-1-15,-6 0 1 16,-3 0 4-16,-8 14 5 16,-7 5-5-16,-6 5-1 15,0-2 7-15,0 0-14 16,0-4 1-16,-19-1-2 15,-4-2 3-15,-4-5 2 0,-4-1-3 16,-2-3-5-16,3-1 7 16,-3-5-12-16,3 2 1 15,7-2-5-15,12 0 5 16,6 0 3-16,5 0-6 16,0 0-12-16,0 0 27 15,22 3-2-15,8 2 0 16,6 0 4-16,2-3-5 15,4-2-4-15,0 0-3 16,-1 0 2-16,-2 0-3 16,2 0-5-16,-5-10 2 0,0-5 5 15,-2 1 2-15,-7-7 1 16,0 2 1-16,-5-4-2 16,-1 1 10-16,-6-6-8 15,-3 6 2-15,-1 0 4 16,-7 7-3-16,-4 5 9 15,0 5-2-15,0 5-10 16,-18 0 12-16,-6 0-8 16,-5 12 5-16,1 13 1 15,9 5-1-15,2 0 0 16,6 0 0-16,9-3-3 16,2 0 5-16,0-7-13 15,0-1 3-15,9-3-1 0,9-6 2 16,7-2 0-1,0-6-5-15,4-2-7 0,0 0 7 16,5 0-11-16,2-7-3 16,0-11-5-16,0 1-2 15,-7-3 9-15,2 0 3 16,-12 0 8-16,-5 2 9 16,-12 9 3-16,-2 3 9 15,0 4 6-15,0 2-12 16,0 0-12-16,0 0 11 15,0 5-1-15,0 13 7 16,-2 0-11-16,2 1 6 0,0 0-6 16,0-1 2-16,0-3-1 15,0-2-6-15,0-3-1 16,0-3 4-16,8-5-8 16,3-2 2-16,3 0 5 15,2 0-5-15,7 0 1 16,-2 0-6-16,2-9 8 15,-1-7 3-15,-3-2-4 16,1-4 4-16,-2 0 0 16,3 0-4-16,-6 2 3 15,-3 7 1-15,-4 6-6 16,-5 7 12-16,-3 0-8 16,0 0-3-16,0 0 14 15,0 7-5-15,0 14-1 16,0-4-3-16,0 0 1 0,0-3 3 15,0 2-9-15,0-6 3 16,0-2 0-16,8-1-4 16,3 0 5-16,6-1-6 15,5-6-6-15,5 0-7 16,-2 0-36-16,2 0-47 16,2 0-96-16</inkml:trace>
  <inkml:trace contextRef="#ctx0" brushRef="#br0" timeOffset="15331">13695 776 218 0,'8'-14'42'15,"-8"6"13"-15,0 4 34 16,0-1-35-16,-19 5-25 16,-6 0-16-16,-7 0-5 15,-2 0 1-15,0 0-10 16,5 15 2-16,7 0 0 16,1 4-1-16,6-1 3 15,1 2-3-15,1-1-4 0,1-1 12 16,6 2-5-16,3 0-5 15,3-3 1-15,0 0 2 16,0-1 2 0,3-2-8-16,11-6 3 0,3-6 9 15,6-2-11-15,1 0 1 16,6 0-4-16,1-12 2 16,-2-6-10-16,-1-4-10 15,-5 0 9-15,-6-3 14 16,-4-8-1-16,-1-1 6 15,-5-8-1-15,1-6-1 16,1-3-1-16,-6-7-6 16,2 3-7-16,-5 3 6 15,0 10 0-15,0 10 7 0,0 10 8 16,0 9 11-16,-3 3 0 16,-5 8-8-16,-4 2 3 15,3 0 1-15,-3 0-19 16,1 0 10-16,5 17-1 15,1 7 3-15,-1 9 4 16,6 2-5-16,0 10 1 16,0-3 3-16,0 2-10 15,0-1 2-15,0-6-3 16,0-1 3-16,0 0 0 16,0-9-7-16,4-2 5 15,7-2-2-15,-1-6-5 16,5-2 0-16,0-5 3 0,2 0 3 15,0-6-1 1,4-1-2-16,2-3-4 0,-1 0 6 16,5 0-8-16,4 0 3 15,-6-5 1-15,5-10 1 16,-2-2 1-16,-1-3-3 16,-1 0-3-16,-5-5-5 15,-2-2-15-15,-8 2 8 16,-2 3 16-16,-9 7 8 15,0 5 3-15,0 3 1 16,-11 3 0-16,-9 4 9 16,-1 0-6-16,-2 0 2 0,2 11-2 15,0 8 6-15,6 4-3 16,-2 0-5-16,4 2-5 16,4-3 6-16,6-4-6 15,3 3 0-15,0-3-2 16,0-3 1-16,0-3 1 15,14 1-8-15,2-3 3 16,4-5 6-16,2-3-11 16,5-2-1-16,-2 0 2 15,0 0-8-15,0 0 0 16,-7-6-10-16,5-5 5 16,-6-4 16-16,-3 0-5 15,0-4 8-15,-3 3 2 0,-6 2-3 16,1 5 3-1,-3 7-1-15,-3 0-1 0,0 2 10 16,0 0-6-16,0 0 11 16,0 4 1-16,0 14-7 15,0 2-2-15,0-3-4 16,0 3-2-16,0-5 3 16,0-2-7-16,11-1-2 15,-1-4 1-15,7-6 2 16,5-2-1-16,1 0-15 15,2 0-10-15,-1-2 18 16,1-11-6-16,-6 1 8 0,0-3 4 16,-3-2 6-1,-2-1 1-15,-2 0-1 0,-4 6-4 16,-3 7 10-16,-5 1-9 16,0 4 5-16,0 0 3 15,0 0 16-15,0 4 0 16,0 11-14-16,0-4-4 15,0 5 6-15,4-3-11 16,0-1 2-16,11-2-2 16,-2-2 2-16,7-7 1 15,4-1-6-15,1 0-1 16,0 0 8-16,9-6-4 16,-1-12-2-16,6 1-4 15,-3-3 2-15,0-5-6 16,-6-2-1-16,-3-6 3 0,-5-6 9 15,-6-8-2-15,-7-6 6 16,-7-1 2-16,-2-1-4 16,0 5 0-16,-5 8-7 15,-26 8-1-15,1 11 5 16,-1 8-3-16,7 10 10 16,10 5-5-16,7 0 4 15,3 0 6-15,4 0-9 16,0 0 5-16,0 18 5 15,0 8-6-15,0 7 0 16,0 3-1-16,0 7 5 16,0 4-4-16,-2-2-1 0,-4-2-4 15,0-3 5 1,3-5-7-16,3-3 0 0,0-2 0 16,0-6-3-16,15-4 2 15,-2-2 0-15,7-6 0 16,-4-2 4-16,7-5-8 15,-2-3-1-15,4-2-2 16,9 0-9-16,-2 0-4 16,2 0-27-16,-1-7-41 15,-5-5-27-15,-4 2-72 16</inkml:trace>
  <inkml:trace contextRef="#ctx0" brushRef="#br0" timeOffset="15677">14654 623 128 0,'0'0'24'0,"0"0"12"16,15 0-6-16,6 2 16 15,-3-2-19-15,4 3 9 0,4 2-4 16,-2-3 13-16,1 1-2 16,-3 0-13-16,0-3-18 15,3 0-3-15,0 2-11 16,5-2-4-16,1 0-25 15,-1 0-35-15,0 0-63 16,-4 0-36-16</inkml:trace>
  <inkml:trace contextRef="#ctx0" brushRef="#br0" timeOffset="7641.27">11324 1500 106 0,'-3'-5'43'0,"-6"0"-22"15,9 3 13-15,0 0-5 16,0-4-13-16,0 1-3 16,0-2 6-16,0-3 9 15,0 3-3-15,0-4 6 16,0 1-15-16,-2 1 2 16,-1-4-5-16,-3 3-6 0,4 3 3 15,-1 0-4 1,1 1 3-16,2 6 6 0,0-2-4 15,0 2-1-15,-4 0 1 16,4 0-5-16,0 0-5 16,0 0 3-16,0 0-7 15,0 0 9-15,0 22-1 16,0 8-1-16,0 2 2 16,0 3-1-16,0-4 0 15,4-1-2-15,-2-1-6 16,3-2 8-16,1 3-6 15,-1-3 3-15,-2-2 0 16,-3-5-4-16,0 0 4 0,0-5-3 16,0-3 0-1,0-2 4-15,0-2-4 0,0-6 1 16,0 0 2-16,0 3-2 16,0-2-3-16,0-1-5 15,-3-2-8 1,-2 0-21-16,-3 0-127 0</inkml:trace>
  <inkml:trace contextRef="#ctx0" brushRef="#br0" timeOffset="8504.27">11138 1473 71 0,'0'-13'112'0,"0"11"-94"16,0-3 2-16,9 0 8 15,5 2-12-15,2 1-7 16,4-1 0-16,5 1 5 16,-3-1 1-16,-1 1 3 15,2 2-13-15,-4-3 1 0,4 3-1 16,-2 0-4-16,7 0 1 16,-3 0-4-16,3 0 8 15,-1 0-11-15,-7 0 3 16,-4 0 1-16,-5 0-3 15,-3 0 2-15,-5 3-2 16,-1-3 2-16,1 2 2 16,-3-2-3-16,0 0 4 15,0 0-2-15,0 0 2 16,3 0 3-16,0 0 0 16,2 0-4-16,2 0 14 0,-5 0-4 15,2 0 10-15,0 0 15 16,1 10 3-16,4 15-19 15,-4 1-10-15,-2 8-4 16,0 1 2-16,0-3-3 16,-3-2-2-16,0-2 0 15,2-1-1-15,-2-5-1 16,6-5-1-16,-3-2 0 16,2-7 6-16,-2-3-8 15,0-3 3-15,0-2 0 16,-1 0 0-16,-2 0 2 15,2 0-2-15,2 0-4 16,3-6 10-16,2-10-10 0,3-1 4 16,-8-1 0-16,3 3-1 15,-3 0 2-15,3 5-1 16,-7 5-1 0,2 1 5-16,-2 4-7 0,0 0 5 15,0 0-1-15,0 0-2 16,6 0 2-16,2 0-1 15,3 1-1-15,3 14 5 16,-3 0-5-16,0 0 1 16,0 0 0-16,1-2 0 15,-5-1 1-15,-1-4-2 16,-1-2-4-16,-2 0 5 16,0-6-15-16,5 0-41 15,0 0-81-15,9 0-118 0</inkml:trace>
  <inkml:trace contextRef="#ctx0" brushRef="#br0" timeOffset="9082.27">11857 1652 145 0,'-2'0'69'0,"2"0"-55"16,0 0 5-16,0 0 2 0,0 0-5 15,0 2-3 1,6 3 5-16,6-3-8 0,-1 4 13 16,0-4-6-16,3 1-11 15,0-1 0-15,3-2-2 16,-3 0-2-16,1 0 1 15,0 0-3-15,-5 0 1 16,1-7 0-16,-2-5-1 16,-3-1 4-16,-6 0-7 15,0 0 5-15,0 4 7 16,0 1 4-16,0 3 34 16,0 5-28-16,-15 0-17 15,0 0 1-15,-6 0-4 16,6 0 1-16,1 10 4 0,-1 2-5 15,8 4 1-15,-2 1-1 16,6-2 2-16,1 3 0 16,2-1-3-16,0-1 0 15,0 5 5-15,0-4-4 16,5-1 1-16,11-4 0 16,1-2-2-16,2-5 4 15,1-3-2-15,-2-2-5 16,0 0 4-16,0 0-13 15,2 0-15-15,-4-12-19 16,2-3-17-16,-5 0 11 0,1-5 8 16,-5 3 4-1,2-6-40-15,-1 3-17 0</inkml:trace>
  <inkml:trace contextRef="#ctx0" brushRef="#br0" timeOffset="10040.27">12191 1607 22 0,'6'-3'70'0,"-6"3"-25"16,0 0-7-16,0 0 5 15,2 0 3-15,1 0 1 16,-3 3-6-16,4 9-13 16,0 8-6-16,-2 0-3 15,4 3-10-15,-3-1-2 16,-3 0-1-16,0-3 1 16,0-1-5-16,0 0-1 0,0-6-2 15,0-2 6-15,0-2-5 16,0-3-2-16,0-3 3 15,0-2-1-15,0 0 1 16,0 0-1-16,0 0 1 16,0 0-1-16,0-20-1 15,0-4 2-15,3-6-2 16,8 1 1-16,0 8 2 16,0 1-3-16,-1 7-2 15,5 4 6-15,-5 3-5 16,5 2 3-16,-5 4-1 15,1 0 0-15,0 0 2 0,-2 0-3 16,2 3-1 0,-2 11 3-16,-2 3-1 15,-1 1 2-15,-1 0-4 0,1-1 1 16,-3-2 4-16,-3-3-4 16,0-2 1-16,0-2 4 15,0-1-2-15,0-2 3 16,0-3 0-16,0-2-5 15,0 0 1-15,0 0-1 16,0 0 0-16,0 0 4 16,0-9-5-16,0-12-1 15,8 2 3-15,9-5-2 16,-1 8 3-16,1 2-5 16,2 5-3-16,-6 5 11 0,5 1-10 15,-4 1 9 1,-3 2-7-16,0 0 1 15,-1 0 3-15,4 0-1 16,-2 0 0-16,-2 0 4 0,-4 7-4 16,-1 8 0-16,1-3 1 15,-6 6-1-15,0-3 4 16,0-4-4-16,0 2-3 16,0-5 6-16,0-3-2 15,0-2-1-15,0 2 0 16,0-3 0-16,0-2 4 15,0 2-8-15,0 1 3 16,0-3 6-16,0 0-8 0,0 0 7 16,0 0-5-1,0 0-1-15,0-3 7 0,0-9-7 16,0-3-1-16,12-2 7 16,3-3-5-16,6 0-2 15,-3 3 3 1,-4 2-1-16,-4 3 0 0,-1 9 0 15,-3 3 0-15,0 0 4 16,-1 0-6-16,3 0 5 16,-3 0-4-16,4 0 1 15,-3 12 3-15,2 0-1 16,0 3-2-16,-3-2 2 16,1-2-2-16,0 0 2 15,0-1-1-15,1-1-1 0,1-3 3 16,1-1-4-1,-1-5-10-15,7 0-76 0,3 0-153 16</inkml:trace>
  <inkml:trace contextRef="#ctx0" brushRef="#br0" timeOffset="10464.27">13019 1586 237 0,'-6'0'20'15,"1"-1"21"-15,2 1 5 16,-3 0-25-16,-1 0-5 16,-5 0-3-16,-1 0 12 15,-2 12-5-15,5 6-12 16,1-1-3-16,3 3 3 15,4 0-6-15,2-3 0 16,0-2-3-16,0 0 0 16,11-5 4-16,14-3-4 15,-6-7 0-15,4 0 2 16,-2 0 0-16,-4 0-2 16,6 0 4-16,-8-15-4 0,0-2 2 15,-7-2 0 1,-3 3-1-16,-5-1 11 0,0-3-5 15,0 4 2-15,-9 4-4 16,-7 5-5-16,0 7 3 16,-1 0-5-16,-2 0-7 15,-1 0-6-15,9 5-111 16</inkml:trace>
  <inkml:trace contextRef="#ctx0" brushRef="#br0" timeOffset="11062.27">13695 1585 170 0,'-30'-15'65'15,"8"1"-45"-15,10 10 47 16,8 2-20-16,-3 0-24 15,-1 2-7-15,0 0 2 16,-1 0-8-16,-4 0 9 16,-3 4 0-16,-4 18-9 0,-3 3-1 15,8 5-1-15,3-4-4 16,1 4 4 0,9-1-9-16,2-4 0 15,0-3 2-15,0-4-2 0,0-6 2 16,19-2-1-16,17-6-4 15,10-4 8-15,10 0-14 16,1 0-8-16,8 0-57 16,-2-12-63-16</inkml:trace>
  <inkml:trace contextRef="#ctx0" brushRef="#br0" timeOffset="11909.27">14062 1599 121 0,'0'-10'130'15,"-8"6"-103"-15,-3-1 58 16,3 2-19-16,-1 0-56 16,-5 3-4-16,-4 0-4 15,-5 0-2-15,-4 0 6 16,2 18-3-16,3 0-2 16,-1 1 7-16,8 4-3 15,3-3 4-15,3 2-8 16,9-1-2-16,0 0 7 15,0-4-7-15,0-1 0 16,12-6 3-16,12-3-1 16,2-5 0-16,1-2-3 15,4 0-3-15,-7 0 9 0,1-5-9 16,-2-12 5-16,-7-4 0 16,-2 0 0-16,-6-4 2 15,-3 5-3-15,-5 0 4 16,0 10 5-16,0 3-7 15,0 4 3-15,0 3 1 16,0 0-2-16,0 0 0 16,0 0 0-16,0 0-2 15,0 15 5-15,0 5-6 16,0 2 1-16,0-3 3 0,0 0-3 16,0-2 0-16,9-5-3 15,-1-4 1-15,2-4 4 16,1 0-4-16,4-4 2 15,2 0 0-15,1 0-2 16,2 0 1-16,5-16 0 16,0-3-2-16,-1-6 4 15,-1-3-4-15,-4 6 3 16,-8 5-3-16,-3 7 4 16,-6 5-3-16,-2 5 2 15,0 0-4-15,0 0 6 16,0 5-5-16,4 17 3 15,-4-2-2-15,3 0 3 16,-3-3-2-16,2-2 0 16,1-6-2-16,0-1 5 0,3 0-4 15,-4-6 1 1,1-2 0-16,3 0 1 0,5 0-1 16,3 0 1-1,4-7-3-15,4-15 7 0,4 0-9 16,2-5 4-16,-3 9 0 15,-4 0-1-15,-6 11 2 16,-8 7-2-16,-1 0 0 16,-3 0 5-16,-1 0-6 15,1 3 2-15,1 11-1 16,-2 1 3-16,3 0-3 16,1 0 1-16,2-4-1 0,-2-2 6 15,1-2-9-15,-3-4 3 16,-2-3-13-16,7 0-87 15,-4 0-168-15</inkml:trace>
  <inkml:trace contextRef="#ctx0" brushRef="#br0" timeOffset="12386.27">15107 1615 107 0,'4'-13'48'0,"-4"8"-35"16,0 0 26-16,0 2 1 16,0 0-6-16,-2 3-18 15,-7 0 17-15,1 0-8 16,-3 0-11-16,-2 0-3 15,-5 0 1-15,-4 8-1 16,1 10 3-16,-1 2-11 16,2 2 2-16,4 3-3 15,2-3 1-15,8-4 3 16,6-1-3-16,0-8-3 0,0 4 2 16,0-5 1-1,9-5-6-15,13-3 7 0,0 0-5 16,3 0 1-16,0-6-4 15,-7-8 1-15,0-4 5 16,-2-4-4-16,-2-2 2 16,-1-2-2-16,-2-1-1 15,1-1 2-15,-3 4-8 16,-7 6 6-16,0 4-3 16,-2 3-8-16,0 0-32 15,0 8-31-15,-4 0-54 16</inkml:trace>
  <inkml:trace contextRef="#ctx0" brushRef="#br0" timeOffset="13183.27">14913 1222 107 0,'0'0'74'0,"0"0"-43"16,-3 0 12-16,3 0 25 16,-4 10-22-16,2 10-16 15,0 2-11-15,2 5 2 16,0 3-12-16,0 2 2 16,0 3 4-16,0 5-2 15,4 0 3-15,3 0-8 16,-2-2-4-16,-2 0 2 15,3-3-6-15,2-3 1 16,-1-2-1-16,2-7 0 16,3-3 3-16,-4-3-3 15,3-7-5-15,-3-2 8 0,1-3-5 16,-1-5 2-16,-3 0-1 16,1 0-4-16,-4 0 6 15,1 0-3-15,2 0-4 16,-1-16 5-16,1-1-6 15,-3-3 2-15,7 0 0 16,-1 1-4-16,4-2 3 16,-1 6-2-16,2 1 8 15,-1 4 0-15,-3 0-1 16,0 2 1-16,0 3 2 0,3 0-2 16,-2 3 0-1,4 2 0-15,2 0-4 0,4 0 7 16,1 0-4-16,5 0 1 15,-7 0 0-15,-3 0 1 16,-1 10 0-16,-8 3-2 16,0 1-1-16,-5 2 6 15,-2 0-5-15,0-3 1 16,0 2 2-16,0 0-4 16,-6 0 7-16,-13 0-8 15,-3-4 1-15,-3 0 7 16,0-4-8-16,-2 1 7 15,2-5-8-15,1-3-1 16,-2 0-34-16,1 0-49 16,6 0-33-16</inkml:trace>
  <inkml:trace contextRef="#ctx0" brushRef="#br0" timeOffset="13745.27">15410 1629 224 0,'0'0'25'16,"3"0"10"-16,2 0 49 15,3 0-43-15,6 0-24 16,2 0-5-16,9 0-10 16,1 0 1-16,1-2 0 15,3-10-2-15,-7-1-2 16,-2 0 1-16,-6 1 0 15,-7 0 3-15,-1-1-6 16,-3-4 4-16,-2 2 1 0,-2 0-3 16,0 5 0-1,0 5 2-15,-8 3-1 0,-11 2 4 16,-3 0-7-16,-5 7 2 16,-2 11 9-16,7 1-6 15,3 4 2-15,2-1-2 16,7 3 3-16,1 0 2 15,3 0-6-15,6-1-1 16,0-4 2-16,0-2-3 16,11-3 1-16,14-5-1 15,6-5 0-15,5-5 4 16,2 0-9-16,1 0-8 16,-3 0-32-16,-3-13-58 15</inkml:trace>
  <inkml:trace contextRef="#ctx0" brushRef="#br0" timeOffset="15421.27">12776 2178 105 0,'0'-7'73'0,"0"-5"-48"15,0 2 29-15,0 7 12 16,0 0-29-16,0 3-16 16,0 0-1-16,0 0-2 15,0 0 3-15,0-2-4 16,-3 2-5-16,-6 0-2 15,-4 0-11-15,-3 0 3 16,-4 0 1-16,-3 0-6 0,2 0 7 16,0 0-7-16,0 13 1 15,6 2 6-15,-3 7-6 16,7 0 4 0,4 3-1-16,7 0-4 0,0-5 8 15,0-1-8-15,0-6 3 16,4-4 2-16,13-5-4 15,0-4 0-15,-1 0-2 16,4 0-5-16,-4 0 7 16,-2-8-8-16,-1-10 2 15,2 1 5-15,-1-7-3 16,-1-4 11-16,1-6-10 16,-3-6 1-16,-2-5 8 0,-7 3-7 15,1 2 2-15,-3 13 2 16,0 6 1-16,0 12 6 15,0 6-5-15,0 1-3 16,0 2 20-16,0 0-13 16,0 0-8-16,0 0 3 15,0 0-2-15,-9 5 2 16,4 7-4-16,3 1 2 16,-2 4 8-16,4 2-6 15,0 7 0-15,0 4 1 16,0 2 1-16,0 0-2 15,4 3-3-15,7-3 2 0,-1-2 4 16,5-3-7 0,-2-7 0-16,1-5 5 0,-3-6-4 15,5-1 2-15,4-5-3 16,-1-2 0-16,3-1 4 16,5 0-7-16,-2 0-2 15,0 0-3-15,0 0-15 16,-3-12 9-16,1-7 6 15,-8 2 4-15,0-5 10 16,-7 1-9-16,-6 1 6 16,4-2-2-16,-3 0 1 15,-3 2-1-15,2 0 1 16,-2 8-1-16,0 4 8 16,0 3-5-16,0 5 5 0,-15 0-4 15,-6 0-2-15,0 0 0 16,2 10 0-16,2 10-1 15,9 3 6-15,3 3-8 16,1-3 4-16,4 4 0 16,0-4-2-16,0-3-1 15,6-2 3-15,13-6-6 16,0-6 11-16,2 0-11 16,0-4 3-16,1-2 2 15,1 0-5-15,-8 0 5 16,6 0-10-16,-3 0-2 15,-1-8 11-15,2-10-3 16,1 3 2-16,-4-6 1 0,1-1 0 16,2 5-1-1,-6 2 0-15,-2 7 0 0,-2 6 5 16,-4 2-6-16,4 0 3 16,0 0 3-16,-2 15 1 15,2 4 2-15,-3 4-6 16,-3 2 1-16,-1-7 4 15,3 4-8-15,-1-5 4 16,0-8-2-16,-4-1 0 16,3-5-1-16,-3-3 3 15,3 0-2-15,0 0 3 16,6 0-3-16,5-15 0 16,2-5 2-16,0-5-5 15,-2-2 4-15,-6 4-4 0,3 6-1 16,3 4 6-16,-5 9-4 15,-4 1 2-15,3 3 1 16,-3 0-2-16,4 0 3 16,2 0-3-16,0 0 0 15,0 13 6-15,3-1-6 16,-3-2 0-16,0 3 3 16,-3-1-3-16,-2 3 6 15,-6-2-8-15,0-1 2 16,0-6 6-16,0 0-9 15,0-4 4-15,0-2-23 16,0 0-121-16</inkml:trace>
  <inkml:trace contextRef="#ctx0" brushRef="#br0" timeOffset="15637.27">13538 2047 198 0,'-6'-3'52'16,"6"3"-42"-16,0-2 10 16,0 2 1-16,14 0-18 0,-1 0-3 15,-1 0-15-15,-3 0-59 16</inkml:trace>
  <inkml:trace contextRef="#ctx0" brushRef="#br0" timeOffset="16332.27">13538 2047 105 0,'204'147'100'0,"-193"-147"-84"0,3 0 33 0,0 5 7 16,-6 7-22-16,3 2-11 15,-6 4-10-15,7 2 0 16,-4-3-3-16,1 1-8 16,-5-6-5-16,-1-2 11 15,3-6-12-15,-3 2 4 16,0-6 0-16,3 0 0 15,-1 0 3-15,8 0-5 16,1 0-5-16,3-15 3 16,0-4-7-16,-7-4 10 15,1-2-3-15,-2-2-1 16,-3 1 6-16,-6 9-2 16,0 3-2-16,0 6 7 0,0 6-5 15,0 2 1-15,0 0 0 16,0 0 0-16,0 0-2 15,0 0-1-15,0 0-4 16,0 5 6-16,15 0-5 16,3 0-2-16,0-5-3 15,5 0-9-15,2 0-4 16,-1 0-7-16,3 0 13 16,7 0 8-16,7-8 4 15,-2-2 5-15,-3-2-47 16,-8-1 16-16,-14 3 32 15,-12 3-3-15,-2 3 22 16,0 4 58-16,-29 0-30 16,-7 0 0-16,-7 11-17 0,5 8-18 15,-1 2-2-15,6 1-8 16,8 1 2-16,6-1 1 16,8-2-1-16,5 0-2 15,4-3 0-15,2 1-1 16,0-6 2-16,0 1-2 15,13-4-4-15,7-6 9 16,5-2-8-16,2-1-4 16,0 0-19-16,2 0-18 15,-2 0-38-15,-4 0-77 16</inkml:trace>
  <inkml:trace contextRef="#ctx0" brushRef="#br0" timeOffset="16873.27">14526 2183 261 0,'-14'0'19'0,"-2"0"16"16,-1 0 19-16,0 0-23 15,-4 0-26-15,-2 3 8 16,-5 14-5-16,-1 3-2 15,4 2 7-15,3 3-8 16,5-2 1-16,9-3 3 16,2-3-7-16,6-2 1 0,0-2-7 15,0-6 4-15,14 0 3 16,7-4-10-16,9-3-3 16,-6 0-7-16,3-3 2 15,-2-11 11-15,-2-8 0 16,-1 6 0-16,-6-6 6 15,-3-3-4-15,-1-5 3 16,-7-5-1-16,-1-2 0 16,-4-2 7-16,0 1-1 15,0 3 1-15,0 8 5 16,0 7 1-16,0 10-1 16,0 2 2-16,-4 8 2 15,1 0 1-15,-2 0-16 0,-6 0-3 16,0 11 8-16,0 8-7 15,6 6 8-15,5 1-2 16,0 4-3-16,0 4 8 16,5 0-11-16,6-1 0 15,2-8 4-15,-1-1-2 16,-3-1-4-16,2-5-2 16,-7-8-9-16,2-1-21 15,0-1-139-15</inkml:trace>
  <inkml:trace contextRef="#ctx0" brushRef="#br0" timeOffset="17556.27">11906 2036 245 0,'19'-6'20'0,"-13"0"26"16,3 1 6-16,-4 3-13 15,0 2-16-15,6 0-12 16,0 0-1-16,1 0 14 16,-2 2-6-16,4 11-1 15,0 2-1-15,-1 2 1 16,2 0 0-16,1-2-14 16,1 3 0-16,2-3 2 0,-2-1-7 15,-4-3 4-15,1-1-3 16,-5-5-3-16,-1-3 2 15,-3 0-18-15,-1-2-21 16,-4 0-52-16,2 0-98 16</inkml:trace>
  <inkml:trace contextRef="#ctx0" brushRef="#br0" timeOffset="17832.27">12091 1976 155 0,'3'0'72'0,"-3"0"-44"16,0 0 27-16,2 0-8 16,4 0-1-16,3 0-13 15,1 6-19-15,5 12 6 16,-5-1-4-16,5 1-9 15,-4 1-3-15,-1 1 2 16,5-2-6-16,-2-1 1 16,1 0 0-16,-3-4-4 15,0-6-8-15,3 3-104 0</inkml:trace>
  <inkml:trace contextRef="#ctx0" brushRef="#br0" timeOffset="18669.27">14874 2030 190 0,'0'0'61'0,"-6"0"-48"16,1 0 6-16,5 0-4 15,0 0-8-15,0 0 5 16,0 0 5-16,0 0 10 15,0 0 6-15,-2 0 12 16,-10 0-10-16,1 5-20 16,-2 7-5-16,1 3-5 15,1-2-1-15,1 4 1 0,1-4-3 16,1 3-3 0,2-2 7-16,-1-3-10 0,3-1 4 15,-1-5 2-15,5-1-4 16,-3-4-3-16,0 0-25 15,3 0-62-15,-3 0-83 16</inkml:trace>
  <inkml:trace contextRef="#ctx0" brushRef="#br0" timeOffset="19026.27">15104 2000 112 0,'0'0'86'16,"0"0"-35"-16,0 0 10 15,0 0-12-15,-6 2-21 16,-8 8 4-16,3 5-12 16,2 0-6-16,-5 0 2 15,3 2-6-15,-5-2-5 16,3 1 3-16,-5 0-7 16,8-2-2-16,2 0 4 15,5-7-7-15,-1-4 5 0,2-3-26 16,2 0-110-16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10.06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 43 119 0,'3'-10'59'0,"-3"2"-33"15,0 4 34-15,0 4-40 0,0 0-9 16,0 0 2-16,0 0-2 16,0 0 11-1,0-4 1-15,0 4-1 0,0-1 4 16,0 1-6-16,0-3-5 15,0 1-2-15,0-1 0 16,0 0 0-16,0 1-10 16,0-1 7-16,0 1 6 15,0 2-5-15,0 0-4 16,0 0 1-16,0 0-5 16,0 0 3-16,0 0-5 15,0-3 2-15,0 3 9 16,0 0-9-16,0 0 4 0,0 0 2 15,0 0-3-15,0 0 9 16,0 0-12-16,0 0-3 16,0 0 6-16,0 0-7 15,0-2 4-15,0 2-2 16,0 0 2-16,0 0 0 16,0 0-4-16,0 0-2 15,0 0 10-15,0 0-10 16,0 0 3-16,0 0 1 15,0 0-1-15,0 0 2 16,0 0-4-16,0 0 0 16,0 0 6-16,0 12-2 0,0 6-1 15,0 2-2-15,0 2 2 16,0-2 5-16,0 5-8 16,0 0-1-16,0-3 12 15,0 5-13-15,0-5 6 16,0 4 0-1,0 1-3-15,0 0 3 0,0 1-5 16,0-1 4-16,0-2 2 16,0 2-3-16,0-2-1 15,0 0 2-15,-3-1-2 16,0-4 5-16,0 1-7 16,1-2 1-16,2-4 5 15,0 0-4-15,0-6 2 0,0 2-1 16,0-4-1-16,0-2 3 15,0 1-5-15,0-1 2 16,0-3 4-16,0-2-5 16,0 0 3-16,0 0-2 15,0 0 1-15,0 0 3 16,0 0-6-16,0 0 1 16,0 0 6-16,0 0-5 15,0 0 1-15,0 0 0 16,2 0 0-16,4 0 3 15,2 0-5-15,3 0 1 16,-2 2 6-16,5-2-8 0,1 0 4 16,8 0-1-1,-1 0-1-15,3 0 5 0,0 0-6 16,0 0-1-16,2 0 7 16,-2 0-6-16,2 0 2 15,-2 0 0-15,0 0-2 16,-8-2 5-16,-1 0-6 15,-7 2 1-15,-4 0 5 16,-5 0-6-16,0 0 3 16,0 0 0-16,0 0-1 15,0 0 4-15,0 0-6 16,0 0-3-16,0 0 1 16,0 0-24-16,0-4-40 15,0-3-146-15</inkml:trace>
  <inkml:trace contextRef="#ctx0" brushRef="#br0" timeOffset="1884">710 326 283 0,'-7'-15'4'15,"5"8"8"-15,2-1 27 16,-3 6-16-16,0 2-8 15,0 0-4-15,0 0 5 16,1 0 6-16,-4 0-7 16,1 0 4-16,-9 0-8 15,1 0-2-15,-5 0 8 16,0 2-9-16,-2 10 2 16,4 3-4-16,5 8-3 15,-3-1 5-15,3 3-9 0,2 0 0 16,1-6 8-1,8 2-12-15,0-1 8 0,0-3-9 16,0-2 4-16,0-5 1 16,6-3-3-16,2-1-2 15,8-4 5-15,7-2-3 16,2 0-2-16,2 0 2 16,-5-5-11-16,-2-8 10 15,-2-1 0-15,3-9 0 16,-3-4 9-16,0-1-9 15,-5-4 9-15,-2 2-1 16,-3 5-4-16,-2 4 10 16,-6 12-3-16,0 5 1 15,0 1 10-15,0 3-5 0,0 0 0 16,-2 0-1-16,-10 0-9 16,-2 5 4-16,0 10-7 15,6 2 1-15,2 8 6 16,6 3-7-16,0 1 7 15,0 1-6-15,0-2 0 16,0-3 3-16,0-6-7 16,3 3 2-16,12-6 2 15,-5-4-6-15,4-6 3 16,2-2-4-16,1-4 4 16,0 0 6-16,2 0-6 15,-2-12 0-15,-1-10 6 16,-3 1-5-16,-2-1 0 0,-4-5 2 15,1 2-4-15,-6 3 9 16,4 2-7-16,-1 2 2 16,-1 2 5-16,-2 7-5 15,0 4 1-15,-2 3 1 16,0 2-6-16,0 0 6 16,0 0-6-16,0 0 6 15,0 13 6-15,0 6-9 16,3 3 5-16,-3 0-1 15,3-1-4-15,0-1 5 16,2-5-7-16,2 0 3 16,0-3 3-16,1-2-3 0,-2-5-2 15,2 0 2-15,-1-3-3 16,0-2 6-16,1 0-6 16,4 0-9-1,1 0 20-15,4-7-11 0,0-11 4 16,-4-4-3-16,-5 0-5 15,1-1 12-15,-3 4-8 16,-4 1 1-16,0 3 7 16,-2 5-5-16,3 3 4 15,-3 2-3-15,0 5 1 16,0 0 2-16,0 0-10 16,0 0 5-16,0 7 9 15,0 16-9-15,0 2 5 0,0-1-4 16,0 1 0-16,6-8 6 15,0-2-11-15,2 0 2 16,1-4 5-16,1-5-7 16,5-3 5-16,0-2-1 15,2-1-1-15,0 0 2 16,-3 0-3-16,2 0 2 16,-2-10 6-16,-1-3-6 15,2-4 4-15,-5-6-5 16,-4-4 1-16,-1-3 7 15,-1 3-7-15,-2 0 4 16,-2 4 2-16,0 3-5 16,0 6 1-16,0 5-2 0,0 2-3 15,0 2 12-15,-2-2-12 16,-4 2 2-16,1 2 6 16,1 0-4-16,2 3 0 15,2 0-2-15,0 0-6 16,0 0 7-16,0 0-12 15,0 0 6-15,11 0 5 16,2 0-10-16,5 0 4 16,0 0-5-16,5 3 1 15,10 2 9-15,16 0-19 16,4 0 26-16,10 0-28 16,-2 0-32-16,-12 0 55 15,1 0-54-15,-3-4 44 16,-11-1 17-16,-11 0-9 0,-7 0 3 15,-14 0 12-15,-4 0 12 16,0 0-4-16,0 0 8 16,0 0-8-16,-11 4 4 15,-3-2-13-15,1 1-5 16,-1 5 4-16,-3-1-9 16,1 3-2-16,-4 2 1 15,-1 2-3-15,3 2 5 16,8-2-5-16,2-1-3 15,1-2 11-15,5-1-10 0,0 2 5 16,-1-2-2 0,3 2-2-16,0-5 9 0,0-2-10 15,0 5 3-15,14-4 3 16,4-4-1-16,2 1 2 16,-1-1-1-16,1 0-2 15,-7 1 9-15,1 2-11 16,-3 0 6-16,-8 3-1 15,1 1-1-15,-4 1 2 16,0 0 5-16,-4 2 5 16,-24 1 12-16,-1 0-10 15,-11 1-4-15,-1-4-6 16,5-2-4-16,0-3-1 16,9-5-11-16,10 0-21 0,11 0-39 15,6-15-131-15</inkml:trace>
  <inkml:trace contextRef="#ctx0" brushRef="#br0" timeOffset="2706">2626 371 218 0,'-32'-8'79'0,"-4"8"-86"16,25 0 22-16,-2 0-7 16,1 11 2-16,-1 6 1 15,2-1 3-15,-3 2 6 16,3 2 1-16,-3 0-5 0,5-5 4 16,7 2-11-1,0 3-4-15,2-2-3 0,0-1 1 16,0-3-1-16,16-2-2 15,6-6-8-15,3-3 14 16,0-3-12-16,-1 0-1 16,-1 0-5-16,-4-5 12 15,-2-12 2-15,-12 0 0 16,-1 2 4-16,-4-3 6 16,0-4-10-16,-4-11-1 15,-12 1 2-15,-4 5-3 16,4 3-1-16,2 15-2 15,3-1-2-15,9 5 10 0,2 3-19 16,0 2-16 0,0 0-30-16,13 0 55 0,21-5-3 15,4 0-1-15,6-5 2 16,3 0 3-16,-5 0 0 16,-2 0 4-16,-6 0 3 15,-7 5 1-15,-7 0 3 16,-6 2 11-16,-9 3 1 15,3 0 12-15,-5 0-15 16,0 8 9-16,-3 14-7 16,3 4-4-16,-3 6-4 15,0 8-3-15,0-1-4 16,0-2 13-16,0 3-14 16,0 0 1-16,0-2-1 0,0-4-4 15,0 0 4-15,0-1-9 16,5-3 6-16,4 0 2 15,-4-6-7-15,3-1 6 16,-2 0-9-16,-6-6-9 16,0 0-23-16,0-7-43 15,0 0-31-15</inkml:trace>
  <inkml:trace contextRef="#ctx0" brushRef="#br0" timeOffset="2934">2721 706 185 0,'0'-14'107'15,"15"-2"-118"-15,14 7 18 16,7-2 4-16,6 1-13 15,3 1-1-15,4-2-11 16,-5-1-59-16,-5 5-127 16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14.21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 32 222 0,'0'-3'35'16,"-2"-6"-20"-16,-1 4 25 15,3 5-21-15,0-1-10 16,0 1-2-16,0 0-1 16,14 0 19-16,8 0-2 15,3 0-3-15,9 0-2 16,2 0-3-16,7 0-4 15,10-3 3-15,0 0-14 16,-1 0 1-16,-3 0 3 16,-7 1-4-16,-10 2 2 15,-9 0-3-15,-7 0 0 16,-5 0 4-16,-2 0-10 0,0 0 3 16,-5 0-13-16,3 0-1 15,-7 0-12-15,2 0-50 16,-2 0-76-16</inkml:trace>
  <inkml:trace contextRef="#ctx0" brushRef="#br0" timeOffset="351">351 29 133 0,'0'0'115'0,"-6"0"-112"0,6 1 30 15,0 12 3-15,0 4-10 16,0 6-4-16,0 4 1 16,4 3-6-16,3 4 7 15,5 4-8-15,-3 3-4 16,-3-4 8-16,3-1-11 15,0-3-5-15,2 2 2 16,3-7-4-16,-3 0 0 16,-4-3-3-16,2-13-2 15,-7 1 6-15,-2-6-14 0,0-2-14 16,0-2-20-16,0-3-13 16,0 0-13-1,0 0-113-15</inkml:trace>
  <inkml:trace contextRef="#ctx0" brushRef="#br0" timeOffset="2077">611 133 204 0,'0'-6'60'0,"0"6"-33"16,0 0-2-16,0 0-10 16,0 0 27-16,5 16-27 15,3 8 2-15,1 9 3 16,-1-3-7-16,-2 6 1 16,3 2-4-16,-5-6-7 15,2 3 7-15,2-2-12 16,1-10 2-16,0 2 1 15,0-4-2-15,-3-7-4 16,3-4-4-16,-4-4-7 16,0-4 10-16,1 0-1 15,3-2 6-15,-4 0 1 16,6 0-2-16,-2-7 1 0,-5-14 0 16,5-6-3-16,-3 6 9 15,2-2-8-15,1 5 5 16,-2 6 5-16,-1 2-3 15,0 6 6 1,-6 0-3-16,0 3-5 0,2 1 9 16,4 0-8-16,3 0 13 15,-2 9-8-15,2 13-1 16,-4 1-5-16,3 2-2 16,1-2-2-16,-1-4 6 15,3-4-10-15,2-5 4 16,2 0-8-16,1-2 2 15,3-7 7-15,6-1-2 0,6 0-5 16,2 0 11 0,3-17-12-16,-6-3 2 0,-3-2-3 15,2 0-1-15,-11 1 8 16,-4 0-5-16,-1 2 6 16,-1-4 6-16,-6 0-7 15,-3 7 9-15,-3 2-1 16,0 4 5-16,0 4 4 15,0 2-13-15,-9 2-4 16,-5 2 9-16,-5 0-7 16,0 0 3-16,0 9 0 15,4 7-2-15,4 1 3 0,6 3-1 16,2-2-5-16,3 4 7 16,0 0-7-16,0-3 1 15,0-1-4-15,6 0-3 16,13-2-8-16,4-8-1 15,7-2 9-15,0-6-1 16,0 0-17-16,1 0 2 16,-3-11 13-16,-1-4-2 15,-2 0-7-15,-3-3 3 16,-2-8-3-16,-2 1 15 16,-1 1 1-16,0 3 2 15,-9 9 6-15,-2 8 0 16,-1 4 5-16,-1 0 6 15,-2 0-2-15,0 1 0 0,4 20-11 16,2 0 1-16,1 3-2 16,0 0-2-16,-3 3 4 15,1-2-1-15,-5 1-5 16,4-5 8-16,-6-3-1 16,0-3-2-16,0-3 1 15,0-2-1-15,0-2-1 16,0-4-1-16,0 0-1 15,0-4 4-15,0 0-4 16,0 0-3-16,0-11 9 16,0-8-1-16,6-10-1 15,5 5-3-15,0-1-1 16,5 2 2-16,4 9-1 0,-2 1 3 16,2 7-1-16,-4-1-1 15,-2 3 4-15,4 4-2 16,-9 0 2-16,6 0 1 15,-3 0 1-15,-3 0 6 16,3 4 2-16,-4 9-5 16,-3 2-5-16,-1 8 0 15,-2-4-1-15,-2 4 3 16,0-4-7-16,0-1 2 16,0 0-2-16,0-6 4 15,0-1 0-15,0-8-8 16,0 1 8-16,0-4 7 15,0 0 3-15,0 0-5 0,0-4-2 16,0-15-3-16,3-6-3 16,11-5-11-16,-1 0-2 15,2 5 12-15,-5 3-2 16,1 7 3-16,-3 8 0 16,1 2 0-16,3 5 3 15,-3-3-5-15,3 3 1 16,3 0 5-16,-8 0 1 15,4 0 0-15,1 8-2 16,-4 4 0-16,-1 6 5 16,-1-4-8-16,-3 4 5 15,0 0-1-15,-3-4-5 0,0 2 7 16,0-4-4-16,0-2-3 16,0-6 5-16,0 0-4 15,0-4-3-15,0 0 9 16,0 0-8-16,0 0 8 15,9 0 2-15,4-18-8 16,-2-7 3-16,5-3-4 16,4 7-1-16,-6-2 4 15,2 7-4-15,-5 10 2 16,-2 2-1-16,4 4 2 16,-4 0-1-16,5 0 0 15,-6 0-1-15,0 0 7 16,1 0-7-16,-5 7 1 15,7 8 5-15,-4 1-5 16,-2 1 3-16,6-2-4 0,-5-4-2 16,1-1-2-1,5-3-9-15,-10-2-12 0,5-1-57 16,-7 1-67-16</inkml:trace>
  <inkml:trace contextRef="#ctx0" brushRef="#br0" timeOffset="4452">2527 395 159 0,'-6'-1'22'16,"1"-3"14"-16,2 4 27 15,0 0-30-15,-5 0-6 0,-1 0 4 16,-7 0-1-1,-1 0-1-15,-2 0-10 0,-3 0-11 16,2 11 3-16,-1 1-5 16,3 2-5-16,3 2 3 15,1 2-3-15,3-4 5 16,9 2-7-16,-2-2-4 16,4-4 10-16,0-1-5 15,0 2-1-15,6-6 0 16,16-3 1-16,3-2 5 15,0 0-5-15,0 0-2 16,-1 0 4-16,-5-9-5 16,-4-5 5-16,-1 0-2 15,-10 2 0-15,-4-1 4 16,0 0-6-16,0-2 2 16,0 1 4-16,-13-2-5 0,-3 2 1 15,-4 7 0-15,4 1-1 16,5 1 1-16,5 5-3 15,3-1 2-15,3 1 0 16,0 0-12-16,0 0 2 16,13 0 2-16,19 0-3 15,6 0 3-15,0 0-4 16,9 0-7-16,-2 0-1 16,-1 0 12-16,-2 0-11 15,-8 0-3-15,0 0 5 16,-9 0-12-16,-3 0 19 15,-6 0 2-15,-5 0 13 16,3 0-6-16,-8 0 3 0,-1 0 3 16,-1 0 0-16,-4 0 9 15,0 0 3-15,0 0 12 16,0 0 9-16,0 0-14 16,-4 0 2-16,-15 0-15 15,-3 0-2-15,-3 5 15 16,3 5-16-16,0 2-6 15,-1 6 6-15,8 0-5 16,0 3-2-16,5-1 7 16,7-1-14-16,3-4 12 15,0-2-10-15,0 0 3 16,9-3 0-16,7-3-9 0,-3-2 3 16,4-3 5-16,-2-2-1 15,-2 0 4-15,1 0-5 16,2 0 2-16,4-20 6 15,-2 0-3-15,2-7 0 16,-1-3 1-16,-2-1-2 16,-1-10 6-16,-4-2 1 15,-4 0-1-15,-5-10 7 16,-3 7-8-16,2 2 4 16,-2 5-3-16,0 6-3 15,0 9 4-15,0 3-4 16,0 7 5-16,-5 9 2 15,-3-1-4-15,-1 6-3 0,4 0 0 16,-4 0 0-16,-2 0 4 16,3 4-7-16,-3 14 1 15,3 0 5-15,5 8-3 16,1 5 1-16,2 8 2 16,0 3-3-16,0-1 4 15,2 2-7-15,9-6 1 16,-3-2 2-16,-2-1-4 15,-1-4 2-15,1 0-2 16,-1 0 1-16,4-8 4 16,-1-2-10-16,4-8-6 15,1-1 4-15,-2-7-9 0,-1-1 12 16,7-3 4-16,0 0-7 16,5-3-2-16,1-12-11 15,-1-4-2-15,-1-6 10 16,-3 0 2-16,-5 0 9 15,-5 4 6-15,0 6-3 16,-5 1 6-16,1 10-3 16,-2 1 0-16,-2 3 7 15,0 0-7-15,0 0-4 16,0 0 8-16,0 6-7 16,0 12 7-16,0 3-4 15,0-1-3-15,0 2 7 16,0-7-8-16,8 2 3 15,0-7 1-15,6-2-8 16,3-3-4-16,5-5 5 0,0 0 1 16,-3 0 1-16,-2-5-1 15,-4-13 4-15,2 1-1 16,-1-3-2-16,-1-5 7 16,1 4-8-16,-3 0 2 15,0 3 4-15,0 5-3 16,1-1 0-16,-5 6 2 15,-1 1-3-15,-6 7 4 16,0 0-1-16,0 0 2 16,0 0 0-16,0 0-6 0,0 0 8 15,0 0 0 1,5 0 3-16,-2 12 0 0,-3 5-6 16,0-1 3-1,0 8 3-15,0 6-2 0,0 3-2 16,0 5-1-16,0 2-6 15,0-1 7-15,0 2-7 16,0-1 2-16,0 1 0 16,0 3-1-16,15-2 4 15,-2 3-4-15,1-1 2 16,-3-6-1-16,0 2-4 16,-3-5-1-16,-6-3 0 15,2-6 0-15,-4-7-2 16,0-2-5-16,-6-4-4 15,-17-2 19-15,-7-5-6 0,-1-3 2 16,-1-3 7-16,1 0-4 16,4 0 1-16,4-9 2 15,5-15 4-15,4-6 1 16,6-6-6 0,8-1 5-16,0-6 1 0,0 3-4 15,27-5-4-15,9-5-2 16,5 4-4-16,3-5 6 15,1 3-7-15,-1 0 4 16,-6 2 3-16,-2 7-6 16,-5 2 4-16,-4 6-1 15,-5 2 1-15,1 6 7 0,-7 12-9 16,-2 3 2 0,-1 4 2-16,1 1-1 0,-3 0 0 15,0 3 2-15,-2 0-3 16,2 0 6-16,0 10-3 15,0 9-2-15,-3 6 4 16,-2 3-3-16,-6-1 0 16,0 1-4-16,0-3 2 15,0-8 3-15,0-4-6 16,0-9 4-16,0-1 0 16,0-3 0-16,0 0-1 15,0 0-12-15,0-20 8 16,14-8 9-16,2-4-6 15,-3 0 2-15,4-1 2 16,-2 6-3-16,-4 7 0 0,-4 10 1 16,-1 4-2-16,-1 3 8 15,2 3-11-15,-3 0 7 16,5 0-1-16,2 0-1 16,1 0 4-16,-2 12-5 15,1 6 2-15,0 1 6 16,-3 3-10-16,1 1 4 15,-1-3 1-15,0-3-4 16,-2-4 3-16,-1-3-7 16,-3-3 3-16,2-5-8 15,-1-2-33-15,-3 0-77 16,5 0 19-16,1 0-161 0</inkml:trace>
  <inkml:trace contextRef="#ctx0" brushRef="#br0" timeOffset="5900">4362 389 294 0,'0'-7'21'16,"-8"3"-13"-16,0-3 34 15,-3 4-13-15,0-1-15 16,-3 4-6-16,-5 0 5 15,-7 0-2-15,2 0-2 0,-1 1 2 16,0 12 9-16,6 3-7 16,2 3-10-16,4 2 3 15,4 2-4 1,4 0 2-16,5 2 0 0,0-3-5 16,0 0-5-16,0-4 5 15,14-8-8-15,-1-3 1 16,4-5-1-16,0-2 7 15,5 0 1-15,1 0-6 16,-2-9 4-16,1-5 7 16,0-4-6-16,-2-3 2 15,-4-3 1-15,-5-1 4 16,-3 0-2-16,-4 2 0 16,-4 9 5-16,0 2 9 0,0 9 2 15,0 3-4-15,0-3-8 16,0 3-2-16,0 0-10 15,0 0 8-15,0 0-3 16,0 17 3-16,0 2-3 16,0 5 0-16,0-4 0 15,0 0 0-15,4 0 0 16,5-5-1-16,-1-3-1 16,3-5-2-16,0 1-12 15,3-8 5-15,1 0 7 16,0 0 0-16,-1 0 3 15,6-4-3-15,-6-14-1 16,-1-2 6-16,-2 0-6 0,1-5 2 16,-1 4 4-1,-4-1-2-15,-1 8 2 0,2 6-1 16,-2 1 2-16,3 4 0 16,-4 3-6-16,0 0 7 15,1 0 0-15,3 0 2 16,-4 18-1-16,-1 3-1 15,0 0-3-15,-4 3 5 16,0-6-7-16,0 0 2 16,0 0 0-16,0-4-1 15,0-1-1-15,0-3 3 16,0-5-2-16,0-3 3 16,0-2-2-16,0 0-3 0,0 0-3 15,0 0 1-15,5-5 6 16,9-18-1-16,5-2-2 15,9-4-8-15,-3 1 0 16,-6 4-1-16,0 6 6 16,-10 6 3-16,-4 11 4 15,-5 1-2-15,3 0 3 16,5 0 15-16,-1 0-12 16,3 10 0-16,-5 6 1 15,1 1 1-15,0 7-3 16,-4-6-4-16,4 2-1 15,-1 0 9-15,-3-4-10 0,5-6 3 16,-5-1-2 0,4-2-1-16,-3-3-2 0,2-4-8 15,6 0-5-15,-2 0 20 16,5 0-10-16,5-6 2 16,-5-14 1-16,-3 0-5 15,3-2 7-15,0-6 0 16,-3 4-6-16,2 1 6 15,-1 8-2-15,-8 9 4 16,3 0-2-16,-7 6 2 16,0 0 6-16,4 0-1 15,-4 3 3-15,3 12 0 16,-3 3-6-16,3-2 1 0,0 1-1 16,0-2-1-16,2 0 3 15,1-4-5-15,-1-1-2 16,3-6 1-16,1 1-8 15,-1-2-1-15,6-3 6 16,0 0 2-16,0 0 1 16,5 0-6-16,0-12-1 15,1-6 1-15,-2-2-6 16,-3-2 7-16,-7-2 5 16,1 2 3-16,-5 7 5 15,-4 4 1-15,0 5 2 16,0 1 3-16,0 5-6 0,0 0 2 15,0 0 8-15,0 11-12 16,0 10 3-16,0 2-7 16,0-3-2-16,0 0 7 15,0-2-7-15,9-4-4 16,-1-4-1-16,7 0-6 16,-5-5 1-16,5-5-2 15,0 0 2-15,-1 0 3 16,-3 0-11-16,0 0-10 15,1-9-43-15,-5-1-21 16,2-1-136-16</inkml:trace>
  <inkml:trace contextRef="#ctx0" brushRef="#br0" timeOffset="6117">5376 167 28 0,'0'-10'264'16,"-3"5"-252"-16,3 5-7 15,0 0 3-15,0 0 3 16,0 0-9-16,9 0-2 16,1 0-20-16,-1 0-48 15,-3 5-38-15</inkml:trace>
  <inkml:trace contextRef="#ctx0" brushRef="#br0" timeOffset="6793">5376 167 123 0,'196'162'42'15,"-196"-162"-30"-15,0 0 26 16,0 0 27-16,0 0-32 16,-2 0-20-16,-10 7 9 15,-4 1 7-15,5 0-7 0,-1 0-1 16,-1 3-12-16,2 4 0 16,-3-3-1-16,3 6-7 15,0 4 2-15,2 1 4 16,4-2 0-16,3 2-4 15,2-5 0-15,0-4-4 16,2-4 7-16,15 0-3 16,4-3-6-16,7-4 6 15,-1 0-4-15,5-3-2 16,-5 0-5-16,0 0 7 16,-5 0 1-16,-2-10-2 15,-4-3 2-15,4-1-1 16,-2-7-2-16,3 4 0 15,-2-8-4-15,0 4-7 0,-3-6 9 16,2 3-4-16,-5 0 8 16,1 2 3-16,-5 2-2 15,-5 10 7-15,-1 2-2 16,-3 5 0-16,0 3 2 16,6 0-6-16,5 0 7 15,5 0 4-15,1 0-9 16,2 0 8-16,1 0 1 15,-4 15 7-15,1 3 8 16,-4-2-17-16,-2 0-3 16,-2 3-7-16,-3-2-1 15,-3-2 7-15,-3 3-10 16,0-2 3-16,0 2 4 0,0-10-3 16,0 5 0-16,-6-3 2 15,-13-1-2-15,-6 2 7 16,0-4-9-16,1-2 3 15,-2-5 2-15,4 0-11 16,5 0-46-16,10 0-94 16,0 0-119-16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27.43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38 455 125 0,'0'-3'13'15,"0"-9"1"-15,0 0 11 0,0 4 2 16,0 5-3-16,-2 1-1 16,2-1-2-16,-2 1 5 15,2 0-12-15,0-2 9 16,0 1 7-16,0-3-10 16,0 1-13-16,0-2 4 15,0-5-7-15,0-1 6 16,11-1-7-16,-1 1 0 15,1-4 1-15,3 7-2 16,1-1 1-16,-2 1-3 16,1 1-2-16,-1-2 10 15,-2 7-5-15,-2-2 3 16,-1 6 2-16,-2 0-6 16,1 0 3-16,8 0-4 15,-5 3 2-15,1 16 9 0,1 7-14 16,-6-1 14-16,-6 2-10 15,0 0 3-15,0-3-4 16,0 2-1-16,0-1-1 16,-6 0 7-16,-13 2-7 15,-4 1 4-15,2 2-4 16,-5-3 1-16,-1-3 2 16,5-5-9-16,0-1 0 15,3-3 10-15,2-5-6 16,3-2 1-16,5-3 1 15,6-2 4-15,1-3-5 16,2 0-3-16,0 1-1 0,0 2 5 16,0 0-8-16,0-1-3 15,9 1 13-15,5-3 1 16,1 2 0-16,6-2-5 16,0 0 2-16,7 0 8 15,-1 0-12-15,3 0 6 16,1 0-1-16,3 0 0 15,-2 0 0-15,-7 3-1 16,-1-1-2-16,-6 1 10 16,-7-3-10-16,2 0 4 15,-4 0-2-15,-1 0 2 16,1 0-1-16,-5 0-4 16,2 0-9-16,0 0-46 0,0 0-109 15</inkml:trace>
  <inkml:trace contextRef="#ctx0" brushRef="#br0" timeOffset="592">415 271 157 0,'0'20'20'16,"0"2"1"-16,0 0 28 15,0 1-15-15,0-1-11 16,0-1-2-16,2-5-2 15,0-3-3-15,4-3 0 16,-3-5-14-16,0-3 5 16,-1 1-3-16,-2-3 4 15,0 0-4-15,4 0 2 0,-1 0-3 16,5 0 9 0,-1-16-13-16,5-6 1 15,-1-5 1-15,0 3-1 0,0-2 1 16,-3 5-2-16,0 6 2 15,-6 7 3-15,5 3-4 16,-2 5 7-16,1 0 3 16,5 0 0-16,-4 0 9 15,5 10-7-15,-1 7 0 16,0 3 0-16,3 2-9 16,3-3-2-16,-1 2 0 15,0-6-1-15,4 0 0 16,-1-6-1-16,-2-1-3 15,2-3 10-15,3-2-11 16,0-3-1-16,3 0-9 0,9 0-7 16,-4 0-25-16,1-16-34 15,-4-1-35-15,-3-2 14 16</inkml:trace>
  <inkml:trace contextRef="#ctx0" brushRef="#br0" timeOffset="1148">1030 224 136 0,'-11'-15'42'16,"-1"9"0"-16,-1 5 5 15,-1 1-30-15,0 0 2 16,-5 0-13-16,2 0 5 0,7 0 2 16,-7 5 7-16,0 7 7 15,0 8-5-15,-4 2 1 16,2 5-8-16,5-1-8 15,-1 1-5-15,8-3-2 16,7 1-1-16,0-5 1 16,0-5-4-16,0-2-5 15,5-9 3-15,12-1 8 16,8-3 1-16,2 0-5 16,3-12-4-16,1-13 9 15,-6 0-9-15,-7-3 0 16,-6-1 10-16,-6-6-8 15,-6-5 6-15,0 1-5 0,0-4 6 16,0 3 7-16,-9 3-3 16,-5 7 2-16,1 6 6 15,1 4-1 1,4 10-2-16,3 2 9 0,3 8-4 16,-2 0-4-16,4 0-12 15,0 0-4-15,0 0 16 16,0 18-9-16,0 7 0 15,0 6 2-15,0 5-1 16,4 6 3-16,9 0-7 16,-2 6 0-16,1-2 6 15,-8-3-8-15,1-3 2 0,1-7-2 16,6 1-5-16,-3-8-7 16,4-5-11-16,-2-6-12 15,-1-6 1-15,-4-1-46 16,-1-1-70-16</inkml:trace>
  <inkml:trace contextRef="#ctx0" brushRef="#br0" timeOffset="1733">1419 305 265 0,'0'-6'37'16,"0"3"-11"-16,0 3 35 15,0 0-23-15,0 0-29 16,0 0 4-16,0 0 6 16,0 0 3-16,0 8 5 15,0 9-6-15,0 6-7 16,0 6 4-16,0 1-14 0,0 1 2 16,0 7 3-16,0-3-7 15,0 0 1 1,-2-2-3-16,-1 1-2 0,-1-2 4 15,4-2-6-15,-2-3 1 16,2-1 4-16,-2-7-4 16,2-4 2-16,0-5-3 15,0-5 1-15,0-3 0 16,0-2-7-16,0 0 2 16,0 0 13-16,8 0-8 15,6 0 6-15,2 0-3 16,0 0-2-16,4 0 7 15,0 0-8-15,-2 0-1 0,5 0 3 16,1 0-7 0,4-2-6-16,3-3-4 0,-4 0-19 15,-2 0 3-15,-9 2-38 16,-1 3-51-16,-5 0-22 16</inkml:trace>
  <inkml:trace contextRef="#ctx0" brushRef="#br0" timeOffset="2977">2129 649 192 0,'-14'-8'20'15,"3"1"-11"-15,9 0 7 16,2-1-5-16,-3 0-6 16,3 6 6-16,0-3 3 15,0 5-3-15,-4 0 16 16,2 0 27-16,-4 0-3 16,-2 0-14-16,-5 0-21 15,-2 0-12-15,2 0 5 16,2 5-5-16,-1 2 0 0,2-1-1 15,-1 1 0-15,-1-1 1 16,-1 5-4 0,-4-1 7-16,4 5 1 0,2 3-8 15,2-1 1-15,0 5 4 16,9-4-8-16,0-1 0 16,0-5-2-16,0-2-5 15,0-2 15-15,14-3-8 16,3-3 0-16,2-2 3 15,3 0-7-15,1 0-6 16,2-15-1-16,-4-6 1 16,-2 0 10-16,-2-4-5 0,-9 2 10 15,-1-4-1 1,-5 0 0-16,-2 5 4 0,0 5 3 16,2 8-2-16,-2 8 9 15,0 1-2-15,0 0-3 16,0 0-3-16,0 0 1 15,0 19 0-15,0 5-2 16,0 5-5-16,0-2 5 16,0-2-7-16,0 0-2 15,6-5 3-15,2-6-8 16,7-1 2-16,-2-7-2 16,1 0-2-16,4-6-1 15,0 0-4-15,4 0 2 16,-3-9 4-16,-2-9 6 15,-3-4 2-15,-3-1 0 0,-4 1 1 16,0-1 5-16,-2 4-6 16,-3 1 3-16,2 7 3 15,-1 5-2-15,-3 4 5 16,0 2-5-16,0 0 5 16,0 0-6-16,0 0 4 15,0 17 2-15,0 1-3 16,0 3-3-16,0-3-3 15,0 2 1-15,0-3-6 16,0-4 4-16,0-3-12 16,0-7 7-16,4 3 1 15,7-6 1-15,1 0 3 0,1 0 0 16,-2 0-6-16,1-12 8 16,-1-5-13-1,-2-3 1-15,1-3 1 0,-4-2 1 16,-1 5 9-16,-1 5 1 15,-4 6 2-15,0 7 15 16,0 2 3-16,0 0-16 16,0 0 6-16,0 7-3 15,0 12-1-15,0 1-7 16,0 2 0-16,0-4 7 16,0 2-7-16,0-7-1 15,2-1 0-15,11-2 1 16,4-5 2-16,2-5 0 15,4 0-1-15,-1 0 4 16,3 0-7-16,-7-10 4 0,0-2 0 16,-8-1-1-1,-2 6 4-15,-5 0-4 0,3-4-2 16,-6 4 11-16,2-5-10 16,-2-1 4-16,0-3 1 15,0 2 2-15,0-5 4 16,0-2-2-16,0 7-4 15,0 1 9-15,-2 4-9 16,0 8 0-16,2 1 2 16,-4 0-9-16,1 0 1 15,1 0-14-15,-6 0-18 16,0 0-83-16,-1 0-121 16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33.93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283 209 54 0,'5'-5'95'0,"1"-2"-71"16,3 1 7-16,-7 1 10 16,1 4-11-16,0-3 10 15,-3 2 0-15,2 1-16 0,-2-5-6 16,0 1 10-16,0 2-14 15,0-1 4-15,0 0 13 16,0-1 1-16,0 2-22 16,0-5-3-16,0 2-6 15,0 0 6-15,-10-1-9 16,-1 4 3-16,-3-3 1 16,-1 4 1-16,4-1 6 15,-2 1-8-15,-1 2 5 16,1 0 0-16,-4 0-4 15,4 0-1-15,-5 0 2 0,0 7-1 16,-3 11-2 0,0 0 1-16,-2-2-3 0,7 6 8 15,2 1-11-15,1 2 9 16,1 2-7-16,1 3 1 16,3-2 4-16,3 3-2 15,5-2-3-15,0 1 9 16,0-4-10-16,2 1 4 15,12 3-1-15,3-4 0 16,2-3 1-16,1 0-6 16,-2-6-1-16,7-6 2 15,4-4-9-15,3-7-13 16,2 0-13-16,-1 0-4 16,-6 0-68-16,0-1-31 0</inkml:trace>
  <inkml:trace contextRef="#ctx0" brushRef="#br0" timeOffset="1372">502 380 155 0,'0'-6'63'0,"-7"0"-36"15,5 1 44-15,-3 2-39 16,-4 3-5-16,-2 0-14 15,-2 0-7-15,-4 0-1 0,0 0 5 16,1 0-6-16,-4 3 12 16,1 9-7-16,2 3 1 15,1 0-1-15,7 2-4 16,4 3 6-16,3 0-11 16,2 3-4-16,0 0 10 15,0-1-13-15,0-2 6 16,0-6-13-16,11-1 2 15,5-6 2-15,4-4-4 16,1-3-6-16,1 0 19 16,1 0-9-16,-4-10 5 15,-2-10 5-15,1 1-1 16,0-7 4-16,-5-1-7 0,-1 0 5 16,-1-1 3-16,-7 7-1 15,2 5 6-15,-6 5 4 16,0 11 7-16,0 0 0 15,0 0-6-15,0 0-1 16,0 0-4-16,0 0-5 16,0 0 2-16,0 8 3 15,0 12-1-15,0 4-7 16,0-3-1-16,6 3-3 16,3-1 3-16,-2-3-6 15,4-4 3-15,0-4-2 16,9-5-4-16,-1-4 6 15,9-3-6-15,-1 0-1 16,0 0-6-16,-2 0-8 0,-5 0 19 16,-1-6 2-1,-2-7-1-15,-3 2 9 0,2-1-6 16,-5-4-3-16,0 2 10 16,0-2-8-16,-2 4 3 15,-1 0 0-15,0 3-1 16,3 0 2-16,-2 4-3 15,-1 2-1-15,2 3 6 16,-1 0-1-16,0 0 1 16,-1 0-4-16,0 6 1 15,1 10 6-15,-1 5-9 0,-2-1 2 16,-1 3 3 0,1 1-4-16,-4-4 2 0,0 3-2 15,-2-8-2-15,0 0 3 16,0-6-4-16,0-2 0 15,0-2 7-15,0 0-2 16,-4-5 1-16,-2 4 3 16,1-4-5-16,-1 0 8 15,6 0-7-15,-3-4 1 16,3-10 6-16,0-9-6 16,0-3-1-16,0-4 5 15,0 0-6-15,9 1 2 16,6 8-4-16,0 3 2 15,-5 8 1-15,4 0 0 0,0 6-1 16,3-2 1-16,0 6-3 16,-2 0 6-16,3 0-5 15,-5 0-4-15,4 0 9 16,-6 6-6-16,2 6 2 16,-4 2-1-16,-4 4 2 15,-1 0 3-15,-4-1-6 16,0 3-1-16,0-3 11 15,0-1-11-15,0-4 3 16,0-8-3-16,0 1 6 16,0-3 5-16,0-2-10 15,0 0 3-15,0 0 3 16,0 0-5-16,0 0 1 0,0-7 1 16,7-7-3-1,2-6 7-15,5-2-12 0,-1-1 0 16,-2 0 12-16,3 3-11 15,-3 8 6-15,-3 4 0 16,1 4 1-16,-6 4 6 16,0 0-8-16,-1 0 2 15,4 0 5-15,-1 0-6 16,3 2 4-16,1 12-2 16,-1 0-2-16,-2-2 6 15,-1-2-5-15,1 2 2 16,-4-2 3-16,1 0-4 0,0-3-1 15,-1 4-4 1,-2-4 6-16,7 0-3 0,-3 0-4 16,2 2-3-16,8-7 2 15,0 0-7-15,5-2-1 16,-2 0-34-16,-4 0-57 16,4-4-34-16</inkml:trace>
  <inkml:trace contextRef="#ctx0" brushRef="#br0" timeOffset="1831">1605 336 165 0,'0'-10'95'15,"0"10"-57"-15,0-3 18 16,0 3-10-1,0 0-24-15,-4 0 4 0,-10 0 2 16,0 6-11-16,-3 10-2 16,1 5 1-16,2 2-11 15,0-2-1-15,6-1 0 16,1 0-5-16,5 0 3 16,2-5-7-16,0 0-6 15,0-6 9-15,0 2-2 16,13-7 2-16,5-1 1 15,3-3-7-15,1 0 13 0,-2 0-12 16,-1-5 6-16,-2-9 6 16,-3 1-7-16,-3-4 6 15,-6 1 0 1,1 2-5-16,-6-4 13 0,0 0-11 16,0-1 2-16,0 5 4 15,0-2-4-15,-11 6 10 16,-2 1-8-16,-5 6-9 15,4 3 5-15,-2 0-21 16,5 0-10-16,2 0-29 16,5 0-47-16,4 0-91 15</inkml:trace>
  <inkml:trace contextRef="#ctx0" brushRef="#br0" timeOffset="2273">1751 65 120 0,'3'-7'78'15,"3"1"-51"-15,-3 6 37 16,-3 0-6-16,3 0-9 0,0 0-23 15,0 0-3 1,-1 18 1-16,1 1-10 0,-3 6 2 16,0 1-7-16,2 1 7 15,-2 3-1-15,0 3-12 16,4-2 3-16,-4 4-2 16,0-5 0-16,0 0-3 15,0-4-1-15,0 1-3 16,0-8 6-16,0 3-7 15,0-3 2-15,0-6 1 16,0 0-3-16,0-4 2 16,2-1-2-16,3-5-13 15,4 0 9-15,0-1-11 0,4-2-9 16,6 0 7 0,0 0-35-16,2-8 6 0,-3-4-27 15,-4-3-1-15,-3 2-63 16</inkml:trace>
  <inkml:trace contextRef="#ctx0" brushRef="#br0" timeOffset="2599">1711 236 210 0,'-2'-5'74'15,"2"5"-52"1,0 0 11-16,0 0 3 0,0 0-4 16,0 0-18-16,10 3-8 15,1 2 8-15,6-3-9 16,-4 2-1-16,6-4 3 15,4 0-6-15,-2 0 3 16,7 0-4-16,1 0-4 16,-2-6 2-16,-3-3-28 15,-5-3-71-15,-4 9-72 16</inkml:trace>
  <inkml:trace contextRef="#ctx0" brushRef="#br0" timeOffset="3964">2641 77 157 0,'2'-5'66'16,"-2"-8"-58"-16,0-1 28 16,0 1 3-16,0 3-27 0,0 8 1 15,3 1 3-15,-3-3 9 16,0 4-4-16,0 0-1 15,0 0 12-15,0 0-8 16,0 0-1-16,0 0 5 16,0 0-5-16,0 0-13 15,0 0 2-15,-10 0-7 16,-8 7 5-16,5 3-6 16,-3 0 2-16,-4 2 2 15,1 4 4-15,-3 6-6 16,2 0-2-16,4 4-3 15,3 1 11-15,2 3-12 16,-1 3 3-16,6 3 0 16,1 4-1-16,5-1-3 15,0 2 2-15,0 1-4 16,0-1 10-16,0-1-11 0,8 3 2 16,7-5-1-16,3-2-2 15,7-1 3-15,4-7-3 16,-2-4 2-16,3-2 4 15,0-6-10-15,0-3-3 16,3-7 3-16,-1-6-22 16,-3 0-26-16,-4 0-55 15,0 0-128-15</inkml:trace>
  <inkml:trace contextRef="#ctx0" brushRef="#br0" timeOffset="6666">2897 276 123 0,'0'-7'23'16,"0"-3"-9"0,0-1 24-16,0 4-8 0,0 5-5 15,0-1-11-15,0 1-11 16,9-2 5-16,-1-2 4 16,1 0 6-16,-7 4-6 15,2 1 5-15,-4 1 3 16,2 0-10-16,-2 0-4 15,0 0 1-15,2 0-6 16,-2-4 3-16,0 4 0 16,0 0 3-16,0 0 9 15,0-2-6-15,0 1-1 0,0-6 5 16,0-3-6 0,0 4-2-16,3 0 2 0,-3 1 2 15,0 3 5-15,0 0 2 16,0-1-6-16,0 3-1 15,0 0-5-15,0 0-3 16,0 0-1-16,6 0 0 16,0 0 8-16,2 3-4 15,-1 17 0-15,5 1-1 16,-6 9 1-16,5 0-2 16,-4 0-2-16,2 2 0 15,0 3 4-15,-4-3-4 16,3 2 0-16,1-3 4 0,-4-1-4 15,0-3 0 1,-1 1-1-16,1-7-2 0,-3-2 7 16,4-4-8-16,-3-6 2 15,-3-3 3-15,2-5-3 16,-2 2 0-16,0-3 1 16,3 0-7-16,-3 0 9 15,0 0-12-15,0 0-10 16,0 0-47-16,0-3-70 15,0-11-123-15</inkml:trace>
  <inkml:trace contextRef="#ctx0" brushRef="#br0" timeOffset="7805">3538 251 57 0,'0'-15'63'15,"0"6"-39"-15,0 3 16 16,0 1 0-16,0 0 13 15,0 3-29-15,0 1 1 16,0 1 1-16,0-4 1 0,0 1 3 16,0 2-10-1,0-5 0-15,0 3-9 0,0-3-7 16,0-1 6-16,0-1-10 16,0-2 2-16,0-1 0 15,-5 2 0-15,2-3 1 16,-3 3 0-16,1 2 4 15,-4 2 8-15,2 0-13 16,-4 3 4-16,0 0-1 16,-3 2 0-16,-4 0 3 15,3 0-2-15,1 4-7 16,-3 13 6-16,3 1-9 16,0 1 4-16,3-1-1 15,3 2-1-15,0 1 2 16,5-5 0-16,3-1-6 15,0-2 9-15,0 3-6 0,0-2 2 16,5 0 1-16,12 2 0 16,5 1 0-16,-2 0 1 15,5-4-6-15,-1 1 13 16,1-1-12-16,5-1 4 16,3 1 3-16,3-1-3 15,-2 0 1-15,2-2-1 16,-9 3-4-16,-7 0 12 15,-4 1-12-15,-7 2 5 16,-7-2 3-16,-2 3-4 16,0 4 1-16,0-4-1 15,-11-2 9-15,-11 0-3 16,0-5-9-16,-3-1 5 0,6-4 0 16,-1 1-1-16,2-6-1 15,0 0 0-15,4 0-8 16,3 0 10-16,3-17-4 15,-2-5-1-15,1-7-2 16,0-2 4-16,5 1 4 16,-2 4-5-16,6 4-3 15,0 4 8-15,0 6-6 16,0 0-4-16,0-1 15 16,3 1-9-16,11-6 4 15,4 2-4-15,0-2-1 16,0 0 3-16,2 1-1 15,-1 0-1-15,6-1-1 0,3 1 2 16,-3 2 1-16,0 3-3 16,-7 0-3-16,-6 5 10 15,-6-1-9-15,-4 5 4 16,-2-3 1-16,0 1-2 16,0-2-5-16,0 0-4 15,-17-1-1-15,-4 4 1 16,-4-1-8-16,-6-1-16 15,1 6-39-15,2 0 1 16,11 0-60-16</inkml:trace>
  <inkml:trace contextRef="#ctx0" brushRef="#br0" timeOffset="8759">3999 333 123 0,'-13'-19'30'0,"13"11"-11"16,0 1 34-16,0-1-13 15,0 1-2-15,0 1-9 16,0 3 14-1,0-1-14-15,0 2-6 0,0-4 0 16,0 4 4-16,0-2-21 16,0-2-2-16,6 0-5 15,10-3 0-15,0 3 6 16,6 0-7-16,-2 3-2 16,1 3 9-16,-1 0-7 15,-4 0 1-15,-2 0 2 0,-3 0-7 16,-2 10 5-1,-3 5-5-15,-1 0 5 0,-3 2 6 16,-2 1-7-16,0 5 3 16,0 2 1-16,-13 5 5 15,-10 1-3-15,1 4 1 16,-3-1-2-16,4 1 2 16,1-3-6-16,4-5 2 15,8-5-1-15,2-7-2 16,3-3 4-16,0-5-4 15,3 0-1-15,0-1 7 16,0-6-8-16,0 1 1 16,0-1-1-16,0 0 0 15,0 0-2-15,0 0 6 0,3 0-2 16,14 0 7-16,2 0-3 16,3 0-2-16,1 0 6 15,-5 0-7-15,4 0 5 16,-5 0-6-16,2 0 4 15,4 0 1-15,-4 0-6 16,6 0 6-16,0 0-5 16,5 0 1-16,-3 0 7 15,4 0-11-15,-6 0 2 16,-5 0 5-16,-10 0-17 16,-10 0-19-16,0-1-43 15,0 1-94-15</inkml:trace>
  <inkml:trace contextRef="#ctx0" brushRef="#br0" timeOffset="9284">4526 201 165 0,'0'-7'44'0,"0"7"-13"0,0-3 33 16,0 3-52-16,0 0 0 15,0 0 4-15,0 0 29 16,0 6-4-16,0 13-15 15,0 6-4-15,0 0-5 16,0 5-4-16,0 3 10 16,-11-2-16-16,-2 2-5 15,1-6 1-15,5-5 0 16,-2-4-6-16,7 0 2 16,2-8-3-16,0-1 6 15,0-2-3-15,0-2-5 16,5 1 13-16,14-3-9 0,0-1 2 15,1-2 1-15,4 0-3 16,2 0 6 0,1 0-7-16,4 0-5 0,-1 0 3 15,0-2-9-15,4-1-8 16,-4 0 1-16,-5 0 5 16,-6 3-6-16,-7-1-3 15,-12 1-5-15,0 0-20 16,0 0-51-16,0 0-98 15</inkml:trace>
  <inkml:trace contextRef="#ctx0" brushRef="#br0" timeOffset="9609">4686 363 45 0,'-4'0'145'16,"-2"0"-134"-16,6 3 26 15,0 5 20-15,0 7-42 16,0 0 5-16,0 1 7 16,0 3 7-16,0 2-13 15,0-2 6-15,0 6-10 0,0 1-13 16,0 1 4-1,0-3-10-15,6 2 6 0,-4-7-9 16,4-1-4-16,-4-3 5 16,-2 0-9-16,0-6-4 15,0-1-27-15,0-2-10 16,0-2-56-16</inkml:trace>
  <inkml:trace contextRef="#ctx0" brushRef="#br0" timeOffset="10118">4825 14 188 0,'5'-14'23'0,"4"14"0"16,-1 0 33-16,11 0-23 15,4 0-3-15,4 0-5 16,3 10 1-16,-5 6 9 15,1 3-12-15,-5 1-7 0,-2 7-4 16,-2 0 0-16,-3 5-4 16,0 7-5-16,0 1-1 15,-3 5 4-15,0 0-10 16,-6 3 4-16,-2 0 3 16,-3-4-5-16,0-2 2 15,0-3 3-15,0 0-10 16,-6-8 8-16,-3 2-8 15,-2-6 1-15,1 0 0 16,-5-4-12-16,4-5 3 16,4-8-2-16,-2-2-7 15,7-7 7-15,-5-1 0 0,3 0-36 16,-1 0-25-16,-1 0-28 16</inkml:trace>
  <inkml:trace contextRef="#ctx0" brushRef="#br0" timeOffset="10884">5593 564 240 0,'-9'0'18'0,"3"0"-6"16,6 0 16-16,0 0-23 16,0 0 5-16,4 0-5 15,3 0 4-15,-1 4 6 16,-3-4 11-16,-1 1 2 15,4 1-5-15,0 4-4 16,5 1 7-16,-3 3-4 0,0 3-10 16,1 4 0-1,-7 3-1-15,2 3-2 16,-4 5-6-16,0 0-10 0,-4 0-2 16,-23 0-46-16,-3-1-95 15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47.48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0 311 151 0,'9'0'52'16,"-1"-7"-47"-16,-8-1 31 16,2 8 9-16,2 0-28 15,-4-3-4-15,0 3 3 16,0 0-2-16,0 0 8 15,2 0-1-15,0 0 6 16,5 0-1-16,-5 9-7 16,0 5 4-16,1 9-5 15,1 2-7-15,-2 5 4 0,-2 1 3 16,3 5-12-16,-3 0 0 16,0 0-2-16,0-2 4 15,5-1-9-15,3-1-1 16,1-5 8-16,2 3-7 15,-3-6 3-15,0-1-2 16,1-1-1-16,-4-1 5 16,4 2-5-16,-4-4-1 15,1-1 3-15,-4-6-1 16,1 0-4-16,-1-4 3 16,-2-1 1-16,4-1-5 15,-4-6-11-15,2 0-1 0,-2 0-2 16,3 0-19-1,0 0-9-15,0-3-96 0,5-13-138 16</inkml:trace>
  <inkml:trace contextRef="#ctx0" brushRef="#br0" timeOffset="575">554 292 185 0,'7'-18'26'0,"-7"13"11"16,0 2 24-16,0 1-22 15,0 2-11-15,-3 0-11 16,-14 0-3-16,1 0 4 16,0 0-4-16,-4 0 0 0,0 5-2 15,1 5-7 1,0 3-7-16,2 1 0 0,4 2 2 15,4 3-6-15,6-1-1 16,3 1-3-16,0-3 14 16,3-2-5-16,17-3 1 15,5-2 0-15,-1 1 0 16,4 1 2-16,-3-5-4 16,-6 4 0-16,-5 0 6 15,-9 0-6-15,-5-2 0 16,0 2 2-16,0-3 11 15,-11 4-6-15,-12-2-5 16,-1-2-1-16,3-2 5 16,1-2-8-16,4-3 4 15,1 0-1-15,7 0-14 0,6-5 9 16,2-10-5-16,0-1-4 16,0 0-13-16,5 3-79 15</inkml:trace>
  <inkml:trace contextRef="#ctx0" brushRef="#br0" timeOffset="971">812 4 163 0,'-3'-4'114'15,"-6"4"-101"-15,6 0 22 16,3 0 10-16,0 8-5 16,0 16-9-16,0 6-5 15,0 3-1-15,0 5-7 16,0 2-4-16,0-1-2 15,0 3-10-15,0-3 5 16,0 2-8-16,0-7 2 16,0-4 0-16,3-3-4 0,1-3 3 15,-2-8-17 1,1-6-1-16,0-3-14 0,-3-4 4 16,0 0 0-16,0 0-15 15,0-3-23-15,-8 0-44 16,-1 0-91-16</inkml:trace>
  <inkml:trace contextRef="#ctx0" brushRef="#br0" timeOffset="1229">674 248 198 0,'13'-14'24'0,"-4"6"29"0,5 1-1 16,-1 6-26-16,7-3-15 15,2 4 0-15,3 0 7 16,3 0-18-16,2 0-1 16,0 0 3-16,6 0-3 15,-6 0-6-15,-5 0-19 16,0 0-78-16,-8 0-123 15</inkml:trace>
  <inkml:trace contextRef="#ctx0" brushRef="#br0" timeOffset="1535">539 743 192 0,'0'0'31'0,"0"0"15"16,0 0-2-1,2 0-9-15,9 0-12 0,0 0-15 16,-2 0 0-16,-6 0-10 16,-3 0-15-16,0 0-34 15,0 0-82-15</inkml:trace>
  <inkml:trace contextRef="#ctx0" brushRef="#br0" timeOffset="1748">806 704 326 0,'3'-8'39'16,"-3"6"4"-16,9-3 4 0,2 2-25 16,0 1-16-16,0 0-11 15,-4 2 10-15,0 0-11 16,-5 0-14-16,-2 0-28 15,0 0-55-15,0 0-126 16</inkml:trace>
  <inkml:trace contextRef="#ctx0" brushRef="#br0" timeOffset="2298">1254 385 170 0,'0'-14'142'16,"0"7"-126"-16,0 5 61 15,0 2-12-15,0 0-37 16,0 0-11-16,-4 4 16 16,-1 19-22-16,-1 3 0 15,4 4-4-15,-3 4 0 0,-1-1 3 16,0 3-10 0,0-5 0-16,-1-1 3 0,-1 0 0 15,-4 0-3-15,3-3 1 16,4-1-4-16,1-5 9 15,0 0-10-15,4-3 1 16,0-6 2-16,0-1 2 16,0-1-1-16,0-4-3 15,0-1-2-15,0 1 6 16,0-5-6-16,0 1 4 16,4-2 3-16,5 0-2 15,6 0 1-15,-1 0 1 16,-1 0-5-16,4 0 8 15,-6 0-9-15,0 0-3 0,0 0-8 16,3 0-10-16,0 0-2 16,3 0-5-16,2-3-4 15,-4-5-4-15,0-2-26 16,2-1-63-16</inkml:trace>
  <inkml:trace contextRef="#ctx0" brushRef="#br0" timeOffset="3468">1615 624 165 0,'0'-10'55'16,"0"5"-40"-16,0 4 34 15,0-2-8-15,0 3-5 16,0 0-4-16,0 0 2 16,0 0-13-16,-5 0 4 15,-9 0-22-15,-3 0 4 16,-6 0 2-16,2 8-2 16,-3 3-1-16,2 8-2 15,-1-3-1-15,7 3 1 16,5 2-3-16,5-4-5 0,3 3 3 15,3-4-3-15,0-2 0 16,0-5-4-16,12 2 4 16,9-9 5-16,2-2-25 15,-2 0 10-15,-1 0 3 16,-1-2-6-16,-2-12 16 16,-3 0 0-16,-5-1-1 15,-3-2 10-15,1-3-10 16,1 0 3-16,-2-2 3 15,-6 4-2-15,0 6 3 16,0 5 2-16,0 3 5 16,0 4 8-16,0 0-12 15,0 0 2-15,0 0-1 0,0 0-1 16,0 4 2 0,0 13-2-16,0 7-6 0,0-3 6 15,0 2-13-15,0-6 5 16,0-3-4-16,0-3 4 15,0-4 0-15,0 0-5 16,0-3 0-16,11-4 7 16,8 0-3-16,0 0 0 15,4 0-5-15,-5-14 3 16,2-6 1-16,-4 4-1 16,-5-7 1-16,-2 2 7 15,-7 2-9-15,1 4 7 0,-3 3-2 16,0 7 2-16,0 2 3 15,0 3-3-15,0 0-3 16,0 0 6 0,0 0-7-16,0 0 4 0,0 15 0 15,0 2-2-15,0 3 1 16,0-2-2-16,0-4-3 16,0 2 6-16,4-6-7 15,0-1 0-15,8-3-1 16,1-3 1-16,1-3 3 15,0 0-2-15,3 0-7 16,-1 0 7-16,0-3-2 16,-4-10 1-16,-1 1 8 15,-5-4-5-15,1 4-1 16,-3-2 2-16,-4 1-2 0,0 3 7 16,0 5-7-1,0 3 0-15,0 2 3 0,0 0-2 16,0 0 3-16,0 0 0 15,0 7 1-15,0 10 5 16,0-1-8-16,0-2-4 16,0-1 1-16,0-3 1 15,8-3 3-15,3-5-3 16,2-2 2-16,5 0 3 16,0 0-3-16,2 0 3 15,-1 0-5-15,-6-9 0 16,2-4 7-16,-1 0-5 0,-3-6 0 15,-4 4 7-15,-1-4-5 16,-6-2 2-16,0-3 1 16,0-3-1-16,0-3 0 15,0 0-3-15,0 9-5 16,0 9 11 0,-6 7-8-16,1 5 0 0,-1 0-11 15,-4 0-1-15,-5 0-23 16,2 11-122-16</inkml:trace>
  <inkml:trace contextRef="#ctx0" brushRef="#br0" timeOffset="4130">2825 150 81 0,'-26'-5'120'0,"4"0"-105"15,6 5 31-15,14 0-2 16,-2 0-9-16,2 0 10 15,2 0-8-15,0 0-2 16,-6 0-12-16,-5 0-2 16,-8 7 2-16,-9 19-11 0,1 4 1 15,-7 4-10 1,5 1 5-16,4 4 1 16,0 2-4-16,7-3 5 0,0 6-7 15,0-5-1-15,5 0 3 16,-1 3-5-16,5-2 3 15,5-2 0-15,1-1 0 16,3 0 0-16,0 0-4 16,0-1-1-16,19-4 6 15,5 1-7-15,4-5 0 16,5-1 2-16,3-3-4 16,0-4 3-16,0-6-4 15,0 2 1-15,-2-9 2 16,-2 0-1-16,-3-3-1 0,-2-3-21 15,-9-1-30-15,0 0-46 16,-5 3-134-16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4:03.56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283 385 33 0,'-5'-17'247'16,"2"11"-237"-16,-3-1 19 0,3 4 17 15,3-2-33-15,-5-1 2 16,-1-2 8-16,-2 1-9 15,-3-2 3-15,-6-4-6 16,1-3-5-16,-4 2 7 16,-2-3-10-16,-3-4 2 15,-2-1-1-15,-3-1-1 16,1 2 2-16,8 3-7 0,4 0 0 16,10 6 7-1,3 3-5-15,4 1 3 0,0 1 0 16,0 0-3-16,4-4 4 15,9 2-4-15,1-5-3 16,0 5 9-16,2 2-7 16,-3-2-2-16,10 2 5 15,1 0-3-15,8 0 1 16,1-1-3-16,-1 6 0 16,0 2 8-16,-17 0-11 15,-3 0 2-15,-12 0-1 16,0 21 3-16,0 2 2 15,-3 10-3-15,-17 2 8 0,-2 4 1 16,-3-2-8 0,4 1 1-16,1-1 3 0,0-2-4 15,7-2 2-15,-1-2-5 16,1-3-2-16,-1-4 4 16,0 3-13-16,3-8-4 15,8-3 8-15,0-2 7 16,3-8 0-16,0 4 9 15,0-5-7-15,0-3 1 16,0-2 3-16,13 0 3 16,16 0-4-16,7 0-1 15,3-17 2-15,-1 1-2 16,2-7-4-16,-4 0-2 0,-2 1-21 16,-3 0-49-16,-9 8-35 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3:54.73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32 212 150 0,'0'-6'32'15,"0"0"-2"-15,0-2-4 16,0 8 4-16,0-2-8 16,0 2 10-16,0 0 0 15,0 0 10-15,4 0 10 16,-4 0-12-16,0 4-15 16,0 12 2-16,0 1-15 15,0 8 0-15,0 0-5 16,0 1 2-16,0 8 1 0,0-3-6 15,0 2-4-15,-4-3 8 16,2-6-9-16,2 1 4 16,0-1-3-16,0-1-4 15,0 0 9-15,0-3-6 16,0 0-4-16,0-7 5 16,0 1-3-16,0-1 1 15,-3-10-9-15,1 3-10 16,-4-3 1-16,4-3-23 15,-10 0-51-15,7 0-73 16</inkml:trace>
  <inkml:trace contextRef="#ctx0" brushRef="#br0" timeOffset="758">475 259 153 0,'7'-25'67'0,"0"13"-50"15,-7 3 49-15,2 6 0 0,-2-3-28 16,0 2-7-16,0-2 0 16,0-1 7-16,0 2-20 15,-11 3-4-15,0-2 0 16,-5 4-3-16,-9 0 0 16,0 0-9-16,-4 7-4 15,2 12 11-15,5-3-14 16,4 2 3-16,4 0 5 15,5 1-7-15,4 0-1 16,5 0 4-16,0-1-5 0,0-1 8 16,14 2-7-1,4 2 5-15,3-3 1 0,0-1-2 16,4-2 1-16,0 0-2 16,0 0 1-16,-7-3 4 15,0 2-8-15,-7 4 2 16,-6-4 2-16,-5 2-6 15,0 1-2-15,0-2 1 16,-13 3 4-16,-10-5-2 16,-2 1 3-16,1-5 1 15,1-2 0-15,1-3 6 16,4-4-4-16,3 0 2 16,5 0-6-16,1-4 5 0,7-12-10 15,2-8 6 1,0-5 3-16,0 1-6 0,13 2 5 15,3 1 1 1,6 2-5-16,-1 5 8 0,0 5-5 16,-2-2 0-16,-2 5 6 15,-3-3-5-15,-7 1 1 16,0 5-1-16,-2-4 2 16,-2 1 3-16,3-2-8 15,-2 0 2-15,3-3 7 16,0-3-10-16,2 0-9 15,-3 3-21-15,1 0-34 16,0 7-87-16</inkml:trace>
  <inkml:trace contextRef="#ctx0" brushRef="#br0" timeOffset="1282">822 299 288 0,'-8'0'13'0,"0"0"-9"15,8 0 14-15,0 3-10 16,0 3 5-16,0 7 13 16,0-1-5-16,-3 6 5 15,-3 2 13-15,-2 2-9 16,-3 3 0-16,1 0-12 16,1-2-4-16,-2-1-7 15,0 0-1-15,2-1-3 16,-2-5-2-16,4 1-2 15,1-1 6-15,3-2-10 16,0-1-1-16,3-6-7 0,0-1 7 16,0-6 5-16,3 0 0 15,13 0 2-15,4 0 3 16,2 0-10-16,1-6 1 16,-2-5 7-16,-2 4-10 15,1-2-1-15,-1 2-7 16,-2-1-7-16,2 0-2 15,-2 1-2-15,-3 0-17 16,-7 2-28-16,-1 2-39 16,-6 3-5-16</inkml:trace>
  <inkml:trace contextRef="#ctx0" brushRef="#br0" timeOffset="1570">905 431 189 0,'-2'-6'94'16,"2"2"-85"-16,0 4 15 16,0 0 2-16,0 0-3 15,0 7-3-15,0 13-1 16,-4 5 6-16,4-2-6 15,0 1-9-15,0 1 0 16,0-4-2-16,0 6-3 16,0-6-9-16,0 2 0 0,-2-4 0 15,-1-1-26-15,1-3-23 16,-4-3-15-16,3-1-40 16</inkml:trace>
  <inkml:trace contextRef="#ctx0" brushRef="#br0" timeOffset="2258">1374 321 105 0,'-2'-32'105'0,"2"13"-81"15,-2 11 30-15,-1 3 22 16,-3 2-13-16,-3 3-20 16,-1 0-11-16,-7 0-26 15,-8 0 14-15,0 8-10 16,-5 7-3-16,5 7-2 15,1 2-4-15,4 4 2 16,4-2-3-16,4 1-4 16,4-3 4-16,8-4-10 15,0 3 4-15,0-6 6 0,11 5-4 16,16-5 4-16,4 1 1 16,1-3-3-16,0-3 6 15,-3 0-6-15,3 4 2 16,-8-2 4-16,-1-2-4 15,-10 4 1-15,1-4-4 16,-12-3-2-16,-2 5 7 16,0-5-15-16,0 6 7 15,-2-3 8-15,-23 2-2 16,-6-2 1-16,-5-5-2 16,6 0-1-16,6-3 6 0,3-4-7 15,11 0 0 1,7 0-2-16,1-21 2 0,2-3 1 15,0-11-1 1,5-9-3-16,17 1 6 0,0-5-10 16,5 9 6-16,2 3 2 15,-2 6-2-15,-4 11 9 16,-7 7-4-16,-7 1-1 16,-7 9 1-16,3 0 1 15,-1 2-7-15,-2 0 7 16,6 0-10-16,-2 0-11 15,-6 0-41-15,0-2-53 16,0-1-36-16</inkml:trace>
  <inkml:trace contextRef="#ctx0" brushRef="#br0" timeOffset="2699">1394 21 260 0,'0'-13'23'15,"0"7"-12"-15,3 5 25 0,3 1-5 16,4 0-15-16,1 0 1 15,7 13 9-15,0 8-6 16,2 6 3-16,5 9-5 16,-3 6-1-16,3 0-5 15,0 6-10-15,-1-5-1 16,-5 5 3-16,1 2-4 16,-9-3 0-16,-2 1 0 15,-7-8 3-15,-2 4-5 16,0-4-1-1,0-4-3-15,0-2 2 0,-6-2-13 16,-7-2-6-16,-4-3-4 0,-2 3-4 16,0-6 20-1,-1-3-6-15,4-4-27 0,2-4 31 16,3-4-58 0,2-4 5-16,9-1-91 0</inkml:trace>
  <inkml:trace contextRef="#ctx0" brushRef="#br0" timeOffset="5122">1858 146 1 0,'0'-9'122'16,"0"-8"-111"-16,0-1 7 15,5-1 24-15,3 4-16 0,-2 7-1 16,-3 2-1-1,0 3 1-15,-3-1-1 0,3-1-8 16,-3 5 7 0,0 0 3-16,0-1-4 0,0 1-2 15,0 0 0-15,0 0-1 16,0 0 0-16,0 0-11 16,0 0-2-16,0 6 14 15,0 24-2-15,0 6-9 16,0 6 0-16,0-3-4 15,0 3 6-15,0 3-10 16,0 0 0-16,2-3 6 16,2-3-8-16,1-3 3 15,-3-6-1-15,4-2-3 16,-4-9 7-16,-2-5-9 0,0-3 0 16,3-6 3-16,0-1-6 15,0-1-19-15,0 0-15 16,-3-3-11-16,3 0-24 15,-3 0-87-15</inkml:trace>
  <inkml:trace contextRef="#ctx0" brushRef="#br0" timeOffset="5706">2201 71 156 0,'0'-9'59'0,"0"7"-47"15,0 0 35-15,0 2-19 16,0 0-19-16,0 0-2 15,-3 7 14-15,-6 12 11 16,-4 10-10-16,-5 2 2 16,-7 1-3-16,0 2-13 15,-2-2 3-15,-3-4-12 0,6-2-1 16,1-3 2 0,6-4-6-16,1-6-3 0,5-3-1 15,2-3-6-15,-1-4 7 16,2 0-9-1,1-3 10-15,5 0 3 0,2 0 3 16,0 0 1-16,0 0 9 16,0 0-9-16,0 0 10 15,0 0-7-15,2 0 9 16,5 3-2-16,-5 3-1 16,-2 2-1-16,2-1 7 15,2 2-12-15,1 2 8 16,0 2-9-16,4 0 1 15,4 4 6-15,-1 0-8 0,5-3 7 16,2 0-5-16,3 0-1 16,3-1 4-16,2-4-6 15,1 1-3-15,0-2 2 16,-6-5-7-16,-12-2-24 16,1 5-82-16,-4-4-83 15</inkml:trace>
  <inkml:trace contextRef="#ctx0" brushRef="#br0" timeOffset="6209">2294 485 172 0,'-10'0'112'15,"-5"0"-101"-15,15 0 17 16,0 3 1-16,0 5-4 16,0-1-18-16,0-4 2 15,8 1-5-15,6-4-2 16,4 0 0-16,0 0 1 16,2 0-6-16,2-6 9 15,-1-10-10-15,-1-1 5 16,-7-3-1-16,-4 0 0 15,-3-4 0-15,-6 6-1 16,0 0 0-16,0 3 6 0,0 3-4 16,0 5 9-16,-8 3-1 15,-3 4 4-15,-3 0-5 16,-4 0-7-16,3 0 3 16,-3 5 0-16,2 16-5 15,0 1 3-15,5 3 3 16,5 0-5-16,1-1 3 15,5 1-6-15,0-2-1 16,0-4 4-16,0-1-14 16,0-1 6-16,15-2 6 15,8-5-4-15,2 1-6 16,-1-8-9-16,1 1-18 0,-2-4-35 16,-1 0-43-1</inkml:trace>
  <inkml:trace contextRef="#ctx0" brushRef="#br0" timeOffset="6573">2669 144 194 0,'-5'-1'18'16,"-1"1"18"-16,-1 0 11 16,1 7-25-16,0 16 3 15,4-2-3-15,2 7 2 16,0 2-1-16,-4 2 10 16,4 3-11-16,-2 5-7 15,-1-6-10-15,1 4 4 16,-2-3-7-16,2-5-3 15,2-2 4-15,0-2-6 16,0-4-2-16,0 0 0 0,0-4-2 16,0-4 1-1,0-3-15-15,0-6-11 0,0 0-19 16,0-3-40-16,0 1-80 16</inkml:trace>
  <inkml:trace contextRef="#ctx0" brushRef="#br0" timeOffset="7259">2783 448 221 0,'0'0'34'16,"0"0"14"-16,0 0-3 0,0 0-13 16,0 18-18-16,3 1-1 15,0 0 2-15,-1 1-8 16,6 1-4-16,-3-2 0 16,4-3-1-16,0-2-1 15,-2-5-4-15,2-2 2 16,-1-3-1-16,0-4 0 15,3 0-3-15,-2 0 3 16,2 0-3-16,-2-4 5 16,-2-10-11-16,-1-2 4 15,2-1 9-15,-2-4-5 16,-1-1 1-16,-3-1 4 0,-2-3-2 16,0 3 3-16,0-3-3 15,0 10 5-15,0 3 7 16,0 6 0-16,-4 4-7 15,1 3-4-15,0 0-3 16,0 0 4-16,3 0-13 16,0 0 1-16,0 0-10 15,0 0 11-15,13 0 10 16,10 0-1-16,-3 0-4 16,-2 0 5-16,0 0-13 15,-2 0-2-15,-3 0 3 16,-2 3 5-16,-2 2 6 15,3-5-1-15,-5 2 1 0,1 3 4 16,1-2-3-16,0 3 0 16,-4 0 7-16,0 3 4 15,-5 5 8-15,0-2 0 16,0 2-2-16,0 4-4 16,0-1-6-16,0-2-8 15,0 0 1-15,0-2-10 16,0-6-7-16,0 0-8 15,0-4-21-15,0-3-8 16,-3 3-99-16</inkml:trace>
  <inkml:trace contextRef="#ctx0" brushRef="#br0" timeOffset="7478">3111 218 163 0,'0'-6'49'0,"0"4"-37"16,0 2 25-16,0 0-13 16,0 0-20-16,0 0-8 15,0 0-10-15,0 0-26 16,0 0-41-16</inkml:trace>
  <inkml:trace contextRef="#ctx0" brushRef="#br0" timeOffset="8040">3111 218 217 0,'135'90'32'0,"-131"-90"37"15,-4 0-9-15,2 0-17 16,-2 11-25-16,0 8-3 16,0 4-10-16,0 2 1 15,0 0-2-15,0 1-5 16,0-1 9-16,0 1-7 15,0-4-1-15,0 1 4 16,0-6-6-16,0-3 0 16,0-3-1-16,0-4-4 15,0-2 4-15,0-5-3 16,0 0 1-16,0 0 7 16,0 0-2-16,0 0 0 15,0 0-1-15,9-15-4 16,-4-3 12-16,4-2-13 15,2 1 1-15,-4-4 3 0,4 9-3 16,-2 2 2-16,0 4-1 16,-5 5 3-16,-1 0 8 15,3 3-10-15,-3 0 5 16,2 0 0-16,1 0 3 16,3 0-5-16,-5 6 3 15,2 9-2-15,0-3 2 16,-4 4-4-16,1-5 4 15,1-1 0-15,-4 1-8 16,2-4 8-16,-2 0-11 16,0-4-17-16,0-1-57 15,0 0-72-15</inkml:trace>
  <inkml:trace contextRef="#ctx0" brushRef="#br0" timeOffset="9538">2336 990 81 0,'-14'-20'53'16,"14"15"-36"-16,0 2 20 16,0 1 4-16,0-2-14 15,0 2-7-15,-3 2 1 0,-3-1 0 16,2 1-9-1,4 0 10-15,0 0 6 0,0 0 9 16,0 0 10-16,-4 0-21 16,4 17-7-16,-5 3 3 15,2 6-11 1,3 4 3-16,0 0-9 0,0 3-1 16,0-3 4-16,0 0-8 15,0-3-2-15,0-6 8 16,0 3-9-16,3-7 0 15,2-7-3-15,-1-1-5 16,-2-3-13-16,-2-6-20 16,0 0-38-16,4 0-25 15,11 0-58-15</inkml:trace>
  <inkml:trace contextRef="#ctx0" brushRef="#br0" timeOffset="9844">2504 916 157 0,'5'-4'60'16,"-5"2"-28"-16,0 2 24 16,0 0-2-16,0 0-20 15,3 22-2-15,3 6-10 16,-1 4-4-16,-3-1 0 0,7 5-10 15,-3-4 0-15,2-2-7 16,0-4-2-16,3-4 6 16,1-4-7-16,-1-2 4 15,-4-2-4-15,-1-3-10 16,0 0-4-16,-3-3-15 16,-3-2-24-16,0-1-29 15,0 2-32-15</inkml:trace>
  <inkml:trace contextRef="#ctx0" brushRef="#br0" timeOffset="10109">2250 1228 83 0,'-2'-5'109'0,"2"3"-84"16,0 2 16-16,0-4 7 15,0 3-35-15,16 1 1 16,8-5 0-16,10 3 0 16,2-6 9-16,2 0-23 15,4 2-1-15,2 0-11 16,-3 2-13-16,-3 4-103 15</inkml:trace>
  <inkml:trace contextRef="#ctx0" brushRef="#br0" timeOffset="11242">2774 1181 130 0,'0'0'49'0,"0"0"-30"0,0 0 31 16,0 0-13-16,0 0-20 16,9 0-6-16,7 0 0 15,3 0-9-15,1 0 4 16,2 0-6-16,-6-4-4 15,-4-2 7-15,-4-2-7 16,-3 1 5-16,-5 0-3 16,0-6 2-16,0 3-3 15,0-3-4-15,0 2-1 16,-5 0 10-16,-6 2-7 16,-3 1 5-16,1 6 10 15,-5-1-5-15,3 3 17 16,0 0-1-16,2 0-9 0,2 7-3 15,-1 8-4 1,1 3 6-16,3 6-3 0,-3-1-5 16,5 5 16-16,6-1-18 15,0 1 4-15,0-6-4 16,0 0-3-16,0-3 2 16,12-7-13-16,4-1-4 15,9-8 8-15,2-3-9 16,4 0-6-16,-1 0-2 15,-2-15-17-15,-3-3 29 16,-3-1 12-16,-3-1-7 16,-3-4 10-16,-1 6-4 15,-4-3 5-15,-1 9-1 16,1 4 0-16,-4 4 7 0,-5 1 2 16,-2 3 0-16,2 0 3 15,-2 0-3-15,0 0 4 16,0 3 4-16,0 15-10 15,0 6 2-15,0-3-5 16,0 0-8-16,0-2 7 16,0-3-2-16,0-2-4 15,3-3-2-15,3-4-8 16,-1-2-1-16,-1-5 1 16,-1 0-1-16,-3 0-3 15,2 0-5-15,0 0 13 16,5-5 9-16,0-14-1 15,-1-5 3-15,3 3 0 0,-2-7-2 16,2 5 4-16,2 5-4 16,-6 8 3-16,2 4 5 15,-5 6-3-15,0 0 6 16,0 0 6-16,2 0-4 16,-1 15-1-16,-1 4-10 15,1-1-3-15,0 3 7 16,3-4-7-16,-6-2 3 15,2-1-3-15,-2-3 0 16,0-6 3-16,0-4-4 16,0 2-1-16,0-3 5 15,0 0-3-15,0 0 3 16,7 0-7-16,-3 0-1 0,2-8 7 16,5-10-5-16,0-1-1 15,2 0 3-15,-1 1 2 16,-2 4-2-16,-3 9 0 15,-3 1 1-15,-4 4 1 16,0 0 2-16,3 0 5 16,1 0 2-16,-2 16-8 15,1 2 4-15,0-1-3 16,0-5 1-16,0 3 1 16,-1 0-7-16,0-6 0 15,-2 2 1-15,0-7-13 16,0-1-11-16,0 0-42 0,3-3-75 15</inkml:trace>
  <inkml:trace contextRef="#ctx0" brushRef="#br0" timeOffset="12126">2954 1037 108 0,'6'-3'42'16,"-4"3"-26"-16,-2 0 16 15,0 0 4-15,0 0-16 16,0 0-5-16,0 0-4 16,0 0 7-16,0 12-7 15,0 3 4-15,0 4 10 16,-2 0-7-16,-4-1 4 15,0 1-4-15,4 4-3 0,-1 2-2 16,3 2-10-16,0-6-2 16,0 5 4-16,0-4-6 15,8-1 3-15,1 0-4 16,-1 0-2-16,-3-2-1 16,4-1-12-16,-7-4 2 15,1-4 1-15,-3-2 2 16,0-3-18-16,0-2 1 15,0-2-81-15,0 5-72 16</inkml:trace>
  <inkml:trace contextRef="#ctx0" brushRef="#br0" timeOffset="12888">3398 983 95 0,'0'21'50'0,"0"12"-16"16,0-9 10-16,0 2 0 16,0-4-21-16,0 0-11 15,0 6-2-15,0-3 5 0,0 2-1 16,0 1-5-16,0-5 6 16,0-1-15-16,0 1 2 15,0-5 0-15,0 0-7 16,0-6 4-16,0-3-12 15,6 0 4-15,-3-6 6 16,0 1-9-16,-1-4 11 16,1 0 3-16,-1 0-2 15,4 0 0-15,5-18-7 16,-2-1 3-16,1-4-13 16,-1 1 13-16,-1-4 0 15,0 4-4-15,-2 7 10 16,3 3 8-16,-7 6-1 15,3 3 5-15,-1 3 0 16,-2 0-6-16,4 0-1 0,-4 0 7 16,7 0-2-16,-3 2 1 15,1 13-5-15,2 0-2 16,-4 0 5-16,4 0-4 16,-7-7 1-16,4 6-3 15,-1-5-4-15,1-2 3 16,-3 1-9-16,0-2-9 15,-3-4-22-15,0-2-21 16,0 2-36-16</inkml:trace>
  <inkml:trace contextRef="#ctx0" brushRef="#br0" timeOffset="13314">3746 1179 30 0,'0'-8'158'0,"0"6"-115"16,0 2 7-16,0 0-6 16,-5 0-9-16,-6 0-6 15,-3 2 7-15,0 14-26 16,1 2-1-16,4 3 2 15,0-1-6-15,4-4-1 0,5 2 0 16,0-3-5-16,0-3 1 16,0-1-5-16,0-1 3 15,5-6 1-15,15 0-5 16,-1-4 3-16,5 0-8 16,-1 0 1-16,-1 0 10 15,-6-6 0-15,-5-4-3 16,-2-4 11-16,-4 0-5 15,-5 5 3-15,0-3 0 16,0-1-1-16,0-1-2 16,-2-2-12-16,-17 4-19 15,-3 5-21-15,2 1-3 16,1 6-53-16,8 0-109 0</inkml:trace>
  <inkml:trace contextRef="#ctx0" brushRef="#br0" timeOffset="13889">3959 990 30 0,'-3'0'38'0,"0"0"3"16,-2 0-18-16,-2 0-6 15,3 0-1-15,-5 0-9 16,4 0 0-16,5 0-7 15,-3 0 7-15,3 0 18 16,0 0-3-16,-3 0 0 16,-2 2 12-16,2 1-12 0,3-3 6 15,-2 0-17 1,2 0 9-16,0 2 7 16,0 2 2-16,0 9 1 0,0 2-10 15,0 8-5-15,0 5-3 16,0-2-3-16,0 4-1 15,0 3 0-15,0-3-6 16,0-1-3-16,0-4 5 16,5-1-6-16,0 1 2 15,1-2-1-15,-3-4 0 16,3 1 3-16,1-2-10 16,2-3-3-16,2-2 4 15,1-6-6-15,-2-4-6 16,1-2-13-16,-5-1-25 15,-4 0 17-15,1 0-24 0,-3 0-15 16,6-8-8-16</inkml:trace>
  <inkml:trace contextRef="#ctx0" brushRef="#br0" timeOffset="14214">3788 1173 170 0,'0'-2'28'0,"0"2"-21"15,0 0 31-15,7 0-10 16,13 0-18-16,3 0-2 16,2 0-6-16,-1 0 1 15,-2 0 9-15,1 0-12 16,-5 0 2-16,-1 0-2 16,-7 0-7-16,2 0-30 15,-1 0-120-15</inkml:trace>
  <inkml:trace contextRef="#ctx0" brushRef="#br0" timeOffset="15028">3863 1053 94 0,'0'0'36'0,"0"0"-14"0,0-1 14 15,0 1-1 1,0 0-1-16,0-2-11 0,0 2-1 16,4 0-8-16,0 0 0 15,-4 0 4-15,0 0 1 16,0 0-3-16,0 0 0 15,0 0 4-15,0 11 0 16,0 8-1-16,0 0 9 16,0-1-12-16,3 1 0 15,-3 4-3-15,2-3-1 0,-2 2-6 16,2-2-5-16,4 3 0 16,-3-2 2-16,2-2-5 15,-1 3 4-15,-1-6-2 16,-1 6-2-16,4-4 4 15,-4 2-6-15,3-2-1 16,1-5 9-16,2 1-11 16,1-7 2-16,2 1-2 15,0-7-1-15,1-1 7 16,1 6-6-16,-2-6-9 16,-3 0 4-16,0 0-7 15,-6 0 5-15,5 0 2 16,-2 0 5-16,1 0-4 15,5 0-19-15,-4-6 0 16,8-7-18-16,-9 3-29 0,-2 0 16 16,5 0-79-16</inkml:trace>
  <inkml:trace contextRef="#ctx0" brushRef="#br0" timeOffset="15485">4193 924 109 0,'-4'-4'36'15,"-3"4"-16"-15,5 0 5 16,-4 0 19-16,3 3 0 16,1 12-18-16,-1 1-3 15,1 4-1-15,-2 3 1 16,1 0 6-16,3-1-9 16,-2 0 0-16,2 5-6 15,0 1 0-15,0 2-2 16,0 0-7-16,0-4 0 15,0 0 0-15,0-1-5 0,0-4 1 16,0 3 0-16,0-3-1 16,0 0 4-16,0-6-6 15,0 0-3-15,0-1 3 16,0-7-4-16,0 2-8 16,0-6-3-16,0-3-26 15,0 0-6-15,0 0 2 16,0 0-50-16,-6 0 4 15</inkml:trace>
  <inkml:trace contextRef="#ctx0" brushRef="#br0" timeOffset="16320">4047 1223 198 0,'0'-2'33'16,"0"2"-8"-16,0 0 16 16,0 0-19-16,9 0-10 15,13 0-6-15,-6 0-8 16,-2 0 7-16,6 0-5 16,-2 0 4-16,7 0 0 15,3-4-6-15,-4 3-3 16,5-1 11-16,-2-3-15 15,1 1-3-15,-4 2 2 16,-4 0 2-16,-7 0 11 0,-4 2-5 16,-1 0 4-16,0 0 4 15,-5 0-5-15,3 0 1 16,-1 0 6-16,1 10-3 16,-3-2 0-16,2 6-5 15,-5-1 0-15,0-4 4 16,4 3 1-16,-4 3 0 15,0 0 8-15,0-3-9 16,-9 6-4-16,-5 0-2 16,1-3-2-16,1-3 1 0,6-6-4 15,3 0 4 1,3-1-3-16,0-5 2 0,0 3 5 16,0-2-3-16,0-1 3 15,0 3 1-15,0 3-2 16,0-3 2-16,0-2-1 15,12 7-2-15,-3-3 4 16,2-1-5-16,-1 5 3 16,1-5 0-16,0 2-1 15,0 3 0-15,1-1 1 16,-4-1-4-16,-1 1 5 16,-1 7-3-16,0 1 0 15,-3 2 3-15,0 2-3 16,-3 6 1-16,0-4 0 15,0 2-6-15,0-1 10 0,0 0-8 16,-12-1-2-16,-7-6 3 16,-4 5 6-16,2-6-2 15,-3-3 4-15,1-3 0 16,4-6 2-16,0 0-2 16,2-3-1-16,2 0 8 15,5 0 4-15,7-6 4 16,1-14-4-16,2-6-11 15,0-8 5-15,5-3-7 16,17-1-3-16,2-2 3 16,8 4-5-16,-3 6 2 15,7 7-5-15,0 2-5 0,-2 6-7 16,-7-2-23-16,-2 10-65 16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5:38.60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41 88 178 0,'-16'-7'20'0,"5"-6"-17"16,2 6 46-16,9-1-5 15,0 0-30-15,0 1-11 16,0-5 4-16,5 1-6 16,4 7 2-16,-3 1 1 15,-6 3-3-15,0 0 10 16,0 0-8-16,0 0 19 0,0 0-8 16,0 0 10-16,0 0-5 15,0 0-9-15,0 0-4 16,0 0 7-16,0 0-9 15,0 0 0-15,10 0 6 16,5 0-2-16,0 0-2 16,2 0-4-16,2 0-1 15,4 0 8-15,-1 0-7 16,3 0-2-16,2 0 4 16,-4 0-7-16,-2 0 6 15,1 0-5-15,-2 0 3 0,2 0 2 16,-3 3-3-1,-6-3-3-15,1 3 6 0,-3-3-5 16,4 0 6-16,-1 0-7 16,-7 0 0-16,2 0 8 15,-4 0-6-15,1 0 0 16,-1 0 3-16,-1 0-4 16,-4 0 3-16,0 0-2 15,0 0 1-15,0 0 7 16,0 0-6-16,0 0 5 15,0 0 3-15,0 0-7 16,0 0 6-16,0 0-7 16,0 0-2-16,0 1 4 0,0 1-4 15,-6 9 8 1,-8 5 0-16,-2 2-5 0,-6 8 0 16,-1-1-2-1,1-3 0-15,-3 3 6 0,0 2-9 16,3-4 3-16,3 1 1 15,0 2-2-15,0-4 2 16,4-4-1-16,1 1-6 16,1-5 12-16,5 2-10 15,-1-3 5-15,1-1 1 16,3-3-5-16,-3 5 7 16,-4-5-6-16,1 4-1 15,0-1 6-15,-6 0-3 16,2 0-1-16,-3 0 2 0,2-3-4 15,8-3 5-15,2 0-1 16,4-3-4-16,2 0 5 16,0-3-6-16,0 0 0 15,0 0 3-15,0 0-4 16,0 0 7-16,0 0-6 16,0 0 1-16,8 0 9 15,9 0-5-15,-1 0-2 16,4 0 1-16,1 0 2 15,1 0-3-15,3 0-1 16,-2 0 3-16,-4 0 0 16,2 0-5-16,-4 0 5 15,6 0 1-15,2 0-3 16,-4 0 1-16,3 0-1 16,-3 0-2-16,-6 0 8 0,6 0-7 15,-6 0-3-15,3 0-6 16,-4 0-15-16,-7-9-32 15,4 6-112-15,0 2-76 16</inkml:trace>
  <inkml:trace contextRef="#ctx0" brushRef="#br0" timeOffset="963">477 416 128 0,'0'-3'38'0,"0"3"-36"16,0 0 26-16,3 0 1 16,8 0-13-16,1 0-6 15,-2 0 3-15,4 3-7 16,0-3 5-16,-3 0-9 15,3 0 3-15,-1 0 8 16,4 0-5-16,2-5 3 16,-2-9-1-16,4-9-9 15,0 0 7-15,1 1-7 16,-6 0 0-16,-5 2 11 0,-3 3-10 16,-8 7 14-16,0 2 9 15,0 3-3 1,0 1-3-16,-19 4-11 0,-1 0-3 15,-5 0 5-15,3 9-10 16,3 9 2-16,-1-1-4 16,4 3 1-16,3 2 5 15,4 0-8-15,4 1 3 16,5 1 6-16,0-3-8 16,0-3 5-16,0-2-2 0,18-2-2 15,5-3 5 1,5-4-4-16,0-1-2 0,1-3 6 15,-4-1-6-15,0-2 2 16,-9 0 0-16,4 0-1 16,-9 0 5-16,0 0-7 15,1-5-2-15,-5-5 10 16,1-4-8-16,1 0 1 16,-1 2 2-16,1-4 0 15,-3 4 3-15,1 3-7 16,2-2 3-16,0 4 4 15,-2 4-2-15,1 1-1 16,1 2 2-16,-1 0-3 16,3 0 3-16,-3 8-4 15,1 10 1-15,-3 3 5 0,0 2-4 16,-2-3 2-16,-1 0-1 16,-1-1-1-16,-2-3 5 15,0-2-6-15,4-4-2 16,-4-3 9-16,0-3-6 15,0-2 2-15,0-2-1 16,0 0 5-16,0 0-2 16,0 0-4-16,0-11 0 15,0-7 8-15,0 2-10 16,0-6 6-16,0-3-5 16,0 2 2-16,0 0 6 15,0 5-8-15,0 2-3 0,2 4 10 16,4 4-4-1,0 5-1-15,1-2-2 0,2 5 1 16,2 0 2-16,3 0-6 16,3 0 0-16,-1 0 2 15,3 0-3-15,1 0-9 16,-1 0-16-16,2 0-40 16,2 0 12-16,5-1 3 15,-1 1-53-15</inkml:trace>
  <inkml:trace contextRef="#ctx0" brushRef="#br0" timeOffset="1339">1289 356 132 0,'0'-3'36'16,"0"1"-6"-16,0 0 19 15,0 2-15-15,0 0-5 16,0 0-15-16,0 0-7 0,-3-3-1 16,-6 3 1-16,-2 0-3 15,0 0 11-15,-5 0-8 16,3 10 9-16,-4 5-8 15,2 3-1-15,5 0 5 16,1 0-13-16,7 0 0 16,2 0 6-16,0-6-4 15,0 0-1-15,2-3 1 16,15-2 0-16,2-4 9 16,4-3-10-16,-2 0 1 0,1 0 5 15,1 0-4 1,-4-7 1-16,0-5 0 0,-5-2-1 15,-5-2 9-15,-4 2-4 16,-5 1 13-16,0-2-13 16,0 3-2-16,0-3 2 15,-8 5-8-15,-6 1 1 16,-5 1 1-16,-2 2-18 16,3 4-30-16,-2 0-52 15,9 2-204-15</inkml:trace>
  <inkml:trace contextRef="#ctx0" brushRef="#br0" timeOffset="2296">1565 5 89 0,'-6'-4'122'0,"1"4"-100"15,-1 0 3-15,6 0 11 0,0 0-10 16,-3 0 8-1,3 16-15-15,0 5 8 0,0 6-2 16,0 6-9-16,-2 1 7 16,0 8-8-16,-7 4-3 15,0 0 2-15,4 2-14 16,-4-3 2-16,5-6 0 16,4-1-4-16,0-8 3 15,0-5-1-15,0-6-4 16,0-3 10-16,11-8-13 15,2-2 3-15,1-6 1 16,-1 0 0-16,1 0 2 16,0-2 0-16,0-15-2 0,1-7 6 15,3-7-4 1,4-7-3-16,1-7 5 16,1-6-3-16,-5 1 1 0,-2 2-3 15,-3 6 3-15,-9 8 5 16,-5 7-6-16,0 7 4 15,0 1 3-15,0 4 2 16,0 9-3-16,0 0 0 16,0 3-4-16,0 3 8 15,0 0-10-15,-3 0 6 16,-5 0 1-16,0 21 1 16,-1 9 3-16,1 5-5 15,3 4-2-15,-1-2 7 16,4 5-11-16,-4-1 4 0,4-4-4 15,-5-2 5-15,5-1-1 16,2-10-5-16,0 0 0 16,0-7 10-16,0-4-13 15,0-7 5-15,0 1 2 16,5-3-2-16,4-4 2 16,5 0-4-16,-4 0-1 15,7-7 8-15,2-13-6 16,-2-3 0-16,0-1 2 15,-6 1-1-15,-3 9 1 16,-2 0-1-16,-1 10 1 16,-3 1 1-16,2 3-1 15,1 0-2-15,-2 5 3 0,0 18-1 16,-3 1 1-16,0 1-2 16,0-2-2-16,3-2 7 15,2-3-6-15,1-2-3 16,5-5 3-16,3-3-2 15,-1-2 3-15,6-6-6 16,-2 0-3-16,0 0-2 16,-6-11-39-16,-7-7-26 15,3 3-22-15,-7 6-65 16</inkml:trace>
  <inkml:trace contextRef="#ctx0" brushRef="#br0" timeOffset="2569">1441 273 109 0,'-4'-3'85'16,"4"-1"-64"-16,0 4 13 15,0 0-3-15,0-2-8 16,11 2 2-16,14 0-7 16,7-2-3-16,-3-3-11 15,5 2-1-15,4 3-1 16,1-2-5-16,3-2-17 0,-2 4-82 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5:41.7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17 182 0,'0'-10'85'16,"0"5"-57"-16,0 3 5 16,0 2-1-16,0 0 1 15,2 0-27-15,4 0 30 16,0 0-18-16,-1 13-1 15,1 6 5-15,-1 6-11 16,-3 5-1-16,4 2 7 16,-3 3-8-16,0-1-7 15,0 4 2-15,2-1-5 0,-2 2 8 16,-1-1-10-16,-2-5 3 16,0-3 0-1,0 0-2-15,0-8 8 0,0 2-8 16,0-6 0-16,0-4 6 15,0-4-5-15,0-4 2 16,0-4-1-16,0 1-3 16,0-3 6-16,0 0-5 15,0 0 3-15,0 0 6 16,15 0 3-16,4-5-11 16,-2-5 2-16,4 2-1 15,-4 2 2-15,-3 3-3 0,5 0-3 16,-2-3 3-1,2 2-4-15,-2 1-10 0,-4 1-8 16,-1-1-14-16,-1-3-22 16,-4 5-62-16,5-4-84 15</inkml:trace>
  <inkml:trace contextRef="#ctx0" brushRef="#br0" timeOffset="1198">635 280 158 0,'0'-4'26'16,"0"0"-9"-1,0 0 13-15,0-1 8 0,0 0-16 16,0-2-10-16,-3 2-4 15,-12-2 13-15,2 1 6 16,-6 4 13-16,2 2-13 16,3 0-8-16,-4 0 0 15,0 0-2-15,-4 17-9 16,6 3-2-16,0 5-2 16,4 2 2-16,10 0-7 15,-2-1-1-15,4-4 4 16,0-2-3-16,0-5 1 0,0-5-2 15,18-3-3-15,4-7 10 16,-3 0-11-16,0 0-1 16,2 0 2-16,-6-4 1 15,-3-6 4-15,-3-8 1 16,0-2-1-16,0-2 8 16,-4-6-8-16,1 3 0 15,-1 1 4-15,-3 4-1 16,2 10 0-16,-4 2 1 15,0 8-3-15,0 0 4 16,0 0-6-16,0 0 1 16,0 18 5-16,0 7-2 15,0 2-2-15,0-2 0 0,0-1-2 16,0-1 1 0,0-6 0-16,5-4-2 0,7-3 2 15,-4-3-4-15,3-5 7 16,6-2-4-16,1 0-2 15,4 0 9-15,1-7-9 16,-7-13 2-16,1 1 2 16,-1-4-3-16,1-4 1 15,-2 2 2-15,-8 3-1 16,1 1 4-16,-5 12-6 16,-3 1 1-16,3 6 4 15,-3 2-4-15,0 0 1 16,0 0-1-16,0 0-2 15,0 14 9-15,0 8-8 0,0 1 0 16,0-1 5-16,0-1-6 16,3-2 5-16,2-6-2 15,6-1-2-15,-2-4 5 16,2-3-8-16,1 0 3 16,-6-5 4-16,9 0-6 15,-4 0 6-15,-1 0-1 16,2-5-2-16,2-10 7 15,-4-5-10-15,2-2 3 16,-1-3 3-16,-2 2 0 16,-5 5-4-16,2 9 2 0,-6 4-1 15,0 5 7 1,0 0-8-16,0 0 2 0,0 0 1 16,0 0 1-16,0 5 2 15,0 8 0-15,0 1-2 16,0 4 6-16,0-3-11 15,0 2 2-15,0-2 4 16,3-2-6-16,13-1 4 16,1-5-3-16,5-4 2 15,-2-1 2-15,2-2-3 16,-3 0-4-16,-2 0 9 16,2 0-5-16,-3 0 2 0,-1-5-1 15,-2-9-1 1,-2-7 9-16,1-1-5 0,-5-6-3 15,1-2 9-15,-2 0-11 16,0 6 6-16,-6 4-3 16,0 3 2-16,0 5 5 15,-6-1-8-15,-19 4 0 16,-2 4 3-16,-3-1-7 16,5 4 4-16,3 2-8 15,10-3-5-15,4 3-10 16,-3-2-69-16,11 2-135 15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5:46.80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137 53 107 0,'0'-21'25'0,"2"9"-8"15,9 6-1-15,-5 3 1 16,-1-1-5-16,1 2 2 0,0 1 9 15,0-3 3-15,-1 4-1 16,-3 0-10-16,-2 0 3 16,0 0 7-16,0 0-2 15,0 0-2-15,0 0 4 16,0 5-8-16,0 4-2 16,0 4 10-16,-4 3-16 15,-14 3 3-15,0 2-9 16,-3 0-1-16,6 2 5 15,-2 2-7-15,0-1 3 16,0 3-4-16,0 0 0 16,1 1 8-16,7 7-9 0,2 0 1 15,1 2 7-15,4 1-7 16,2-1 1-16,0 0 1 16,0 1-3-16,0 0 6 15,0-1-6-15,11-4 1 16,2 0 4-16,3-3-4 15,4-3 0-15,3-5 0 16,2 0-4-16,2 0 11 16,0-4-11-16,4-1 1 15,-4-7 2-15,-2 1-18 16,-8-6-42-16,-3-3-60 0,-11 3-72 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6:36.61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21 194 93 0,'-13'-2'25'0,"5"-1"-11"16,8 2 10-16,0-6 2 15,0 0-4-15,0 2-9 16,0-2 7-16,2 3 4 16,-2 1-2-16,0 0-3 15,0 3-2-15,0 0-1 16,0 0 8-16,0 0-2 15,0 0-3-15,0 0-8 16,0 0-3-16,0 0-1 16,0 0-4-16,0 0-2 0,0 7 10 15,0 13-7-15,3 4-2 16,0-3 0 0,0 4-2-16,2 3 3 0,-2 3 0 15,-1 1-5-15,2 6 8 16,1-3-8-16,-3-2 0 15,2-3 3-15,-2-3 0 16,4-4 0-16,-3-4-2 16,2-1 0-16,-2-6 3 15,-1-3-4-15,2 0 2 16,-2-8 1-16,-2 1-1 16,0 1 0-16,2-3-5 15,-2 0 3-15,0 0 4 16,0 0-10-16,0 0 1 0,0 0-10 15,3 0-30-15,3 0-92 16</inkml:trace>
  <inkml:trace contextRef="#ctx0" brushRef="#br0" timeOffset="886">530 221 139 0,'0'-18'4'0,"0"3"2"15,0 6 16 1,0 4-4-16,0 4-3 0,0-3-8 16,0 4 6-16,-3 0 7 15,-8-2 0-15,-2 2-3 16,-2 0-6-16,-4 0 1 16,2 0-3-16,0 0-4 15,-2 2-3-15,0 14 1 16,0-4-3-16,0 6 5 15,5-4-6-15,3 0 0 16,6 4 3-16,1-1-3 16,2 1 1-16,2 0 0 15,0-6-4-15,0 0 6 16,0-3-7-16,0-3 2 0,11-1 3 16,5-5-2-16,4 0 0 15,2 0 1-15,0-2-1 16,-1-14 0-16,-4 2-12 15,-2-5 2-15,-2-1 14 16,-2-1-3-16,1 2 1 16,-5-4 0-16,1 5 0 15,-2 4 4-15,-6 3-3 16,3 9 2-16,-3-1 1 16,0 3-5-16,0 0 4 15,0 0 3-15,0 0-1 16,0 3 3-16,0 15-11 15,0 6 8-15,0 6 1 0,-3 3-2 16,3 4 2-16,0 0-1 16,0 3-2-1,0 2 7-15,3-6-10 0,2-2 2 16,2-6 1-16,3-3-5 16,1-9 4-16,-3 1-4 15,1-6 2-15,-5-4 2 16,-4-2-6-16,0-5 0 15,0 0 0-15,0 0-7 16,0 0-40-16,0-14-112 16</inkml:trace>
  <inkml:trace contextRef="#ctx0" brushRef="#br0" timeOffset="1605">809 227 169 0,'0'-6'10'16,"0"2"6"-16,0 2 16 15,0-2 2-15,0-1-10 0,0 2-6 16,0-1-5-16,9 2 3 16,-5-1-13-16,5 1 0 15,5-2 0-15,-1 1-3 16,4-1 0-16,2 4 1 16,0 0-2-16,0 0 5 15,2 0-8-15,-6 0 4 16,-6 0 0-16,-6 0-3 15,-3 11 5-15,0 6-4 16,-12 7 3-16,-7-6 1 16,-6 2-5-16,0 0-1 0,1-3 9 15,-4 4-12 1,6-6 5-16,8-3-5 0,3-1-6 16,8-10 5-16,3-1-5 15,0 0 1-15,3 0 7 16,22 0 4-16,4 0-5 15,-5-7-2-15,-3 2 6 16,4 2 1-16,-5 3-2 16,2 0 2-16,-3 0 0 15,-2 0 1-15,0 0 4 16,-7 8-1-16,-1 5-1 16,-4 1 4-16,-5 6-1 15,0 0 1-15,0 2 3 16,0 1-4-16,-3-2-3 15,-8-5 1-15,-2 0-3 0,1-4 7 16,-3-2-9-16,0-2 8 16,1-7 5-16,3-1-5 15,1 0 0-15,1 0-4 16,-2 0 0-16,5 0 1 16,-2-1-3-16,-1-7-4 15,5-2 4-15,-5 5-12 16,4 1-59-16,-4 4-84 15</inkml:trace>
  <inkml:trace contextRef="#ctx0" brushRef="#br0" timeOffset="2057">1266 188 127 0,'0'0'7'0,"0"0"14"15,0 0 20-15,0 0-15 16,0 0-5-16,0 0 13 16,0 1 7-16,0 13-12 15,0 2-8-15,7 6 3 16,1 6-7-16,-3 4-7 16,-2 5 1-16,-1 1-6 15,2-4 1-15,-4-1-6 16,0-3-1-16,3-6 6 15,-3-3-6-15,2-5 1 16,-2-5 0-16,0 0-1 16,2-8 3-16,-2 1-9 0,0-4 1 15,0 0-3 1,0 0-30-16,0 0-100 0</inkml:trace>
  <inkml:trace contextRef="#ctx0" brushRef="#br0" timeOffset="2521">1568 10 119 0,'0'-3'60'0,"0"3"-51"16,0-7-7-16,0 7 18 15,0 0 11-15,11 0 3 16,11 0-3-16,1 3-11 16,-2 11 6-16,1 13-10 15,-4 6-1-15,-5 8-2 16,1 0-7-16,-1 4 0 15,4 0-2-15,-4-5 1 16,2 4-2-16,-5-1-4 16,-2 1 0-16,-1 2 6 15,-5-2-5-15,-2-2-1 0,0 0 2 16,0-1 1-16,0-5 0 16,0-3-2-16,-13-3-4 15,1-6 8-15,-1-4-5 16,2-2 1-16,2-8 0 15,0-3-3-15,4-2-1 16,-1-5-10-16,1 0-28 16,-3 0-83-16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6:55.1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255 140 64 0,'0'0'0'16,"10"0"2"-16,-1 0 8 16,-1 0 0-16,0 0-8 15,-5 0 9-15,3 0-1 16,-4 0 1-16,2 0-1 16,-2 0 3-16,-2 0 0 15,3 0-1-15,-3 0-3 16,2 0 6-16,-2 0 4 0,0 0-5 15,0 0 6-15,0 0-1 16,0 0-11-16,0 0 7 16,0 0-3-16,0 0 9 15,0 0-7-15,0 0-4 16,0 0 7-16,0 0-1 16,0 0 1-16,0 0-8 15,0 0-1-15,0 0 2 16,0 0-4-16,0 0-6 15,0 0 8-15,0-2-7 16,0 2 2-16,0 0 6 16,0-2-1-16,0-1-4 15,-11 3-5-15,-3-2 4 16,-4 2 3-16,-5 0-10 0,-2 0 8 16,-5 0-3-16,3 0-1 15,2 0 5-15,-1 2-9 16,5 3 3-16,6 0 7 15,2 0-8-15,5 1 3 16,2 1-1-16,-2 0-1 16,-1 5 2-16,2 1-1 15,1-1-5-15,0-1 11 16,4-3-8-16,-4 3 2 16,1-1 0-16,5 2-4 0,0 0 5 15,0 2-4 1,0-7 2-16,0 0 3 0,0-5-8 15,0 1 4-15,2 0 2 16,12-1-2-16,6 0 9 16,1-2-10-16,1 0 4 15,3 0 3-15,-2 0-5 16,-4 0 1-16,-2 0 0 16,-4 0-3-16,-2 0 7 15,-2 0-8-15,-4 0 5 16,-5 0 0-16,0 0-2 15,0 0 3-15,0 0-3 16,0 0-2-16,0 0 10 16,0 0-10-16,0 0 1 15,0 0 2-15,2 0-1 16,-2 0 1-16,4 0-3 0,-4 0 3 16,0 0 5-16,0 0-7 15,0 0-1-15,0 0 6 16,0 0-7-16,0 0 5 15,0 4-6-15,-4 0 3 16,-15 6 6-16,0 0-5 16,0 0 0-16,2-4 3 15,-2 3-2-15,6-3 1 16,-2 3-2-16,5 1-2 16,1-3 8-16,1 3-8 15,2-3 3-15,4 1 0 16,2-1 1-16,0-2-1 15,0 3-1-15,0 0-2 0,0-1 3 16,0-3-4-16,2-1 3 16,15 2 2-16,-1-2 2 15,4-2-3-15,-1 2 0 16,0 1-4-16,4-2 6 16,-2-1-4-16,2-1-2 15,-2 4 5-15,1-2-2 16,1 0 2-16,-7-2-3 15,1 3-5-15,-1-3 10 16,2 0-8-16,0 0 1 16,-4 0-4-16,-3-3-7 15,-2-6-5-15,-2 0-6 16,4-3-2-16,-4 3-6 0,3 1-32 16,-2 1-48-16</inkml:trace>
  <inkml:trace contextRef="#ctx0" brushRef="#br0" timeOffset="1578">718 329 85 0,'0'-2'41'0,"0"2"-35"16,0 0 12-16,0-4 0 16,0 2-8-16,0 2 6 15,0 0 15-15,0 0 9 16,0 0-14-16,0-1 1 15,0-2-5-15,-3 0-14 16,-2 2 9-16,-1 1-4 16,-1 0-8-16,-4 0 1 15,-7-4-3-15,2 4 4 0,0 0-6 16,-4 0 1-16,1 0 5 16,-3 0-3-16,0 5-1 15,2 10-7-15,4 3 3 16,5 2 6-16,2 0-10 15,6 0 5-15,1-1 0 16,2-2-6-16,0-4 0 16,0 0-1-16,0-9 4 15,14 2-1-15,2-6-8 16,6 0 15-16,0 0-2 16,5 0-2-16,-2-9 2 15,4-5-2-15,-4-5-4 16,-4 1 5-16,-4 6-3 0,-5-3 0 15,-8 6 5-15,-4 3 2 16,0-3 4-16,0 8-4 16,0-7 0-16,0 6 12 15,0-2-15-15,0 2 6 16,0 2 0-16,0 0 1 16,0 0 0-16,0 0-6 15,0 0 1-15,0 0 6 16,0 0-14-16,0 0 8 15,0 11 1-15,0 14 2 16,3 7 2-16,1 5-5 16,-4 7-2-16,0 4 6 15,0 0-5-15,0-6-1 16,0-3-1-16,0 3 1 0,4-6 3 16,-1-7-9-16,6 1 2 15,0-7 3-15,2-3-7 16,-4-7-1-16,2-5 4 15,2-2-4-15,-4-6 7 16,8 0-12-16,-3 0 8 16,-3 0 6-16,9-10-14 15,-3-13-5-15,6-4 7 16,-3-6 2-16,0-1 6 16,-5-4 4-16,-2-1-3 0,-5-5 6 15,-4 1 3 1,2 1-5-16,-4 1 1 0,0 4 2 15,0 1-1 1,0 6-4-16,0 4 7 0,0 4-1 16,0 7-7-16,0 8 9 15,0-1-8-15,0 6 1 16,0 2 3-16,0 0-9 16,0 0-2-16,0 0 11 15,0 0-13-15,0 0 10 16,0 20 6-16,0 7 0 15,0 0 5-15,2 0-12 16,3-1-3-16,3-3 7 16,1-9-6-16,-3-2-1 15,4-1-2-15,-1-9-3 0,2 0-1 16,3-2-3-16,-1 0 12 16,6 0 3-16,-2-15-4 15,0-8 2-15,-1-7-2 16,-5 0-4-16,4 2 8 15,-8-2-6-15,-1 7 1 16,0 5 7-16,-6 10-6 16,0 4 6-16,0 4 5 15,0 0 0-15,0 0-5 16,0 0-10-16,0 0 1 16,0 0 10-16,0 8 1 15,0 10-2-15,0 0-4 0,6 3-2 16,-1-3 10-16,-1-1-16 15,5-2 7-15,3 0 4 16,-1-5-8-16,2-3-1 16,1-2-5-16,5-2-2 15,-2-3-4-15,-1 0 7 16,2 0 7-16,-3 0 2 16,-1-14-3-16,-1 1 4 15,-1-5-3-15,-1-3 1 16,-2 4 7-16,-5-2-9 15,5 4 5-15,-6 5 3 16,0 2 1-16,-3 2 2 16,3 6-8-16,-3 0 9 0,5 0 5 15,-2 0-4-15,5 12-2 16,-2 10-1-16,-1 1 0 16,4 1 0-16,-4 0-6 15,4-5-4-15,-1-5 9 16,0-2-14-16,3-5 4 15,-2-1 0-15,2-6-26 16,3 0-11-16,1 0-21 16,8 0-67-16</inkml:trace>
  <inkml:trace contextRef="#ctx0" brushRef="#br0" timeOffset="1790">1528 89 438 0,'-29'-15'-18'0,"15"1"21"16,10 5 31-16,4 4-26 16,0 3-9-16,0-4-15 15,22-2 16-15,5 5-45 16,0-1-75-16,-2 4-1 15</inkml:trace>
  <inkml:trace contextRef="#ctx0" brushRef="#br0" timeOffset="2624">1778 533 198 0,'0'-7'19'0,"0"-5"-19"0,18-3 18 16,6-4-5-16,3-3-14 16,1-2 1-16,-1-1 6 15,-2-3-1-15,-8-2 5 16,-3 0 5-16,-9-4 0 16,1 0 4-16,-6-1-5 15,3 3 12-15,-3 0-8 16,0 2-7-16,0 0-1 15,0 0-6-15,0 7 5 16,0 3 7-16,0 7-14 16,-5 5 1-16,-1 8 10 0,3 0-11 15,-2 0 0-15,-4 0-1 16,1 0-2-16,-3 11 6 16,-1 8-9-16,5 10 9 15,1 1-2-15,3 0-1 16,3 5 6-16,0-1-6 15,0 1 0-15,0-1 6 16,0 0-9-16,0-2 3 16,0 4-1-16,11-6-1 15,6 0 1-15,2-6-1 16,4-3-4-16,1-5 3 16,-3-2-1-16,6-8-2 0,-9 0-6 15,2-6-1 1,-1 0 17-16,1 0-9 15,-2 0 0-15,4-12 7 0,-4-9-7 16,-2-3 1-16,-5-6 3 16,-6 3-5-16,1-3 5 15,-3 7 1-15,-1 7 0 16,-2 10 10-16,0 6-1 16,0 0 0-16,0 0-12 15,0 0 2-15,0 0 12 16,0 18-9-16,0 4-1 15,0 2 6-15,0-4-10 16,0-1 3-16,0 0 0 16,0-8-4-16,6 0 4 15,5-3-13-15,-1-4-4 16,1-4-1-16,1 0-51 16,5 0-60-16,-3 0-92 0</inkml:trace>
  <inkml:trace contextRef="#ctx0" brushRef="#br0" timeOffset="2842">2219 94 317 0,'-4'-5'13'16,"1"2"34"-16,3 0 2 15,0 0-35-15,0 3-10 0,0 0-7 16,0 0-3 0,0 0-13-16,0 0-65 0,-2 0-62 15</inkml:trace>
  <inkml:trace contextRef="#ctx0" brushRef="#br0" timeOffset="3328">2444 21 237 0,'0'-2'32'0,"0"2"-9"15,0 0 29-15,0 0-9 16,0 0-27-16,0 0 3 16,0 19 4-16,0 9-6 15,-6 4-6-15,3 3-3 16,1 0 2-16,2 5-5 16,0-3 4-16,0 2-10 15,0-2 2-15,0-1 1 0,0-4-4 16,0-4 5-16,0-6-8 15,0-3-1-15,2-7 2 16,1-3 1-16,0-4 0 16,-3-3 1-16,0-2 2 15,0 0 0-15,0 0 1 16,0 0-4-16,0 0 6 16,0 0-15-16,0 0-16 15,0 0-8-15,0 0 10 16,0-2 6-16,0-2 5 15,0 3 5-15,0 1 12 16,0 0-5-16,0 0-19 16,0 0-19-16,0-2-44 15</inkml:trace>
  <inkml:trace contextRef="#ctx0" brushRef="#br0" timeOffset="4288">2427 371 70 0,'0'-14'75'0,"8"4"-60"15,4-2 35-15,1 4-11 16,4-2-11-16,-2 2 3 16,3 1 10-16,0 0-12 15,0 2 0-15,2-1-9 16,-1 6-7-16,2 0 14 15,2 0-11-15,-1 0-7 16,1 11-1-16,-5 7-8 16,-2-2 2-16,-7 6-7 0,-6 4-4 15,-3-5 13 1,0 5-16-16,0-7 12 0,-17-1-2 16,-2 0-1-16,-2-9 4 15,-2 2-11-15,-2-7 1 16,-3-1 6-16,7-3-15 15,-2 0 17-15,1 0-8 16,6 0-8-16,3-15 12 16,6 1-18-16,7-2-3 15,0 5 31-15,0 2-10 16,16-4 11-16,11 5-2 16,0-1-1-16,0-1-1 15,0 6-1-15,2-4-3 16,0 0 8-16,-1 4-11 0,0-2 5 15,2 2 2-15,-5 1-4 16,-3 1 5-16,0 2-1 16,-5 0-4-16,-1 0 16 15,-1 5-9-15,-6 11 8 16,0 8-8-16,0-3-3 16,-2 0 3-16,-3 0-10 15,1 3 1-15,-5-8 3 16,0 2-6-16,0-6 3 15,0-4-8-15,0-5 7 16,0-1 18-16,-2-2-8 16,-1 0-6-16,3-5-3 15,-4-13-9-15,4-3 1 0,0-4 13 16,0-9-1-16,15 4-1 16,4 2-3-16,-2 3 4 15,0 11 6-15,-2 11-7 16,-1 0 6-16,1 3 0 15,4 0 2-15,3 0 4 16,0 0-4-16,-3 4 6 16,-2 12 0-16,-1 0-2 15,-2 2 6-15,3 5-9 16,0-4-9-16,-6 2 10 16,-4-1-12-16,-4-4-5 15,0 0 4-15,-3-2-15 0,0-4-19 16,0-2-80-1,0-3-84-15</inkml:trace>
  <inkml:trace contextRef="#ctx0" brushRef="#br0" timeOffset="4524">3190 188 347 0,'-18'-10'2'0,"16"2"17"16,2 1 35-16,0 5-41 0,0-3-13 16,6 3 1-16,12-4-26 15,5 4-47-15,-4-1-64 16</inkml:trace>
  <inkml:trace contextRef="#ctx0" brushRef="#br0" timeOffset="5736">3507 389 28 0,'0'0'209'16,"0"5"-197"-16,-9-1 11 15,-2 7 45-15,-3 4-25 16,3 0-22-16,7 2-3 16,0 0-11-16,4 4 5 15,0-5-7-15,0 0-5 16,0-2 7-16,0 2-10 15,0-4 5-15,11-2-4 16,4-5 1-16,-1-5 2 16,-1 0-15-16,3 0 12 15,-2 0 3-15,3-5-9 0,-1-10-10 16,-5-4 13 0,1-7 4-16,1 2 1 0,-4-6-3 15,-1 0 0-15,-6 3 8 16,-2 9-3-16,0 10 7 15,0 7 3-15,0 1-10 16,0 0 0-16,-5 0-2 16,-6 9 0-16,2 13 11 15,2 4-4-15,4 1 0 16,3-3 3-16,0-2-4 16,0 1 0-16,0-5-4 15,0-3-2-15,0-5 0 0,10-5-9 16,13-5 4-16,-1 0 6 15,3 0-7-15,2 0 3 16,-2-13 1-16,-1-4-3 16,-3-4 5-16,0 0-4 15,-4-4-3-15,5 2-1 16,-2 5 5-16,-7 6 3 16,1 7 4-16,-3 3-3 15,-3 2 14-15,1 0-8 16,2 0-1-16,0 7 2 15,0 11-1-15,-4 3 3 16,0 5-10-16,-3-1 3 16,0 0 1-16,-1-3-6 15,-1-7 3-15,1-2-3 16,-3-3-1-16,0-10 1 16,3 5-1-16,-3-5 1 0,0 0 6 15,3 0-4-15,-3 0 1 16,3-3-7-16,1-15 1 15,5-4-6-15,2-6-1 16,5 2-2-16,4 0 14 16,0 8-7-16,-4 6 7 15,3 8 1-15,1 4 3 16,-5 0 5-16,3 0-4 16,-2 0-1-16,1 4-1 15,-3 15 0-15,2-2-1 0,-4 3 3 16,-4 2 0-16,-3-2 6 15,-3 0-9-15,-2-3-1 16,0 1 6-16,0-4-9 16,0-1 3-16,0-7-2 15,0 0 0-15,0-5-1 16,0-1 0-16,0 0-2 16,0 0 9-16,0-4-15 15,15-15 8-15,2-7-2 16,5-2-11-16,-1-6-3 15,1 10-18-15,1 4 17 16,-7 10 26-16,-5 10-8 16,0 0 10-16,0 0 7 15,0 0-7-15,1 5 2 16,-1 7-6-16,2 1 2 16,1-1 4-16,-1 0-9 0,-1-1 4 15,2-2-4-15,-1-3 3 16,5-4 4-16,-3-2-8 15,10 0-2-15,3 0 5 16,8 0-4-16,2-10-4 16,4-9 0-16,-6-10-6 15,-4 3 4-15,-3-8-40 16,-10 3-54-16,-10 4-172 16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08.52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129 259 126 0,'0'0'14'0,"0"-2"-14"16,0-1 12-1,0 3-1-15,6 0-11 0,-1 0 2 16,1 0 5-16,0 0-1 16,-4 0 7-16,2 0-1 15,-4 0 0-15,0 0 13 16,0 0-3-16,0 0 4 16,0 0-6-16,0 0-5 15,0 0 4-15,0 0 2 16,0 0-5-16,0 0 10 15,0 0-5-15,0 0-4 0,0-3-8 16,0 0-7-16,0-2 1 16,0 3-1-16,-4 0-2 15,-1-1 8-15,-1 3-6 16,-4 0 8-16,-1 0-6 16,-4 0-8-16,-1 0 11 15,-1 0-9-15,0 0-2 16,1 7 9-16,5 7-7 15,-2 2 2-15,4 5 0 16,4-4-2-16,5 1 6 0,0-3-8 16,0 0 4-1,0-4-1-15,0-1-1 16,14-4 2-16,1-3-1 0,8-3 2 16,4 0 6-16,1 0-8 15,2 0-2-15,1 0 6 16,-9-11-6-16,-3 0 1 15,-7-3 0-15,-1-1 1 16,-3 3 3-16,-3 0-4 16,-5-1 1-16,0 0 4 15,0 3-3-15,0 1 0 16,0 6 1-16,0 1-1 16,0 2 4-16,0 0-3 15,0 0-4-15,0 0 8 16,0 0-8-16,9 0 4 0,2 7 6 15,3 10-3 1,-3 3 1-16,3 3-7 0,-1 2 5 16,1-3 0-16,2 0-4 15,-1-6 0-15,-1-4-1 16,-1-3-3-16,-1-3 2 16,1-6-6-16,1 0 0 15,-1 0 5-15,4 0 2 16,2 0 1-16,-2-20-2 15,-4-3-2-15,2-7 10 16,-4 6-12-16,3-4 5 16,-3 9 5-16,-1 4-3 15,-2 2 0-15,-1 8 0 16,-5 3-1-16,0 2 7 0,4 0-10 16,0 0 3-16,3 0 6 15,-2 0-3-15,1 9 0 16,-2 5-1-16,3 2 1 15,-3-1 8-15,1-2-7 16,-1 0-2-16,-1-4 0 16,-2-1-3-16,3-1-1 15,-1-5-2-15,1 2-4 16,-1-4 8-16,6 0-9 16,0 0 11-16,0 0 2 15,0 0-3-15,3-7 1 16,-3-9-1-16,6 2-2 15,-4-5 8-15,4 2-10 0,0 3 4 16,-1 4 0-16,-5 4 0 16,-2 6 2-16,-5 0-4 15,2 0 9-15,0 0 4 16,0 16-3-16,-1-2-3 16,1 2-1-16,1-2-4 15,-1-1 3-15,0-6-2 16,0 1-8-16,-3-6 12 15,-1 0-13-15,0-2 5 16,2 0 0-16,3 0-10 16,5 0-3-16,-1 0-2 15,8 0-66-15,2-7-70 0</inkml:trace>
  <inkml:trace contextRef="#ctx0" brushRef="#br0" timeOffset="712">1339 247 172 0,'0'-6'20'15,"0"1"2"-15,0 3 25 16,0-3-11-16,0 0-14 0,0 0 5 15,0 1 7-15,0 0 9 16,-8 2-18-16,-3-1-10 16,-6 3-15-16,-5 0 12 15,0 0-11-15,-2 0 2 16,-1 0-2-16,-1 18-2 16,7 1 3-16,-1 7 0 15,6 1-4-15,3-2 5 16,6 0-6-16,5-4 3 15,0-5-4-15,0-1-4 16,0-6 2-16,0 0-9 16,12-6-2-16,3-2 5 0,3-1-3 15,3 0 11 1,1 0-7-16,3-10 1 0,0-7 7 16,-3-6-5-16,-2-1 4 15,-4-4 9-15,-5-2-4 16,-2-1 7-16,-4-5 1 15,-2 0 6-15,0 0 8 16,-3 6-11-16,0 3-4 16,0 3 2-16,0 2-9 15,0 4 5-15,0 4-3 16,3 0 1-16,-3 10 3 16,0 1-5-16,0 0 3 15,0 3 3-15,0 0-3 16,0 0 1-16,0 0-1 0,0 0-4 15,0 0-1 1,0 0-1-16,0 20 10 0,0 8 3 16,0 10-6-16,0-4 0 15,0 2-2-15,0-1 0 16,4-1-1-16,8-6-5 16,-1 0-1-16,2 0 6 15,4-4-4-15,-2-1-4 16,-4-6 1-16,-1-2-7 15,1-4-5-15,-3-2-29 16,4-1-119-16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10.27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4 122 173 0,'0'0'29'0,"0"-10"-13"16,0 5 42-16,-2 3-1 15,2 2-19-15,0 0-10 16,0 0-16-16,0 0-2 15,0 0-1-15,0 0-3 16,21 0-1-16,9-4-1 16,4 4-2-16,2 0 5 15,2-2-9-15,1 2-1 16,-1 0 6-16,1-2-5 16,-3-1-4-16,-8 3 5 15,-10-2-10-15,3 2 13 16,-10-3-6-16,-7 3 5 0,3 0 8 15,-7-2-3-15,0 2 6 16,0 0 5-16,0 0-15 16,0 0 4-16,0 0-5 15,0 0-9-15,0 0 16 16,0 7-6-16,-7 11 7 16,-3 1-7-16,-7 1 2 15,0 3 2-15,-2 2-6 16,-3 5-2-16,2-1 5 15,-1 3-3-15,-3-2 1 16,1 0-6-16,1-3 8 16,-1-3 0-16,7-5-5 15,5-8-2-15,6-3 4 0,5-5-5 16,-4 0 3 0,4-3-2-16,0 0 0 15,0 0 5-15,0 0-7 0,0 0 5 16,0 0 2-16,0 0 2 15,0 0-2-15,0 0 0 16,0-3-5-16,0 3 9 16,4 0-5-16,1 0-3 15,0 0 5-15,4 0-1 16,2 0 1-16,5 0-1 16,4 0-2-16,0 0 5 15,1 0-7-15,1 0 3 0,3 0 2 16,-3 0-4-16,6 0 4 15,-6 0-5-15,2 0 2 16,-1 0-1-16,-4 0-20 16,-2-3-34-16,-1 3-73 15,2 0-60-15</inkml:trace>
  <inkml:trace contextRef="#ctx0" brushRef="#br0" timeOffset="981">644 320 215 0,'-5'6'41'15,"2"-6"-42"-15,3 2 24 16,0-2-3-16,0 3 4 16,0-2-4-16,3-1-3 15,11 0 11-15,5 0-16 16,2 0-8-16,2 0 5 16,-3 0-9-16,-7-4 1 15,-1-6 5-15,-4 0-4 16,-1 0-1-16,-4-5-6 0,0 4 4 15,-3-1 7-15,0 5-10 16,0 0 3-16,0 2 10 16,-10 2-4-16,-4 3-1 15,-4 0-5-15,0 0 2 16,4 0 2-16,-3 4-3 16,3 7 3-16,5 4-1 15,2 3-2-15,5 4 3 16,2 2-2-16,0-1-2 15,0 2 3-15,0-4-4 16,0 0 1-16,0-1 1 16,0-2-7-16,16-9 4 15,0-1-10-15,9-3-4 16,3-5 9-16,2 0 0 0,6 0-3 16,0-13 8-16,-3-6-9 15,-8-3 8 1,-3-5-11-16,-5 3 13 0,-6 0 2 15,0 2-2-15,-8 4 6 16,-1 3-1-16,0 7-1 16,-2 4 3-16,4 4-6 15,-1 0 0-15,1 0 8 16,8 0-9-16,-1 0 20 16,0 0-6-16,5 7-2 15,-5 5 9-15,0 3-8 0,-2 3-4 16,3-1-2-16,-5 3-1 15,1-3 2-15,1 1-6 16,-6 0-2-16,-1-7 5 16,1 2-6-16,-3-5 3 15,0-7 3-15,0-1-5 16,0 0 3-16,0 0-1 16,0 0-1-16,0 0 5 15,0 0-7-15,0 0-2 16,0-9-2-16,0-12-1 15,0-3-4-15,0 0 2 16,0-4-1-16,0 5 7 16,0 6 8-16,0 4-4 15,0 4 8-15,4 2-3 16,-2 1-2-16,7 4-4 0,4 2 1 16,1 0 7-16,5 0-7 15,0 0-5-15,1 0 8 16,5 0-8-16,0 0 1 15,-4 0-3-15,4 0-6 16,-6 0-3-16,1 0-29 16,-4 0-57-16</inkml:trace>
  <inkml:trace contextRef="#ctx0" brushRef="#br0" timeOffset="1580">1547 248 132 0,'-14'0'26'0,"7"0"-25"16,-2 0 30-16,6 0-3 15,-5 5-6-15,1-2 15 16,-2 1 5-16,-6 2-6 0,-1-1 6 16,-3-1-17-16,-1 7-4 15,0-1-12-15,2-1-5 16,4 9-1-16,1-1-2 15,1 1 4-15,3 1-5 16,3-1 4-16,6-1 2 16,0 1-4-16,0-1 7 15,0-4-5-15,0-4-2 16,20-1 3-16,2-3-5 16,6-2 6-16,3-3-7 15,-1 0 0-15,-3 0-1 16,-7 0 0-16,-6-13 2 0,-3 1 6 15,-3-6-6-15,-3-2-1 16,-5-2 3-16,0-1 1 16,0-1-2-16,0-1-5 15,-9 2 1-15,-4 4 6 16,-1 4-5-16,3 4 3 16,-2 2-5-16,7 6 1 15,3 1 4-15,0 2-3 16,3 0-10-16,-2 0-4 15,-1 0-26-15,3 0-91 16</inkml:trace>
  <inkml:trace contextRef="#ctx0" brushRef="#br0" timeOffset="2891">1646 332 60 0,'-5'0'143'16,"5"0"-136"-16,0 0 27 15,0 0 3-15,14 0-2 16,1 0-14-16,0 0-8 15,-3-4 16-15,-3-6-14 16,6-3-1-16,-1-2-2 16,-3-3-11-16,0-1 7 15,-1-4-8-15,-1-1 1 16,2-6-4-16,-2 0-1 0,-4-4 8 16,1 4-5-16,-6 0 4 15,0 8 5-15,0 7 3 16,0 5 3-16,0 7-12 15,-4 1 4-15,-3 2-7 16,-2 0-2-16,-2 0 1 16,2 0 8-16,2 20-6 15,1 1 6-15,6 5-2 16,0 4-1-16,0 2 3 16,0 6 0-16,0-1-4 15,0 0 1-15,0-3-1 0,11-1-2 16,2-3 2-16,5 0-3 15,-2-6 2-15,0-1-6 16,2-3 3-16,0-5 4 16,2-4-8-16,-1 0-1 15,-4-9-2-15,-2 1 1 16,1-3-2-16,-3 0 5 16,0 0 4-16,3-16 2 15,-1-6-2-15,-1-5 0 16,1-5-2-16,1-5-6 15,2-4-2-15,1-3-1 16,-1-2-5-16,-5 6 11 16,-2 5 4-16,-6 5 9 15,-3 5-4-15,0 8 7 16,0 1-1-16,0 7-4 0,-3 4 3 16,-6 0-1-16,1 5-5 15,3 0-2-15,-1-3 9 16,6 3-8-16,0 0 8 15,0 0-6-15,0 0 1 16,0 0 8-16,0 14-6 16,0 12 6-16,0 4-7 15,0 2-6-15,0 0 8 16,0 3-8-16,0-1 0 16,0 0 7-16,0-2-7 0,0-2 2 15,4-6-1-15,7-3 0 16,0 0 8-16,-1-8-9 15,1-3-3-15,0-5 5 16,-2 0-4-16,0-5-1 16,-7 0 0-16,0 0 0 15,-2 0 6-15,7 0-2 16,3 0 0-16,1-10 0 16,6-10-1-16,-1-7 0 15,0 4-1-15,-1-2-7 16,-1 7 9-16,-9 12 0 15,-3 3 0-15,-2 3 6 16,4 0-3-16,-2 0-2 16,4 0 2-16,0 15 5 15,-4 3-3-15,3 1 0 0,1 1-4 16,-3-2 3-16,5-3-4 16,-2-1 0-16,5-1-2 15,-1-3 1 1,5 0 5-16,-2-3-8 0,1-4 4 15,3-1-2-15,2-2 0 16,5 0 1-16,5 0-3 16,-2 0-3-16,-2-12 3 15,0-5-22-15,-5-4-13 16,-7-1-38-16,1 2-42 16</inkml:trace>
  <inkml:trace contextRef="#ctx0" brushRef="#br0" timeOffset="3341">1828 186 210 0,'0'3'13'15,"0"-1"6"-15,0-2 16 0,9 3 26 16,13-1-6-16,8-2-18 16,3 0-9-16,6 0-5 15,3 0-4-15,-1 0-8 16,-3 0-1-16,1 0-10 16,-3 0 2-16,-5 0 0 0,-1 0-6 15,-2 0 1-15,-7 0 0 16,-1 0-2-16,-6 0 2 15,-6 0-20-15,-2-2-23 16,0-3-90-16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15.83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 92 127 0,'-6'-9'16'0,"1"-4"-14"16,-1 5 18-16,3 0-8 15,1 5 5-15,2-1 0 16,0 2-1-16,0 0 8 15,0-1 0-15,0 3-1 16,0-2 6-16,0 2 3 16,0-3-10-16,0 3 5 15,0 0-6-15,0-3-4 16,0 3-1-16,0-2-5 16,0 0 4-16,0-2-6 0,0-3-1 15,0 1-3-15,0 0-2 16,0 1 6-16,0 5-5 15,0 0 3-15,0 0 0 16,0 0-5-16,0 0 1 16,0 0-7-16,0 0 3 15,0 15 14-15,11 13-7 16,3 6 1-16,-1 2-4 16,-1 1 2-16,1 0 0 15,-2-3-1-15,-2-1-10 16,2-2 9-16,-4-2 0 0,0-2-7 15,-5-6 1 1,-2 0 1-16,0-9 4 0,3-2 1 16,-3-4-8-1,0-3 9-15,0 3-4 0,0-4 0 16,0-2 0-16,2 3-4 16,2 3 8-16,-1-4-7 15,-1 0 3-15,0 0 3 16,2-2-3-16,-4 4-3 15,0-4 7-15,0 0-7 16,0 0 2-16,3 0 0 16,1 0-2-16,3 0 9 15,-5 0-9-15,3 0 3 16,2 0 1-16,-3 0-4 16,3 0 4-16,-3 2-3 0,5-2 1 15,-4 1 1-15,4 3-1 16,-4-4 1-16,6 0 0 15,0 2-4-15,-2-2 9 16,0 2-7-16,-7 1 1 16,0-3 0-16,1 0-1 15,6 0-1-15,2 0 1 16,0 0 0-16,8 0 1 16,-2 0-13-16,-1-3-13 15,-3 1-28-15,-1 2-93 0,1 0-142 16</inkml:trace>
  <inkml:trace contextRef="#ctx0" brushRef="#br0" timeOffset="1373">740 289 71 0,'-24'-4'94'0,"6"4"-82"15,7-1 6-15,0 1 11 16,3 0-13-16,-1 0-3 16,7-3 4-16,0 3 16 15,-2 0 11-15,-1-3-8 16,-3 2-20-16,-6 1 10 0,-2-4-22 15,-4 4-4-15,-2 0 5 16,3 0-2-16,-1 4-2 16,4 4 0-16,2 6-4 15,3 1 8-15,0 4-6 16,2 1 1-16,4 4-1 16,3 0 2-16,2-3 2 15,0-2-6-15,0-2 0 16,0-8 3-16,10-2-2 15,9-1-4-15,4-4 2 16,-1-2 1-16,5 0 4 16,1 0-8-16,-3-9 3 15,2-6 9-15,-5-2-11 16,-2-4 5-16,-7 2 2 16,-1-5 1-16,-7 3 4 0,-1 3 0 15,-4 6-4-15,0 3 19 16,0 7-7-16,0 2-3 15,0 0-4-15,0 0 0 16,0 0-7-16,0 0-1 16,0 0 2-16,0 14 7 15,0 4-10-15,0 0 6 16,0 0-3-16,0 0-2 16,0-6 5-16,0 3-6 15,9-8-1-15,6 1 4 16,-1-3-9-16,2-5 2 15,0 0 8-15,7 0-7 0,1 0 0 16,-1-4-6 0,2-12 1-16,-1-1 6 0,-4-3 0 15,-4-6 3-15,-4 5 2 16,-10-6 6-16,0 6 10 16,-2 9-2-16,0 1-9 15,0 11 8-15,0 0-7 16,0 0-11-16,0 0 0 15,0 8 10-15,0 10 0 16,0 4-5-16,0-2-2 16,0 4 8-16,0-3-8 15,4-6 2-15,10-2-3 16,2-2 1-16,9-5-3 0,5-2-2 16,6-4 4-1,3 0 5-15,-6 0-5 0,3-4 1 16,-8-9 0-16,-3-2-2 15,-3 0 8-15,-6-2-5 16,-5-1 0-16,-3-2 8 16,0 1-8-16,-5 4 4 15,-3 0-2-15,0 4-3 16,0 10 5-16,0 1-2 16,0 0-5-16,0 0 7 15,0 0-9-15,0 0 3 16,-3 1 5-16,-5 19-4 15,3 2 3-15,2-2-2 0,3 3-2 16,0-7 3-16,0-2-4 16,8-4-3-16,9-3 4 15,2-1-8-15,0-6 13 16,4 0-6-16,-4 0 2 16,3 0 6-16,-2 0-3 15,-5 0 1-15,2-10 2 16,-6-3-2-16,0-1 10 15,-2-4-10-15,-4 0 3 16,-5-5 4-16,4-1-5 16,-4 2-2-16,0-2 1 15,0 3 0-15,0 7 2 16,-9 3-5-16,-13 4-1 16,-6 2-2-16,1 0-3 0,2 3-10 15,1-2-15-15,9 2-71 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19.74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25 165 0,'3'7'8'0,"-1"-2"-6"15,12-5 19 1,6 0-5-16,-4 0 19 0,1 2-14 16,2-2-5-16,8 0 5 15,-2 0-8-15,1 0 11 16,-5 0-2-16,4 0 0 16,3 0-3-16,8 0-5 15,3 0-6-15,5 0-6 16,9 0-2-16,1-2 9 15,4 0-10-15,6-1 4 0,3 0 4 16,1 1-5-16,4-2-2 16,-3-3 6-1,3 5-6-15,-1-1 7 0,-7-1-7 16,-2 2-2-16,-8-1 9 16,-5 3-7-16,-2 0 2 15,1 0-3-15,-3 0 0 16,4 0 7-16,1 0-10 15,4 0 2-15,4 3 3 16,3-3-3-16,3 0 4 16,2 0-4-16,3 0 2 15,0 0 7-15,-6 0-11 16,0 0 3-16,-2 0 7 0,0 0-6 16,-3 0-1-1,-3 0-4-15,-4-3 4 0,1 3 4 16,3-3-4-16,0 3-1 15,4 0 5-15,-8 0-5 16,4 0 2-16,1 0 0 16,-2 0-3-16,0 0 11 15,3 0-13-15,4 0 2 16,0 0 7-16,3 0-6 16,-3 0 4-16,2 0-4 15,-2 0 2-15,0 0 2 16,2 0-2-16,-3 0-3 0,1 0 6 15,-2 0-4-15,-2 0 3 16,1 0 1-16,1 3-6 16,-2 0 8-16,1-1-7 15,-2 4 2-15,2-3-3 16,3 4 1-16,0-5 4 16,-1 0-2-16,-3 0-3 15,4 1 9-15,0-3-9 16,-3 0 2-16,-2 3 5 15,-1-1-8-15,3 4 5 16,-4-3 2-16,2 2-9 16,-4-1 9-16,-2 0-4 15,-1-1-1-15,1 0 3 16,0-1 1-16,3 0-2 16,4-2-1-16,4 0-2 0,0 0 5 15,3 0-3-15,-1 0 1 16,1 0 0-16,-3 0 0 15,-4 0-1-15,-2 4 2 16,1-4-3-16,-6 1 4 16,2 5-3-16,0-1 1 15,-8-1 0-15,4-1 0 16,-5 1 1-16,1-4-2 16,1 3-1-16,3-3 5 15,3 0-4-15,2 0 1 16,2 0 0-16,2 0-1 15,2 0 3-15,-1 0-4 0,-4 0 0 16,7 0 5-16,-5 0-4 16,-4 0 1-16,-2 0 0 15,-3 0 0-15,0 0-1 16,0 0 0-16,5 0-2 16,-2 0 7-16,6 0-8 15,-4 0 4-15,2 0 0 16,0 0 2-16,0 0-2 15,3 0-2-15,-6 0 0 16,1 0 8-16,-2 0-7 16,-3 0 1-16,-4 0 0 15,-3 0 1-15,-2 0 0 16,1 0-1-16,3 0-1 0,0 0 5 16,0 0-6-1,-2 0 2-15,1 0 0 0,1 0 0 16,-6 0 1-16,0 0-2 15,-6 0-1-15,1 0 5 16,-6 0-4-16,-4 0 0 16,-1 0 3-16,-4 0-2 15,-1 0-1-15,-8 0 2 16,2 0-4-16,-4 0 5 16,-5 0-3-16,4 0-2 15,-2 0 5-15,-2 2-2 16,3-2 1-16,-3 0-4 0,2 0-2 15,0 0 1-15,2 0-64 16,4 0-256-16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21.38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74 157 0,'0'3'22'16,"0"-3"-17"-16,0 0 20 16,0 0-5-16,0 0 0 15,0 3 1-15,2-1 12 16,7 0-1-16,-1 0 4 16,3-2-10-16,6 0 6 0,2 0-4 15,3 0-11 1,6 0-6-16,2 0-6 0,6 0 1 15,3 0 0-15,6 0-6 16,0 0 0-16,9 0 3 16,-2 0-3-16,2 0 0 15,8-6 2-15,4 0-4 16,3 1 6-16,3-2-8 16,2 2 2-16,2-2 4 15,-6 1-5-15,2 3 1 16,-2 0 0-16,-5-1-5 15,0 4 6-15,-5-2-5 0,1 2 7 16,-4 0-2-16,4-3 1 16,-3 1 1-16,-5-2-2 15,0 1 0-15,-7 0 3 16,1-1-1-16,3 4-4 16,-1-4 6-16,4-1-3 15,4 3 2-15,4 2-4 16,4-1 2-16,3 1 2 15,-1 0-2-15,1 0-1 16,2 0 3-16,-1 0-3 16,6 0 1-16,-3 0 0 15,0 0-3-15,-4 0 4 16,-7 0-1-16,-1 0 0 0,-2 0 0 16,6 0 0-1,-3 0 1-15,-1 0-1 0,3 0-1 16,-2 0 5-16,0 0-5 15,3 0 1-15,0 0 0 16,-3 0-2-16,2 0 3 16,-6 0-1-16,4 0-1 15,-6 0 2-15,-5 0-3 16,0 0-3-16,-6 0 8 16,-6 0-7-16,-2 0 4 15,-6 0-1-15,-5 0 0 16,-2 0 3-16,-1 0-3 0,1 0 1 15,4 0 5 1,0 0-6-16,-3 0 5 0,5 0-3 16,-8 0-2-16,-3 0 6 15,-5 0-1-15,-4 0-3 16,-4 0 1-16,-3 0-2 16,-2 0 4-16,3 0 1 15,-3 0-4-15,0 0 4 16,4 0-4-16,-4 0-3 15,0 0-1-15,0 0-3 16,0 0-2-16,0 0-34 16,4 0-125-16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35.70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308 94 57 0,'0'0'79'15,"-9"-5"-83"-15,4 3 5 0,5-1 11 16,0 3-7-16,0 0-3 15,0 0-1-15,0 0-1 16,0 0 5-16,0 0-3 16,0 0 3-16,0 0 3 15,0 0-2-15,0 0 3 16,0 0 1-16,0 0 0 16,0 0 6-16,0 0 2 15,0 0 7-15,0 0-1 16,0 0 4-16,0 0-5 15,0 0-4-15,0 0-4 16,0 0-3-16,0 0-1 16,0 0-7-16,0 0 3 15,0 0-4-15,0 0 2 16,0 0 0-16,0 0-2 0,0 0 14 16,0 0-11-16,0 0 3 15,0 0 2-15,0 0-6 16,0 0-5-16,0 0 0 15,0 0-1-15,-5 0 8 16,-3 0-6-16,5 0 1 16,-6 0-2-16,-2 0 1 15,-2 0 0-15,-4 0 0 16,0 0-6-16,1 0 11 16,5 0-7-16,6 0 3 0,-4 0 1 15,3 0-4 1,-2 0-1-16,0 0 5 15,-3 0-6-15,-1 5 8 0,1-2-7 16,4-1 2-16,-2 3 0 16,0 0-1-16,2 1 3 15,-1 0-5-15,-1 2 0 16,1-1 7-16,2 0-7 16,-3 1 3-16,2 0 0 15,-5 2-2-15,4-3 2 16,3 3-4-16,-1-2 2 15,6-6 6-15,-2 1-11 16,2 0 5-16,0-3 1 16,0 1-3-16,0 2 5 15,0 2 2-15,0 0-6 0,0 0 9 16,2 0-12-16,9 2 13 16,6 0-6-1,0 1 2-15,-1 0-4 0,1-1 4 16,-1 0-5-16,4-2 7 15,-7 0-8-15,-1 0 5 16,-3 2 0-16,3-6-2 16,-1 2 0-16,2-3 2 15,5 0-3-15,-4 2 6 16,-3-2-9-16,3 2 7 16,-1 2-2-16,-2-3-2 15,5 7 6-15,-5-1-7 16,-2 1 0-16,3 1 7 0,-10 1-6 15,0-2 1-15,-2 1 1 16,0-4-3-16,0 3 4 16,0 2-5-16,0 0 4 15,-7 0 2-15,-11 0-2 16,0 0-1-16,0-3 2 16,0-2-3-16,-4-2 4 15,2-3-3-15,4 0 1 16,-1 0 9-16,6 0-7 15,-6-5 2-15,1-5 0 16,5 3-7-16,6-1 7 16,-1 5-3-16,6 1-2 15,0-1 5-15,0 3-8 16,0-1 2-16,0 1-5 0,0-4-2 16,0 4-1-1,0 0-12-15,0 0-48 0,0 0-71 16</inkml:trace>
  <inkml:trace contextRef="#ctx0" brushRef="#br0" timeOffset="1535">515 246 118 0,'-14'0'37'0,"6"0"-30"16,3 0 21-16,2 0 9 16,0 0-14-16,0 0-4 15,3 0 29-15,0 7-23 16,0 3 3-16,0 2-9 16,0 6 0-16,0 2-1 15,0 2-8-15,0-2-3 0,0 0-3 16,0-3-4-16,0-5 9 15,11 1-11-15,2-2 2 16,-1-7-1-16,-3-2-3 16,2 1 5-16,2-3 4 15,3 0-10-15,2 0 11 16,-2 0-13-16,0 0 1 16,2-13 7-16,-9 4-5 15,6-4-1-15,-3 0 5 16,-5-4-1-16,-1 0 6 15,-4 2-8-15,1-2 2 16,-3-1 9-16,0 6-6 16,0-1 3-16,0 6-3 15,0-1-5-15,0 6 10 0,0-3-10 16,0 4 3 0,0-3 6-16,0 2-2 0,0 2 0 15,0-3 4-15,0 3-7 16,0-2 11-16,0 2-9 15,0 0 2-15,0 0-1 16,0 0-1-16,0 0 1 16,0 0-4-16,0 0-3 15,0 0 10-15,0 7-9 16,0 9 4-16,0 2 4 16,3 0-6-16,3 2 0 15,-4 3 1-15,3-3-4 16,-1 2 11-16,-2 3-10 0,3 0-2 15,1-1 9 1,0 3-7-16,2 3 0 0,3 0 2 16,-2 0-1-16,1-2 4 15,1 4-5-15,-2-2 1 16,-1-1 1-16,-2 1-1 16,-4-5-1-16,2-3 0 15,-2-4-2-15,-2-3 7 16,0-3-9-16,0-4 8 15,0-6-7-15,0 1 3 16,0-3 1-16,0 0 2 16,0 0 1-16,-8 0 6 15,-11-3-10-15,2-15 1 16,-2-4 1-16,2 0-5 16,3-3 8-16,3 2-3 0,6 4-5 15,2 3 7-15,3 2-4 16,0 0 5-16,0 2-3 15,0-6 1-15,19-2 3 16,3-5-10-16,3-2 3 16,2 0 4-16,-4 1-6 15,-1 4-3-15,-4-1 5 16,3-2-2-16,-2 3 6 16,-2 2-5-16,2 3-5 15,-2 2 11-15,-2 0-4 0,5 0 2 16,-1 5 1-1,-2 0-1-15,-1 2 6 16,-2 6-11-16,-3 2 1 0,3 0 13 16,-1 0-9-16,5 5-6 15,-2 13 14-15,4-1-9 16,-6-2 6-16,-3 0-4 16,-7 0-2-16,-4 2 6 15,0-2-4-15,0 0 2 16,-15 0-2-16,-8-3 1 15,1 1 1-15,-1-6-7 16,2-2 4-16,-1-5 5 16,0 0-6-16,5 0-1 15,4 0 4-15,7-2-6 16,3-6 9-16,3 1-3 0,0 4-4 16,0 0 7-16,0 3-5 15,0 0-1-15,0 0 2 16,11 0-3-16,3 0 0 15,0 0-21-15,-3 0-39 16,0 0-94-16</inkml:trace>
  <inkml:trace contextRef="#ctx0" brushRef="#br0" timeOffset="2097">1321 9 151 0,'-14'-5'37'0,"9"3"-24"16,1 0 23-16,4 2 17 15,0 0-16 1,-2 0-5-16,2 0-7 0,0 0 8 15,0 4-10-15,0 17-1 16,0 4-4-16,0 5-5 16,0 4-7-16,0 3 3 15,0 1-7-15,0 1-1 16,0 2 4-16,0-5-5 16,0 1 2-16,0-2 1 15,2-5-6-15,5-3 7 16,-5-2-6-16,1-2-1 15,-3-4 2-15,0-2-2 0,0-4 2 16,0-3 0-16,0-5-3 16,0-2 6-16,0-3-7 15,0 0-4-15,0 0-21 16,0 0-44-16,3-13-43 16,3-4-30-16</inkml:trace>
  <inkml:trace contextRef="#ctx0" brushRef="#br0" timeOffset="2459">1247 355 198 0,'-3'-2'49'16,"0"-3"-16"-16,3 5 64 15,0-3-58-15,0 3-24 16,0-3-2-16,0 1-10 0,15-3-2 15,6 0 0-15,4 4-5 16,0-5 4-16,0 3-11 16,2-2-2-16,0 0-11 15,1-3-21-15,3 1-52 16,-6-1-57-16</inkml:trace>
  <inkml:trace contextRef="#ctx0" brushRef="#br0" timeOffset="3946">1465 422 165 0,'-6'0'47'16,"6"0"-48"-16,0 0 24 15,0 0 4-15,4 0-19 0,9 2 0 16,6-2-7-1,-2 0 3-15,-1 0 5 0,0 0-13 16,-1 0 5-16,-1-9 1 16,-3 1-7-16,-6-1 5 15,0 0-3-15,-1-3 2 16,-2-1 4-16,-2 2-3 16,0-4-6-16,0 0 6 15,0 0 0-15,0 2 2 16,0 5-6-16,0-1 5 15,0 6 5-15,0 3 14 16,0 0 5-16,-8 0 6 0,-4 0-19 16,-1 0-7-1,-4 3 3-15,2 14-5 16,0 3 10-16,1 0-13 0,3-2 7 16,6-1-2-16,-1 2-7 15,3-6 5-15,3 2 0 16,0 0-8-16,0-3 12 15,0 2-6-15,6-5-7 16,6 1 12-16,3-3-14 16,2 0 8-16,2-4-4 15,4 0-9-15,-4 0 4 16,-2-3 0-16,-6 0-2 16,-1 0-2-16,1 0 10 15,0 0 6-15,1 0-7 16,-1-12-3-16,2-2-6 0,1-2-9 15,-3-2 3-15,0-2 8 16,1-1 4-16,-2 2 2 16,1 1 1-16,-3 6 5 15,-1 4 6-15,-5 4-4 16,0 1 8-16,2 3-16 16,-2 0 11-16,3 0-8 15,1 0 8-15,0 0 5 16,0 0 11-16,1 3-4 15,2 7 3-15,-4 2-9 0,1 3-4 16,-1 2 5 0,-1 1-4-16,-2 1-6 15,-2-4 5-15,0 2 0 0,0-1-2 16,0-2 2-16,0-4-7 16,0 1 4-1,0-5-7-15,0-3 3 0,0-3 1 16,0 0-6-16,0 0 4 15,0 0 3-15,0 0 0 16,0 0-5-16,0-15 4 16,5-3-2-16,4-9 1 15,5 0-4-15,1 3 2 16,0 4-2-16,-1 2 1 16,-3 6 3-16,-3 5-2 15,-2 2 2-15,-1 5 2 0,1 0-5 16,1 0 2-16,5 0 3 15,-1 0-5-15,0 0 9 16,3 12-4-16,-3 3 2 16,-2 0 0-16,-2-1 2 15,2 2-2-15,-3-2 5 16,-1 2-12-16,0 1 7 16,1-5-7-16,-4 0 4 15,-2 1-4-15,0-5 4 16,3-2 2-16,-3-5-7 15,0-1 0-15,0 0 11 16,3 0-13-16,-3 0 9 0,3 0-2 16,0 0 4-1,2 0-5-15,3-13-6 16,1-4 2-16,-1-5 6 0,3 2-9 16,-1 1 4-16,8-2-4 15,-7 6 3-15,3 5 4 16,-3 5-2-16,-4 5 0 15,4 0 5-15,1 0-2 16,-3 0-3-16,-2 3 9 16,4 9-5-16,-5 0-3 15,2 1 2-15,-2 2-2 16,-1-3 5-16,1-2-7 16,-1 3 3-16,4-6-1 15,-4-2 1-15,-1-2-5 16,0-3 2-16,-1 0-3 0,3 0 8 15,-1 0-6-15,1 0 3 16,6 0 0-16,-5-3-12 16,-1-9-21-16,-1-1-77 15,6-1-113-15</inkml:trace>
  <inkml:trace contextRef="#ctx0" brushRef="#br0" timeOffset="4755">2618 335 81 0,'0'-10'110'0,"0"-2"-103"16,0 7 28-1,0 2 1-15,0 0-2 0,0 3-13 16,0 0 0-16,0 0-2 16,0 0-10-16,0 0 2 15,0 0-1-15,0 0 6 16,0 0-4-16,0 0 0 16,-16 0-9-16,-4 6-4 15,-1 1 1-15,1 3 8 16,7-5-5-16,1 0 3 15,4-2-5-15,3 1 0 16,-1-1-1-16,6 0-1 16,0-1-4-16,0 3 5 0,0 0-8 15,0-1 3-15,0 2 8 16,0 1-3-16,0 5 4 16,11-7-11-16,0 3 2 15,7 0 5-15,-5-1-9 16,1 0 9-16,-1 1 1 15,-2-3-2-15,1 2 4 16,-1-1-3-16,-4-4-2 16,2 4 8-16,0-5-5 15,-2 1 0-15,4 1-2 16,-2 0 3-16,-4 2 0 16,-1-3-2-16,-4 1 1 15,0 2 5-15,0 2 1 16,-6 5 8-16,-19 1-11 0,0 0-2 15,-3 1 8 1,1-1-10-16,3-6 4 0,-5 1 0 16,10-3-7-16,0-3 6 15,8-2-3-15,5 0 3 16,4 0 3-16,2 0-10 16,0 0-4-16,0-2-1 15,0-6-30-15,5 0-49 16,17 1-168-16</inkml:trace>
  <inkml:trace contextRef="#ctx0" brushRef="#br0" timeOffset="7431">3206 340 127 0,'4'-10'52'15,"-4"0"-21"-15,0 10 24 16,0 0 22-16,0 0-41 15,0 0-11-15,0 0 6 16,0 0-13-16,0 0-6 16,0 0-13-16,0 0 13 15,0 15-6-15,0 9 2 16,5-1 3-16,1 2-11 16,2-3 5-16,-2 1 0 0,1-3-7 15,-1-3 3-15,0-2-2 16,0-1 1-16,-4-2 2 15,-2-3-4-15,5-4-3 16,-1-3 4-16,0-2-6 16,5 0 4-16,-3 0 6 15,5 0-2-15,-1-2 2 16,-1-12-4-16,3-2 1 16,-5 2 2-16,4-4-3 15,1 3 1-15,-4-5 1 16,3 2-3-16,0 1 5 15,-3 3-3-15,0-2 2 0,-3 4 3 16,-1 4-4 0,-2 5 0-16,1-1 1 0,-3 4-2 15,3 0 4-15,0 0-5 16,2 9 8-16,4 16 2 16,2 3-10-16,-1-1 5 15,1 1-4-15,4-6 2 16,1 2-1-16,-2-11-5 15,2 0-1-15,-5-6 5 16,0-1-5-16,-2-6 4 16,5 0 1-16,2 0 0 15,1-8 4-15,2-11-6 16,1-5-2-16,-7 2 0 16,1-1-2-16,-6 2 1 0,-8 3 2 15,0 0 1-15,0 6 7 16,0 5-7-16,-6-1 0 15,-13 6 3-15,0-3-4 16,0-1 6-16,2 4-4 16,9 0 1-16,2-3 1 15,6 3-2-15,0-1-13 16,0-2 2-16,12-2 11 16,15-1-6-16,9 1 4 15,0 2-11-15,2 2 9 16,-7 3-5-16,-4 0-8 15,-7 0 10-15,-6 0 3 16,-3 3 8-16,-4 9-2 0,2 3 2 16,-4 2 8-16,1 1-1 15,-3 1 4-15,3-1-2 16,1 2-3-16,0-5 0 16,0 3-2-16,2 0-3 15,0-5 2-15,-2 0-7 16,1 0 0-16,-5-4 2 15,0-1-2-15,-3-3-3 16,3-3-5-16,-3-2-15 16,3 0-36-16,6 0-123 15</inkml:trace>
  <inkml:trace contextRef="#ctx0" brushRef="#br0" timeOffset="7643">3902 171 5 0,'-16'-7'311'16,"7"2"-307"-16,7 0 46 16,2 0 1-16,0 2-41 15,0 0-10-15,13 1 0 0,-2-1-9 16,-2 3-54-1,-4 0-51-15</inkml:trace>
  <inkml:trace contextRef="#ctx0" brushRef="#br0" timeOffset="8458">4176 119 262 0,'0'-8'44'0,"0"7"11"16,0-2 24-16,0 3-50 16,0 0-9-16,0 0-9 0,0 3 0 15,0 21 11 1,0 10-12-16,0 7 0 0,-2 3-2 15,-2-2-5-15,4 1 7 16,0-4-9-16,0-6 1 16,0-3-2-16,0-3-1 15,11-6-1-15,3-5-8 16,1-2 5-16,-5-8-3 16,1-3 2-16,0-3 4 15,6 0 1-15,2 0-4 16,3-9-3-16,0-15-6 15,1-3 7-15,-7-8 0 16,4-3 3-16,-7-3 3 0,-5-4 1 16,1 0 2-16,-1 9 3 15,-3 0 2-15,-2 9-1 16,0 9 11-16,-3 6-7 16,0 6-3-16,0 2 1 15,0 4-7-15,0 0 5 16,0 0-10-16,0 0-2 15,0 10 7-15,0 12 5 16,0 8 1-16,0 11-1 16,0 2-3-16,0 2 4 15,0 0-5-15,0-6-4 16,0-4 4-16,3-2-5 16,4-9 2-16,0-3-7 0,-3-6 5 15,5-6-3-15,-3-4-1 16,2-5 1-16,0 0 8 15,3 0-3-15,4-10 0 16,0-12 2-16,6-3-4 16,-3-1-2-16,-1 0-3 15,-1 9 1-15,-7 6 7 16,0 9-1-16,-2 2 1 16,-1 0 0-16,2 0-1 15,3 2 3-15,0 11-3 16,0 2 0-16,1 3 6 15,-1-4-5-15,-3-1 0 16,2-1 2-16,1-4-5 16,0-1 6-16,1-5-10 0,-1 1-11 15,2-3-24-15,1 0-64 16,4 0-120-16</inkml:trace>
  <inkml:trace contextRef="#ctx0" brushRef="#br0" timeOffset="8715">4292 291 145 0,'0'-8'71'15,"3"8"-69"-15,18-3 33 16,10 3 13 0,5 0-1-16,2 0-22 0,4-2-19 15,0 2-10-15,-3 0-17 16,-4 0-57-16,1 0-46 16</inkml:trace>
  <inkml:trace contextRef="#ctx0" brushRef="#br0" timeOffset="9248">5449 389 233 0,'-25'-4'27'15,"16"-1"-2"-15,2 2 36 16,-2 3-20-16,3-2-1 16,-2 2-17-16,0 0-14 15,-6 0-1-15,-2 0 11 16,-1 0 0-16,-8 0-14 16,2 0 6-16,2 7-1 15,2 9-7-15,2 1 3 16,4 5-2-16,4 0-4 15,3 3 7-15,6-3-7 0,0 2-1 16,0-3-4-16,0-3 0 16,22-6-2-16,9-2-4 15,1-5 4-15,13-5 1 16,0 0-8-16,-2 0-11 16,2-9-23-16,-7-7-58 15,-2-4-12-15,-9 0-69 16</inkml:trace>
  <inkml:trace contextRef="#ctx0" brushRef="#br0" timeOffset="10429">5732 389 267 0,'-4'-4'16'0,"-2"4"77"15,3 0-26-15,-2 0-43 16,-1 0-13-16,-8 0-1 15,-2 13 5-15,-4 9-4 16,1 2-3-16,5-1-1 16,7 1-5-16,0 3-2 15,7-6-1-15,0 1-5 16,0-4 2-16,4-4-7 16,17-1-6-16,4-5-11 15,6-5-4-15,-4-3 3 16,1 0 14-16,0 0 10 0,-10-3 5 15,0-15 0 1,-10 1 5-16,-5-5 16 0,-3-1-12 16,0 1-1-16,-3-1 7 15,-20 1-12-15,-2 2-1 16,1 2-1-16,-4 6-3 16,3 2 0-16,-2 5-6 15,2 2 2 1,5 3-2-16,13 0-2 0,3 0 0 15,4 0-5-15,0 0-8 16,0 0 7-16,0 0 4 16,0 0 3-16,18 0-7 15,0 0-3-15,2 0 5 16,-1 0 8-16,3 0 6 16,-2 0-1-16,-1 0 2 0,0 3-1 15,1 2 6-15,-2 0 0 16,5 0 2-16,-1 2 5 15,1 1 0-15,2 0-3 16,-1 2-3-16,-3-2 4 16,-1 1 4-16,-4 3-5 15,-4 0 3-15,-6 6 0 16,-4 3-10-16,-2-2 5 16,0 1-3-16,0-5-6 15,0-3 3-15,0-2-2 16,-5-5 4-16,-1-5-5 15,3 0-5-15,1 0-7 0,2 0-5 16,0-5-6-16,0-17 14 16,0-5-11-16,16-3-12 15,0-3 20-15,2 3 4 16,-5 6 4-16,1 6-1 16,0 8 4-16,-4 5 6 15,-1 5 3-15,-1 0 1 16,0 0 22-16,1 5-7 15,-1 12 4-15,1 6-10 16,-7-1-13-16,4 4 4 16,-4-5-7-16,1-1 1 15,5-4-2-15,1-4-3 16,1-5 3-16,5-2-5 0,-5-2 1 16,5-3 5-1,1 0-5-15,0 0-7 0,1 0 7 16,2 0-3-16,4-15 4 15,-1-5-5-15,0-5 8 16,-1-2 0-16,-1 2-1 16,-4 0 7-16,2 7-4 15,-8 6 1-15,-2 7 9 16,1 3-5-16,-1 2-5 16,0 0 7-16,3 0-5 15,6 5 0-15,0 8 1 16,2 3-6-16,3-1 4 15,-3 0 0-15,-3 2 7 16,-7-2 3-16,-7 3-3 0,-2-1 0 16,0-1 7-16,0-2-6 15,-11-1 1-15,-14-4-8 16,-2 1-7-16,3-4 8 16,1-1-10-16,4-5 5 15,11 0-2-15,5 0-1 16,3 0-9-16,0 0 4 15,0 0-9-15,19-5-12 16,9-11-49-16,8 4-42 16,3-6-70-16</inkml:trace>
  <inkml:trace contextRef="#ctx0" brushRef="#br0" timeOffset="10731">6832 320 111 0,'2'-42'30'0,"-2"-1"-15"15,0 5 30-15,0 2 1 16,0 16 18-16,0 8 5 16,0 11-33-16,0 1-2 15,0 0-21-15,0 0-3 16,0 10 6-16,0 16-4 16,0 1 4-16,0 5 1 15,0 8-8-15,0-1 6 0,0 1-9 16,0 3 0-1,4-6-2-15,0-1-4 16,3-5 2-16,-2-1-3 0,0-5-2 16,1-6 2-16,-1-3-6 15,-1-4 0-15,0-4-8 16,-1-4-3-16,1-1-13 16,-4-3-42-16,5 0-102 15</inkml:trace>
  <inkml:trace contextRef="#ctx0" brushRef="#br0" timeOffset="10953">6658 402 372 0,'-5'0'9'0,"5"-4"21"0,0 0 6 16,0 2-20-16,14 0-9 15,15 2 4-15,7-5-6 16,5 0-4-16,1 0 1 16,2-2-11-16,1-1-14 15,-5 1-59-15,5-4-114 16</inkml:trace>
  <inkml:trace contextRef="#ctx0" brushRef="#br0" timeOffset="11664">7527 291 189 0,'-2'-4'44'0,"-7"-3"-46"16,7 5 25-16,2 2-2 15,0 0-15-15,0 0 1 16,0 0 18-16,0 0-6 15,0 2 8-15,0 5 0 16,-3-6-1-16,3 2-8 16,-2-3-5-16,2 0-2 15,0 0-5-15,0 0-1 16,0 0-2-16,0 0-2 0,0 0-8 16,0 0-9-1,0 0-8-15,0 0-12 0,0 0-15 16,0 0-8-16,0 0 32 15,0 0-2-15,0 0 0 16,0 0-45-16</inkml:trace>
  <inkml:trace contextRef="#ctx0" brushRef="#br0" timeOffset="12644">7541 283 203 0,'-3'-10'22'15,"3"10"-27"-15,0 0 28 16,0 0 21-16,0 2 4 16,0 22 8-16,12 0-18 15,-1 3-13-15,-2 5 0 16,-5-2-12-16,-1-2-7 16,-3-1-2-16,0-5-3 15,0 1-2-15,0-5 1 16,0-4 0-16,0-4-1 15,0-6-2-15,0-1-5 0,0-3 8 16,0 0 1 0,0 0-3-16,0 0 6 0,0-3-5 15,0-16-2-15,6-6 4 16,6-1-3-16,1-4 3 16,3-4-3-16,4 4-4 15,-1 4 8-15,-2 6-2 16,-1 4 2-16,0 7-4 15,-4 4 3-15,5 2 4 16,-4 3-4-16,3 0 1 16,4 0 3-16,-1 15-5 15,-2 5 4-15,-5 5 2 16,-3-1-5-16,-3 5 8 0,-3-3-6 16,0-1-5-1,-3-3 7-15,0-2-5 0,0-2 5 16,0-6-8-16,0-5 1 15,0-2 1-15,0-5 0 16,0 0 0-16,0 0 1 16,0 0-4-16,0-2-4 15,0-18-2-15,13-7 3 16,4-3 5-16,0 0-7 16,-4 0 5-16,5 4 4 15,-2 3-1-15,0 7 4 16,-3 2-5-16,-1 9 2 0,-3 3 1 15,-1 2-1 1,3 0 3-16,0 0 4 0,3 4-1 16,-1 13 2-16,2-1-5 15,-5 3-2-15,4 2 8 16,-2-4-11-16,-4 3 1 16,-6-2 0-16,1-4-6 15,-3-1-4-15,2-6-14 16,-2 1-11-16,9-2-97 15,0-6-57-15</inkml:trace>
  <inkml:trace contextRef="#ctx0" brushRef="#br0" timeOffset="13686">8468 291 299 0,'-4'-11'16'0,"2"6"-3"16,-2 3 47-16,1 2-48 15,-2 0-10-15,-4 0-7 16,-4 0 7-16,-4 0 0 16,-2 0 4-16,-4 0 7 15,5 15-4-15,-2 10-4 0,0 2 6 16,4 3-10-1,3-1 1-15,1 1-2 0,10-5-2 16,2 0-1-16,0-4-4 16,0-3 1-16,7-5 5 15,4-5-8 1,3-6 0-16,4-2 7 0,-3 0 0 16,10-5 2-16,3-12 4 15,-6-5-5-15,-2-1 13 16,-4-1-12-16,-5-2 7 15,-2 0-2-15,-5 0-4 16,3 4 1-16,-7 7-3 16,2 9 5-16,-2 0 4 15,0 6-2-15,0 0 0 16,0 0-1-16,0 2 7 0,3 18 2 16,-3 3-6-1,3 3-4-15,-3 2 5 0,0 0-9 16,3-1-1-16,2-7 3 15,4 1-5-15,4-8 4 16,4-3-7-16,5-5 2 16,2-5 6-16,8 0-6 15,-5 0-4-15,0-7 6 16,-2-8 1-16,-3-5 1 16,1 0 0-16,-1-5-1 15,-8 0 5-15,2-2-7 16,-5 2 3-16,3 2-1 0,-1 4 0 15,1 9 1-15,-3 5-1 16,3 5-3-16,-3 0 10 16,2 0-4-16,5 7 2 15,-2 11 2-15,0 2-4 16,1 0 5-16,0 2-3 16,-4 0 0-16,-4 2 2 15,-4-5-7-15,-2 4 0 16,-3-5-1-16,0-2 1 15,0-1 4-15,-3-3-7 16,-5-4 2-16,2-6 5 16,1-2-6-16,3 0 2 15,2 0-3-15,0-13-3 16,0-9 12-16,11-8-12 16,14-2-1-16,-1 2 4 0,1 1-3 15,-4 3 4-15,2 5 3 16,-1 3-1-16,1 6 4 15,-5 3-5-15,0 3 2 16,-3 6 5-16,-1 0-1 16,0 0 0-16,3 7 8 15,-3 11-7-15,-1 2 7 16,-1 2-2-16,-7 0-5 16,-5 3 2-16,0-1-6 15,0-1 4-15,0-1-3 16,-14-1-8-16,2-4 8 15,-1-4-6-15,2-4 0 0,0-4-1 16,1-2-20 0,1-3-16-16,6 0-46 0,3 0-95 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7:50.51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8 276 105 0,'3'0'104'16,"-3"0"-88"-16,0 0 46 16,0 0 47-16,0 0-52 15,0 0-13-15,0 0-11 16,0 0-2-16,0 0-4 16,0 0-13-16,0 0-6 15,0 0-8-15,0 0 1 16,0-2-6-16,0-3-5 15,0-3-1-15,0 6-20 16,-3-1-15-16,0 3-61 0,0 0-60 16,1 0-36-16</inkml:trace>
  <inkml:trace contextRef="#ctx0" brushRef="#br0" timeOffset="216">91 470 208 0,'-5'0'30'0,"2"0"-44"16,3 0 21-16,0 0 4 0,0 0-8 15,0 0-11-15,0 0 12 16,0 0-11-16,3 3-9 15,5 4-57-15</inkml:trace>
  <inkml:trace contextRef="#ctx0" brushRef="#br0" timeOffset="1093">122 412 191 0,'0'0'77'16,"0"0"-42"-16,0 0 46 15,0 0-27-15,0 0-26 16,0 0-16-16,0 0 0 16,0 0-10-16,0 0-1 0,0 0 6 15,0 0-8-15,0 0 5 16,0 0-6-16,0 0 2 15,11 0 4-15,8 3-7 16,2-1 3-16,11-2 2 16,0 0 1-16,8 0-3 15,0 0 1-15,5 0-4 16,-1 0 6-16,-2 0-8 16,-13 0 0-16,-1-2-5 15,-15-1-11-15,-1 3 3 16,-9 0-6-16,-3 0-18 15,0 0-61-15,0 0-45 16</inkml:trace>
  <inkml:trace contextRef="#ctx0" brushRef="#br0" timeOffset="1761">516 199 108 0,'-3'0'49'0,"1"0"-40"16,2 0 40-16,-2 0-7 16,-2 0-15-16,4 0 22 15,0 0-7-15,-2 8-13 16,2 1-4-16,-3 1-9 16,0 0 3-16,3 2-13 15,0 1-1-15,0 0 0 16,0-1-2-16,6 1-1 15,13-1 0-15,8-2-2 16,1 1 1-16,3 1-2 16,-1-1-5-16,-6 0 9 15,1-4-9-15,-8 3 5 16,-3-3 0-16,-3 4 0 16,-9-2 2-16,-2 3-1 15,0 3 2-15,0 0 8 0,0 0-7 16,0 0 1-16,-15 0-3 15,-3 0-1-15,0 0-4 16,-5 0 0 0,4 0-19-16,0-5-30 0,8-6-91 15,7-4-57-15</inkml:trace>
  <inkml:trace contextRef="#ctx0" brushRef="#br0" timeOffset="2265">1538 112 162 0,'-14'-32'22'16,"6"-1"-25"-16,-3 18 42 16,5 3-2-16,-2 2-10 0,-1 5 17 15,-2 2-7-15,-5 3-1 16,-3 0-8-16,-3 0-14 15,-7 0-3-15,2 3-8 16,3 14 4-16,5 5-2 16,4 6 6-16,7 4-2 15,6 4-5-15,2 3 4 16,0 1-6-16,2 7 3 16,17 1-2-16,6 6-2 15,0 0-1-15,-1-3 0 16,-1 0-2-16,-4-6 3 0,-2-3-3 15,-9-7-2 1,-5-5-2-16,-3-3-5 0,0-2-12 16,0-7-20-16,-11-4-73 15,6-6 8-15</inkml:trace>
  <inkml:trace contextRef="#ctx0" brushRef="#br0" timeOffset="2642">1190 440 181 0,'0'-6'4'0,"0"2"12"0,3-1 12 16,27 0-3-16,6-3-12 15,3 0-2-15,7 2-2 16,-5 0-2-16,1 2-2 16,0 1-1-16,-4 1-1 15,2-1 2-15,-10 3 2 16,-6 0 10-16,1 0-3 16,-9 0 8-16,1 0-2 15,-3 3 6-15,-5 15 1 16,-4 1-4-16,-5 3-12 15,0 0 0-15,0-1-8 0,0-4-4 16,0-2 0-16,0-5-14 16,0-4-7-16,2-6-35 15,12 0-102 1</inkml:trace>
  <inkml:trace contextRef="#ctx0" brushRef="#br0" timeOffset="2850">1693 184 427 0,'-15'-11'16'0,"10"7"5"15,5-1 17-15,0 3-23 0,0 2-18 16,0 0-2-16,0 0-4 15,12 0-59-15,1 0-110 16</inkml:trace>
  <inkml:trace contextRef="#ctx0" brushRef="#br0" timeOffset="3147">1932 407 64 0,'0'0'220'16,"0"0"-221"0,0 3 66-16,0 4 7 0,0 6-56 15,14-1-7-15,4 1-2 16,-3-1-5-16,2 1-3 15,5-3-4-15,0 0 2 16,3-3-1-16,0-5-8 16,-1 1-8-16,1-3-6 0,-5 0-22 15,-4 0-15 1,4 0-23-16</inkml:trace>
  <inkml:trace contextRef="#ctx0" brushRef="#br0" timeOffset="3414">2189 331 223 0,'-11'-3'78'16,"6"1"-48"-16,-1 2 47 15,1 0-33-15,-4 2-17 16,-2 18-8-16,-5 5-16 15,-9 5 3-15,-2 1 1 0,-5 5-8 16,3 1 3-16,1-2-5 16,3-3-5-16,4-7-3 15,3-5-17-15,4-5-48 16,12-8-82-16</inkml:trace>
  <inkml:trace contextRef="#ctx0" brushRef="#br0" timeOffset="3893">2333 500 218 0,'14'0'30'0,"2"0"-18"15,8 0 20-15,8-8-22 16,1-2-14-16,-3 0-2 16,-3 1-3-16,-2-4 1 15,-5 0 11-15,-7-2-3 16,-4 0 9-16,-9 0 6 0,0 0-2 15,0 6-6 1,0 3 24-16,-14 5-16 0,-8 1-11 16,-5 0 10-16,-4 0-4 15,3 0 13-15,1 7-11 16,5 8 2-16,2 3-1 16,1 1 6-16,0 6-4 15,5 2-8-15,5 1-1 16,7 2-1-16,2-3-6 15,0-2 1-15,0-3-2 16,11-4-5-16,13-9-5 16,10-2-18-16,10-4-8 15,3-3-66-15,5 0-24 16</inkml:trace>
  <inkml:trace contextRef="#ctx0" brushRef="#br0" timeOffset="4431">3049 445 277 0,'-34'-3'45'0,"0"3"0"16,5 0 19-16,1 0-40 16,2 0-12-16,5 0-4 15,2 5-7-15,-6 8 2 16,2 0 1-16,1 4 0 15,3 2-5-15,6 2 0 0,1 1 6 16,6 0-10-16,6-3-4 16,0-3-2-16,0-2-7 15,3-3 2-15,19-4-8 16,1-4 0-16,7-3 2 16,0 0 2-16,1 0 1 15,-1-8 14-15,-3-14 5 16,-1-3 2-16,-5-7 3 15,2-3 5-15,-4-7 1 16,-4-4-4-16,-4-5 1 16,-9-1 5-16,-2-1-1 15,0 4-1-15,0 4-7 16,-9 10 7-16,-2 18 7 0,0 7-8 16,4 10-2-16,-8 0-2 15,5 0-1-15,-1 20 5 16,0 5 2-16,8 4-8 15,3 1 10-15,0 7-7 16,0 6 4-16,3-1-4 16,12 2 1-16,6-2-6 15,-6-3-2-15,6 0-10 16,-6-7 4-16,6-2-16 16,-8-7-29-16,6-6-59 15,-2-4-65-15</inkml:trace>
  <inkml:trace contextRef="#ctx0" brushRef="#br0" timeOffset="4785">3617 191 231 0,'0'0'6'0,"0"0"17"16,0 5 56-16,-3 20-19 0,-3 2-29 16,3 6-4-16,-5 4-4 15,3 0-7-15,3 3-9 16,-1-1 0-16,3-1-4 15,0 2 1-15,0-5-3 16,0-3-6-16,0-5 4 16,0-6-10-16,5-4 5 15,3-8-13-15,6-1-40 16,-2-3-23-16,3-5-36 16</inkml:trace>
  <inkml:trace contextRef="#ctx0" brushRef="#br0" timeOffset="5102">3808 80 280 0,'-11'-10'30'16,"8"10"-13"-16,3 0 43 15,0 0-4-15,-4 17-19 16,-1 13-13-16,-1 7-7 16,1 5-3-16,3 1-6 15,-1 4-6-15,3-2 3 0,0-3-5 16,0-3 1 0,0-6 0-16,0-5-7 0,7 1-1 15,2-1 1-15,3-9-14 16,-5-1 0-16,1-6-36 15,1-4-62-15,-1-3 0 16</inkml:trace>
  <inkml:trace contextRef="#ctx0" brushRef="#br0" timeOffset="5407">3418 433 244 0,'0'-13'50'16,"0"3"-41"-16,3 1 51 16,22 0-23-16,5 0-11 15,9 3-9-15,2 0-11 16,3 3 11-16,3-3-8 15,0 2 2-15,-3-1-14 16,1-4-1-16,-4 3 3 16,0-1-10-16,-5-1-2 15,-5 3-16-15,-13 0-12 16,0 0-68-16,-5 5-34 0</inkml:trace>
  <inkml:trace contextRef="#ctx0" brushRef="#br0" timeOffset="5671">3522 514 140 0,'-2'0'41'0,"2"0"-24"16,0 0 14-16,0 0 9 15,0 0 8-15,13 0 15 0,12 0-35 16,4 0-7-16,10 0-6 16,3 0-15-16,9 0-5 15,-1-7-5 1,-7 2-11-16,-7 0-24 0,-2 0-54 16,2 0-57-16</inkml:trace>
  <inkml:trace contextRef="#ctx0" brushRef="#br0" timeOffset="6384">4632 288 216 0,'0'-12'44'16,"0"10"-29"-16,-16 2 32 16,-8 0-17-16,-8 0-6 15,-4 7-9-15,7 11 5 16,-5 4-2-16,4 5-1 16,5-1 14-16,4 3-16 15,6-7-3-15,7 3-7 16,6-3-6-16,2-4-5 15,0-1 5-15,8-5-3 0,19-1 0 16,9-8 2-16,3-3-9 16,-1 0-2-16,1 0 2 15,-6-6 2-15,-6-9 12 16,-6-3 0-16,-14 4 3 16,-3-2 11-16,-4 2-17 15,0-3 1-15,-14-4-5 16,-11 1-16-16,-4-1-4 15,5-6-28-15,-1 9 7 16,6-2-17-16,13 2 36 16,6 4-11-16,0-4 9 15,23 6 17-15,10-1 16 16,3 1-5-16,5 4 15 0,-3 0 5 16,-4 7 12-16,-4-2 8 15,-2 3 14-15,-7 0-4 16,-1 0-25-16,0 0 0 15,-4 12 8-15,-3 8-13 16,4 2 0-16,-6 8-5 16,0 1-4-16,-2 8-4 15,-6 0-1-15,-3 2 1 16,0-2 1-16,0 3-8 16,0-2 0-16,0 3 4 15,0-4-7-15,0-2 3 16,0 1-5-16,0-6-2 15,0-5 2-15,0-4-2 0,2-6-10 16,4-4-8-16,-1-6-60 16,1-2-32-16,2-3-57 15</inkml:trace>
  <inkml:trace contextRef="#ctx0" brushRef="#br0" timeOffset="6609">4711 629 443 0,'0'-10'-13'16,"0"2"12"-16,7 1 25 16,24 0-4-16,1-1-6 15,8 1-9-15,1-4-4 16,0 2 2-16,3-4-15 15,6 1-29-15,0-1-89 16,2-4-141-16</inkml:trace>
  <inkml:trace contextRef="#ctx0" brushRef="#br0" timeOffset="6988">5527 194 125 0,'0'0'287'0,"0"0"-281"0,0 0 16 15,0 2 39-15,0 21-25 16,-5 9-21-16,-4 3-6 15,2 7 8-15,0 1-1 16,5 1-4-16,-3 1-8 16,-1-2 0-16,-3 6 2 15,4-8-7-15,0 2 15 16,1-3-26-16,2-3 15 0,2 1-3 16,-2-1-4-16,2-7-1 15,0-3-2-15,0-5-1 16,0-5-7-16,0-4-6 15,0-3-12-15,0-3-23 16,0-4-66-16,0-3-54 16</inkml:trace>
  <inkml:trace contextRef="#ctx0" brushRef="#br0" timeOffset="7336">5370 507 194 0,'-15'-17'40'0,"13"0"-45"16,2 7 18-16,0-1-1 15,0 1 16-15,2 1-6 16,16-2-1-16,0 1 21 16,5 2-13-16,4 2-3 15,4-2-3-15,5 3-4 16,2 5-8-16,-2 0-1 15,0 0-2-15,-2 0 0 16,-7 5-7-16,-4 9 11 16,-10 7 2-16,-4-1-5 15,-9 2 4-15,0 1-7 16,0-4 3-16,-20 2-9 0,-7-4-9 16,-7-2 8-16,0-3-12 15,2-7-17-15,-7-2-16 16,3-3-81-16,6 0-23 15</inkml:trace>
  <inkml:trace contextRef="#ctx0" brushRef="#br0" timeOffset="8482">5941 460 177 0,'17'-3'39'16,"-9"-4"-35"-16,-2-1 4 16,-1 6 9-16,-5-1 27 15,0 3-22-15,0 0-16 16,-5 0 8-16,-15 0-4 15,-2 0 9-15,-3 3-2 16,0 12 3-16,0 0-13 16,4 5 6-16,4 2-1 15,1-1-3-15,4 3-3 16,6-5-4-16,4-2 5 0,2-4-5 16,0-3-1-16,2-4 0 15,18-5 0-15,5-1 3 16,2 0-8-16,2 0-1 15,-4 0 4-15,-4-7-7 16,-4-5 2-16,-4-3 2 16,-4-3-5-16,-3 1 3 15,2-4-8-15,-1 2 6 16,-1 2 5-16,0 5 1 16,-3 4 3-16,-3 8 2 15,0 0 2-15,0 0 1 16,0 0-4-16,0 8 5 15,0 7 2-15,0 2 6 0,3-1-8 16,2 3-2-16,1-2-3 16,-1 1 1-16,3-6-3 15,-2-2-3-15,3-3 9 16,-5-1-9-16,7-6 9 16,1 0-5-16,-1 0-2 15,5 0 4-15,1 0-2 16,-1-8-3-16,4-7 6 15,-4-5 0-15,4 3-1 16,-4-3-1-16,-2 8-2 16,-3 1 1-16,0 9-2 15,-2 2 1-15,-2 0 5 0,2 0 1 16,-1 2 6-16,-2 16 0 16,0-1-9-16,1 3 7 15,2-2-8-15,-4-4-2 16,4 2 3-16,-7-7-6 15,5 1 1-15,-3-2 1 16,-4-1-6-16,0-4 2 16,0-3-1-16,0 2-1 15,0-2 9-15,0 0-1 16,0 0-4-16,-2-2 1 16,0-16-7-16,2-4 8 15,0-8-9-15,0-10 7 16,13-7-5-16,12-5-10 15,2-6-8-15,4 4 7 16,-6 2 11-16,-6 7 4 0,-9 11-1 16,-3 4 6-16,-2 4 5 15,-2 9-8-15,3 5 6 16,-4 7 0-16,3 1-5 16,-5 4 6-16,0 0 0 15,4 11 16-15,-2 14 3 16,3 7-10-16,1 3 8 15,-3 5-7-15,0 3-9 16,0-4 11-16,0 0-11 16,1-4 0-16,3-2 5 0,-5-5-10 15,0 1 2 1,1-1-4-16,1-4-1 0,-2 1 6 16,1-5-7-1,-3-5-2-15,0-2 1 0,0-4-1 16,0-1-9-16,0-1-3 15,0-5-10-15,0-2-50 16,0 0-65-16</inkml:trace>
  <inkml:trace contextRef="#ctx0" brushRef="#br0" timeOffset="8879">6419 533 80 0,'0'0'106'0,"0"0"-103"0,0 0 22 15,6 0 17-15,13 0-18 16,0 0 4-16,3 0-13 16,1 0-4-16,-1 0 3 15,3 0-13-15,2 0 0 16,3 0-1-16,3 0 2 15,1 0 7-15,-2 0-7 16,-7-1 7-16,-8-1 7 16,-3 2 13-16,-5 0-7 15,-4 0 1-15,-5 2 1 0,0 13-7 16,0 5-8-16,0 2 4 16,0-5-5-16,0 0-6 15,0-4 0-15,0-3-4 16,0-3-5-16,0 1 4 15,0-5-12-15,0-3-3 16,0 0-8-16,0 0-13 16,2 0-68-16,9 0-50 15</inkml:trace>
  <inkml:trace contextRef="#ctx0" brushRef="#br0" timeOffset="9074">6808 308 367 0,'-5'-4'35'0,"5"1"-64"16,0 3 48-16,0 0-3 16,0 0-8-16,0 0-11 15,9 0-18-15,-4 0-47 16,3 3-67-16</inkml:trace>
  <inkml:trace contextRef="#ctx0" brushRef="#br0" timeOffset="10347">7121 517 90 0,'0'0'24'16,"0"0"14"-16,0 2 11 16,-17 3-13-16,-2 3-5 15,-2-1-16-15,0 6 14 16,-1-2 5-16,0 5-27 15,2 2 15-15,6-1 2 0,-2 0-4 16,8-2-7-16,2 3-8 16,6-4 2-16,0-1-10 15,0-4 3-15,12-3-3 16,9-4 2-16,7-2 0 16,0 0-6-16,5 0-10 15,-1-5-2-15,4-9-6 16,-2-4-12-16,-3-2 11 15,-7-2 10-15,-3-6 25 16,0-6-8-16,-6-6 4 16,0-5 9-16,2-4-4 15,-4-7 6-15,-1-3-11 16,-1 0-6-16,-7-1 2 0,-1 10-2 16,-3 14 1-16,0 17 22 15,0 12 7-15,0 7-8 16,0 0-7-16,-14 0-3 15,-2 17 3-15,0 8-14 16,2 2 7-16,6 3 6 16,-3 3-6-16,2 1 2 15,1 6-1-15,2-2 4 16,4 2-2-16,2-4-6 16,0-3-4-16,0-1 10 15,0-4-9-15,0-4-3 16,2 1 3-16,4-3-1 15,2 0 3-15,3-6-6 0,-2-2 2 16,-1-1 4-16,2-5-7 16,1 1 5-1,4-3-5-15,2-1-2 0,2-3 3 16,-2 0-11-16,1-2 3 16,2 0-8-16,-4 0-10 15,4 0 22-15,-1-9 3 16,3-4-1-16,-2-4 13 15,-4-1-12-15,4-4 3 16,-7 0 7-16,1 2-6 16,-5 0 4-16,-5 7 11 0,-4 2-6 15,0 5-1 1,0 1-6-16,0 3 3 0,0 2-2 16,0 0 1-1,-10 0-2-15,-4 0 0 0,0 0-3 16,1 0 5-16,1 4-5 15,4 11-1-15,3 3 6 16,-4-1 0-16,7 2-1 16,2 2-1-16,0-4-3 15,0-2 5-15,0-2-5 16,0-1 3-16,0-4 4 16,9 2-2-16,0-5 4 15,6-1-6-15,1-1-1 16,4-3-1-16,-2 0-3 15,3 0-3-15,0 0-2 0,-2 0 0 16,4-3 10-16,-5-6-5 16,3-4 2-16,-2 1 5 15,6-3-6-15,0-7 2 16,2-1-2-16,-2 3-8 16,-3 3 7-16,0 4 3 15,-5 6-1-15,-4 4 7 16,-1 1-6-16,-4 2 6 15,-1 0-2-15,2 0-3 16,0 0 4-16,2 0 0 16,0 12-6-16,-1 3 10 15,1 0-10-15,-2 0 2 16,-1 0 2-16,0 0-2 0,-1-5-2 16,-7 3 1-16,0-6-9 15,0 0 0 1,0-2-7-16,0 0-22 0,-3-2-87 15,-9-1-99-15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12.0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252 464 173 0,'0'-4'15'0,"0"-13"6"16,0 1 30-16,0 9-26 16,0 3-8-16,0 4 9 15,-2 0-2-15,2 0-4 16,-2 0 1-16,-2 0-12 16,4 0 5-16,0 0-8 15,-2 0-1-15,2 0 6 0,-6 0-9 16,0 0 1-16,-1 0 2 15,-2-1 1-15,1-4-1 16,2-1 1-16,0 2-5 16,-1-4 10-16,-2 2-10 15,-2 0-5-15,-1-2 9 16,2 7-7-16,-1-2 2 16,0 3-2-16,-3 0-6 15,0 0 19-15,-4 0-15 16,0 15 4-16,4 2 1 0,-2-2-3 15,5 2-3-15,2-3 6 16,5 4-4 0,1-2 7-16,3 1-10 0,0-1 1 15,0 2 2 1,0-2-4-16,0-4-2 0,5-5 6 16,8-1 1-16,8-6 10 15,3 0-5-15,6 0-6 16,3-6 5-16,-3-11-4 15,1-2-5-15,-4-6 1 16,-7 2 5-16,-4-2 9 16,-5-2-8-16,-2 1-3 15,-4-2 1-15,-5-2 4 16,0-5-2-16,0-1-3 16,0 2-1-16,0 2 9 0,0-1-8 15,0 7 0 1,-5-1 6-16,2 5-3 0,0 5 2 15,0 0-2-15,1 3 0 16,2 1 6-16,0-1-8 16,0 5 8-16,0 0 6 15,0 1-8-15,0 1 4 16,0 4-6-16,0 3 4 16,0 0 7-16,0 0-16 15,0 0 1-15,0 10 17 16,0 16-6-16,0 10 4 15,0-1-8-15,0 2-4 0,0-4 11 16,0 1-10-16,0 6-2 16,0-2 2-16,0-1-3 15,11 0 3-15,1-4-3 16,-1 1-1-16,-1-8 6 16,1 3-7-16,0-4 4 15,-3-6 0-15,1-2-3 16,-1-4 5-16,-2-1-6 15,1-1 0-15,-1-2 8 16,3 1-9-16,-4 1 2 16,4-4 2-16,-7 0-6 15,3-4 11-15,-1-1-13 16,-2 0-4-16,-2-2 5 0,0 0-13 16,0 0-14-1,0 0-67-15,0 0-127 16</inkml:trace>
  <inkml:trace contextRef="#ctx0" brushRef="#br0" timeOffset="639">460 517 192 0,'-9'4'18'15,"9"-1"-1"-15,0-3 12 16,0 6-11-16,0-5-9 16,0 3 9-16,15-4-10 15,4 0 7-15,0 0 3 16,-2 0-7-16,-2 0-1 0,6-8-9 16,-2-6-2-16,-2 1 7 15,-2-4-11-15,-3 1 4 16,-4 1 11-16,-3 0-12 15,-5 3 3-15,0 0 4 16,0 1-2-16,0 7 10 16,0-2-5-16,-16 6-4 15,0 0 10-15,-4 0-12 16,0 0 4-16,7 0 1 16,-4 0-10-16,1 10 15 15,1 4-19-15,6 2 5 16,0-2 4-16,3 0-4 15,3 1 3-15,0 0 0 0,3 1 0 16,0 2 8-16,0 1-10 16,0 1-3-16,0-2 4 15,0-3-5-15,9-2-2 16,5-3-10-16,8-6 10 16,3-1 4-16,5-3-24 15,3 0-20-15,-3 0 0 16,4 0-71-16</inkml:trace>
  <inkml:trace contextRef="#ctx0" brushRef="#br0" timeOffset="1170">921 371 50 0,'-9'-11'140'16,"5"5"-122"-16,0 2 45 15,4 0-14-15,-3 4-21 16,1-4 0-16,-4 4 6 16,-8 0-25-16,0 0-7 15,0 0 7-15,-1 0-7 16,-3 8 3-16,2 4-7 0,-7 3 2 15,8 3 3-15,-2-3-6 16,2 2 3-16,11 1 4 16,1-3-5-16,3 0 2 15,0-7-5-15,0 3-2 16,14-5 9-16,8 0-12 16,5-2 6-16,3-2 1 15,3-1-5-15,1 5 3 16,-5-1-7-16,-3 2 6 15,-9 2 6-15,-3 2 1 16,-12-1 0-16,-2 6 6 16,0-2-3-16,0-2 8 15,-8 1-5-15,-13-3-1 16,-2 1-3-16,1-6-1 16,-1 4 2-16,-2-4-2 0,3-5-3 15,-3 0 3-15,6 0-15 16,0 0-9-16,3-9 0 15,5-5-40-15,4 2 15 16,7 0-88-16</inkml:trace>
  <inkml:trace contextRef="#ctx0" brushRef="#br0" timeOffset="2108">1208 404 182 0,'-8'-4'33'16,"-1"4"-1"-16,1 0 26 16,3 0-32-16,-4 0-3 15,0 0 7-15,0 0-10 16,0 10-4-16,-3 0-5 0,-1 4 1 16,-1 2-3-16,1-2-11 15,2 9-1-15,2-4 10 16,9-1-8-16,0 0 0 15,0-3 3-15,0 0-4 16,2-1 4-16,9 2-4 16,7-2-2-16,-2-4 5 15,6-3-9-15,3-1 3 16,-2-6-9-16,-2 0-1 16,-4 0 9-16,2 0-2 15,0 0 2-15,0-16 7 16,3-4-3-16,0 1 0 15,-5-2-2-15,-6 1 1 16,0-2 7-16,-5 1-2 0,2-3-4 16,-2 0 8-16,-1 4-7 15,-3 4 4 1,4 2 5-16,-3 7-3 0,-3 4 4 16,6 1-9-16,-1 2-3 15,4 0 7-15,2 0-5 16,0 0 1-16,-1 0 2 15,-1 14-2-15,-1 4 9 16,-3 5-4-16,1 2-6 16,0 2 9-16,-4 0-11 15,2-2 4-15,-4-2-3 16,0-4-1-16,0-1 7 16,0-8-8-16,0-6 0 0,0-1 10 15,0-3-5-15,0 0 8 16,0 0-3-16,0 0-8 15,0 0 7 1,0-15-6-16,0-5 2 0,0-2 1 16,0-4-2-16,0 2 0 15,11-1-1-15,-1 6-4 16,1 1 8-16,2 4-11 16,2 3 4-16,-5 6 3 15,1 3-1-15,1-1 0 16,-1 3 1-16,0 0-2 15,3 0 8-15,-3 0-7 0,2 0 2 16,-1 0 1-16,-1 5-1 16,-3 5 0-16,0-1-5 15,-5 6-9-15,0-3-1 16,0-2-24-16,-3-2-24 16,2 1-103-16</inkml:trace>
  <inkml:trace contextRef="#ctx0" brushRef="#br0" timeOffset="2776">1777 513 114 0,'-17'0'3'15,"11"0"5"1,4 8 16-16,2 2-11 0,0 1-4 15,0 1 6-15,0 0 15 16,0 1-4-16,0-3 0 16,2 0-5-16,4 0-6 15,-3 2-9-15,2 0-1 16,-5 1-7-16,0 2 4 16,0-5-14-16,0 0 4 15,0-5-4-15,0 0-20 0,0-3-21 16,0-2-19-1</inkml:trace>
  <inkml:trace contextRef="#ctx0" brushRef="#br0" timeOffset="3062">1736 123 256 0,'0'-3'27'0,"0"3"-25"0,0 0 29 16,0 0 8-1,0 0-25-15,0 11-15 0,0-1-4 16,0-1-11-16,0-2-21 16,0 0-117-16</inkml:trace>
  <inkml:trace contextRef="#ctx0" brushRef="#br0" timeOffset="3921">1736 123 162 0,'129'18'36'15,"-129"-18"-3"-15,0 0 60 16,0 5-38-16,0 13-17 16,0 1-9-16,0 4-12 15,0 0 3-15,0 4-14 16,0 4-2-16,6 5 5 16,-3 3-3-16,1-1-2 0,5-1-6 15,-4 1 0-15,1-3 10 16,-1-2-13-16,-1 3-2 15,-1-6 2-15,-3-2-5 16,2-6 1-16,0-5-1 16,1-7-1-16,1-3 10 15,-2-5-9-15,-2-2 10 16,0 0-2-16,0 0 3 16,0 0-12-16,0-12-14 15,0-8 2-15,0-2 13 16,5-5-13-16,4-1 3 15,0 1 4-15,2-1 8 0,-4 3 13 16,4 6-8-16,0 2 3 16,-2 7 10-16,-1 5-5 15,-2 2-6-15,3 3 8 16,-2 0-4-16,4 0 1 16,3 0-1-16,-1 0 5 15,-1 5 12-15,5 11-15 16,-6 1 4-16,-1-1 2 15,1 2-11-15,-5 0 4 16,-4 1-6-16,-2 1-1 16,0 1 10-16,0-4-5 15,-13 1 3-15,-10-8 3 16,-4 6-6-16,3-7 1 0,-1 2-6 16,2-6 3-1,4-5 6-15,5 0-11 0,3 0 1 16,6-2-3-16,5-12 4 15,0 5 6-15,0-1-8 16,0 4 8-16,0 6 2 16,11-1-1-16,3 1-4 15,-1 0 2-15,1 0-4 16,6 0-4-16,-4 0-1 16,6 1-10-16,3-1 5 15,0 0-26-15,2 0 11 16,-2 0-13-16,6-15-28 0,7-3 31 15,1-5 21-15,8 4-15 16,0-4-20-16</inkml:trace>
  <inkml:trace contextRef="#ctx0" brushRef="#br0" timeOffset="4163">2531 415 159 0,'0'-8'79'0,"-4"5"-47"15,-15 3 20-15,2 0-11 16,-4 0-19-16,4 0-2 15,-2 18-13-15,2 3 6 16,5 0 0-16,8 5-12 16,4 1 6-16,0-1 0 15,0 0-10-15,0-4 10 16,2-2-14-16,12-5 3 16,-3-2 4-16,6-6-7 0,2-2-1 15,3-5-4-15,3 0-13 16,0 0 2-16,-6 0-43 15,-5 0-41-15,2-10 21 16</inkml:trace>
  <inkml:trace contextRef="#ctx0" brushRef="#br0" timeOffset="4263">2734 491 58 0,'0'0'-10'0</inkml:trace>
  <inkml:trace contextRef="#ctx0" brushRef="#br0" timeOffset="4755">2481 422 242 0,'0'-6'14'15,"0"6"4"-15,0 0 13 16,0 0-17-16,0 0 1 15,0 6 4-15,0 9 3 16,0 0-10-16,0 0-3 0,-15 1 5 16,-1 6-14-16,0-3 1 15,-4-1 0-15,2 1-6 16,0-1-5-16,0-1-19 16,-2 1-6-16,6-3-13 15,6-3-46-15,8-2-97 16</inkml:trace>
  <inkml:trace contextRef="#ctx0" brushRef="#br0" timeOffset="5575">2980 464 144 0,'-19'-9'27'0,"3"4"16"15,-2 1 19-15,5-2-14 16,-7 3 11-16,4 3-26 15,-9 0-11-15,-2 0-2 16,-4 0-8-16,1 13-4 16,3 1 0-16,2 9-6 15,8 2 6-15,3-2-9 16,12 1-1-16,2-2 6 16,0-1-10-16,0-7 0 15,16-1-4-15,11-5-8 0,9-8-4 16,-3 0-10-1,1 0-19-15,-4 0 21 0,-1-18 10 16,-11 1 10-16,2-8 2 16,-7-1 5-16,-1-4 5 15,-8-8 0-15,-1 0 0 16,-3-12 10-16,0 1-6 16,0-10 6-16,0 8-6 15,0 6 1-15,0-3 13 16,-5 15 2-16,-9 4-1 15,-3 4 6-15,7 13-16 16,-1 5 3-16,4 7-5 0,3 0 1 16,2 0 2-16,-2 10-1 15,4 23-2-15,0 7 7 16,0 4-8-16,0 5 3 16,4 1-2-16,14-1-10 15,2 1 17-15,2-5-17 16,3-2-1-16,-4-6 5 15,-1-7-7-15,2-4-6 16,-3-3 2-16,-2-3-16 16,4-3-11-16,-1-1-86 15,2-6-187-15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19.33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39 20 291 0,'-13'-9'26'0,"4"6"-20"0,6 3 34 16,3 0-3-16,0 0 8 16,0 24-11-16,0 9-5 15,0 2-6-15,0 7-8 16,0 0-2-16,0 6-10 0,0-4-4 15,0 3 14 1,0-4-18-16,0-5 5 0,3-2 1 16,-3-6-5-16,0-6 0 15,0-6-5-15,0-6-3 16,0-4 15-16,0-3-9 16,0-5 5-16,0 0 1 15,3 0-1-15,-1 0-1 16,4-20-9-16,3-10 4 15,-2 1 14-15,5-7-12 16,-1 2 1-16,-1 4 0 16,2 6-1-16,-1 3 7 15,2 7-4-15,-1 3-5 0,4 9 16 16,4 2-12 0,-2 0 3-16,3 0 7 0,0 10-8 15,2 5 9-15,-2 2-9 16,-4-1-3-16,0 2 12 15,-9-2-9-15,-5-2 1 16,-3 4 0-16,0 2 6 16,-17-3-1-16,-13 0-6 15,-9 1-4-15,0-2 14 16,1-5-17-16,2 0 3 16,11-7 2-16,8-4-8 15,10 0 0-15,7 0-35 16,0-4 4-16,18-13 37 15,15 7-6-15,6-1 3 0,-3 4 5 16,0 2 1-16,-3 3 8 16,-8 2-6-16,-2 0-6 15,-2 0 14-15,-4 0-15 16,-1 0 7-16,0 0 4 16,-1-4-8-16,2-2 10 15,1-5-8-15,0-2-1 16,0-3 10-16,0-4-6 15,-5-5 7-15,1 3 6 16,-3-1-5-16,0 3 8 16,-6 8-1-16,1 4-11 15,-6 6 13-15,0 2-10 16,3 0-5-16,-1 0 13 0,5 10-4 16,-1 15-2-16,6 2-12 15,-1 3 1-15,2-5 9 16,2 0-15-16,2-8 7 15,2-4-5-15,2-3 0 16,2-6 7-16,-1-4-8 16,3 0 1-16,-2 0 8 15,-2-4-8-15,-2-14 7 16,-2-2-1-16,-4-2-6 16,-2-1 15-16,-7-1-13 15,1 1 0-15,-5 3 10 16,0 10-7-16,0 6 1 0,0 4-2 15,0 0-6 1,0 0 17-16,-3 2-13 0,1 15 7 16,-2 4 1-16,2 6-5 15,2 3 1-15,0 2 3 16,0 3-5-16,0 0 12 16,0 6-13-16,0-1 2 15,0 3 5-15,11-2-5 16,0 2 1-16,0-3-1 15,-2 0-2 1,-4-1 7-16,-2-2-10 0,-3 3 3 16,0-5 4-16,0-3-5 15,0-2-2-15,-6-5 1 16,-11-3-1-16,1-2 5 16,-4-5-5-16,1-2 1 0,6-9 4 15,-4-4 1-15,3 0-1 16,3 0-1-16,-3-17-2 15,7-10 7-15,0-6-8 16,5-11 4-16,2-3 3 16,0 2-2-16,13 3 0 15,12 6 1-15,0 10-6 16,3 1 11-16,0 2-10 16,1 1 4-16,5 4-5 15,2 1-20-15,-4 2-39 16,-3 6-236-16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20.55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141 131 12 0,'-25'-13'138'0,"1"-1"-132"16,-1 5 19-16,11 5 29 16,8 1-4-16,1 1 0 15,3-1 4-15,2 1-6 16,0-5-18-16,0 2-9 15,0-6 0-15,0 6-5 16,0-2-12-16,16-5 9 16,6-1-15-16,5 5 1 0,7 0 4 15,2 7-4-15,2 1 3 16,-8 0-3-16,1 0-1 16,-9 12 10-16,-8 15-12 15,-11 4 6-15,-3 10 4 16,0 5-8-16,-9-2 5 15,-16-4-8-15,-5-1 3 16,-6-1 9-16,-8-3-14 16,0 2 6-16,-1-6 1 15,7-5-2-15,13-11 1 16,12-5-1-16,9-5-1 16,4-5 1-16,0 3-2 15,20-2 7-15,7-1 3 0,0 4-7 16,4-4 5-16,-3 0-3 15,0 0-4-15,-3 0 6 16,-4 2-4-16,4 0-4 16,3 3 1-16,2-3 0 15,3 1-1-15,1 0-22 16,1-3-13-16,-2 0-35 16,3 0-101-16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21.39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13 54 225 0,'0'-10'29'16,"0"5"-12"-16,0 3 43 15,0-2-42-15,0 3-14 16,2 1 6-16,7 0-20 16,-7 0-15-16,4 0-41 0,-1 0-94 15</inkml:trace>
  <inkml:trace contextRef="#ctx0" brushRef="#br0" timeOffset="-244">10 264 311 0,'0'-4'61'0,"0"4"-73"15,0 0 57-15,-3 21 0 16,-3 3-27-16,6 3-6 16,0 3-9-16,0-6 10 15,0 5-11-15,0-3-3 16,0-3 2-16,0 0 0 15,4-1-2-15,-2 0-7 16,-2-2-6-16,0-5-9 16,0-2-31-16,0-6-28 15,0-2-63-15</inkml:trace>
  <inkml:trace contextRef="#ctx0" brushRef="#br0" timeOffset="528">300 350 198 0,'0'3'31'16,"0"6"-5"-16,0 6 44 0,0 3-22 15,0 2-18-15,0 2-15 16,0 0-10-16,0-1 3 16,0-4 0-16,0-2-1 15,0-3-7-15,5-3-2 16,-3 0 7-16,7-4-8 16,0-3 1-16,-4-2 4 15,6 0-3-15,-5 0 4 16,2 0-6-16,1-7 1 15,-1-11 6-15,-1-5-8 16,2 2 4-16,-3-6-5 16,0 4 6-16,-4-3 3 0,4 8-6 15,-1 4 4-15,-3 7 12 16,-2 2-2-16,0 5 0 16,0 0-6-16,7 0-5 15,-2 0 6-15,6 5-3 16,2 13-6-16,1-1 8 15,-3 5-6-15,0-4 0 16,-2-1-1-16,-4-3-2 16,2-2 2-16,-3 2-18 15,-1-8-10-15,3 4-13 16,2-4-79-16,3-1-61 16</inkml:trace>
  <inkml:trace contextRef="#ctx0" brushRef="#br0" timeOffset="1751">907 392 33 0,'-10'-12'200'15,"-7"2"-195"-15,3 5 54 16,3 5 9-16,-3-3-31 15,3 3-20-15,0 0-4 16,-6 0-5-16,2 0 9 0,-12 0-14 16,6 5 0-1,-3 11 14-15,1 1-16 0,4 3 8 16,4 1-2-16,5-1-6 16,5 2 9-16,2 1-16 15,3-5 2 1,0 0 9-16,0-6-12 0,18-5 1 15,5-2-4-15,2-5-1 16,2 0 5-16,0 0-17 16,2-17 12-16,-2-6 4 15,1-4-7-15,-6-5 9 16,0-4 5-16,-3 0 0 16,-8-6 5-16,0-3-8 15,-5-6 6-15,-6 3 2 16,0 1 4-16,0 7-2 0,0-1 2 15,0 11 5-15,-8 9 9 16,-3 5-7-16,2 9-3 16,6 2 1-16,-2 5-6 15,-1 0-4-15,-5 0-3 16,3 0-2-16,0 8 11 16,3 14-13-16,1 8 4 15,4 5 10-15,0 2-10 16,0 2 5-16,0 3-1 15,0 0-8-15,0 3 12 16,6 0-14-16,8-6 4 16,0 2-3-16,2-9-3 0,4-8 2 15,2-1-2 1,0-8-2-16,-1-5 5 0,4-2-12 16,1-8-4-16,-1 0-4 15,0 0 2-15,-1 0 11 16,9-13 8-16,3-7-3 15,0 1 12-15,2-4-19 16,-7-4-18-16,-1 3-16 16,-1-3 26-16,-13 3 8 15,-5 9 14-15,-11 6 13 16,0 3 27-16,0 4 2 16,-9 2-21-16,-13 0-4 15,-6 0-8-15,1 0 3 0,5 5-9 16,-3 10-4-16,5 5 14 15,2 2-14-15,4 2 2 16,8 1 5-16,6 4-5 16,0 0 1-16,0-4-6 15,6 0-4-15,16-8 8 16,8-2-11-16,1-9-4 16,4-2 4-16,7-4-10 15,-1 0-4-15,-2-4 4 16,-3-11 2-16,-3-8 22 15,0 0-10-15,-3-2-4 16,1 0 8-16,-4-5-5 0,-2-3-3 16,0 0 1-16,-9 3 3 15,-5 12 14-15,-11 11 4 16,0 5 20-16,0 2-3 16,0 0-15-16,0 0-2 15,0 0-8-15,0 9-1 16,0 9 13-16,0 2-10 15,0 5 4-15,0 3 3 16,0 8-8-16,0 2 5 16,6 1-6-16,6 6-5 15,1 2 4-15,6 5-2 16,0 5-4-16,2-2 0 16,-6-4-1-16,2-5-1 15,-6-6-11-15,0-6 4 16,-2-6 12-16,-6-6-15 0,1-10 2 15,-4-5-6-15,6-7-42 16,-3 0 13-16,-1 0-47 16,7 0-119-16</inkml:trace>
  <inkml:trace contextRef="#ctx0" brushRef="#br0" timeOffset="2949">1582 395 177 0,'0'-15'8'0,"0"5"47"15,0 2 13-15,0-4-26 16,0 2-7-16,11 0-10 15,-1 3-5-15,1 4 7 16,2 0-17-16,7 3 6 16,0 0 9-16,-1 0-18 15,6 3 0-15,-3 12-5 16,0 3-4-16,-3 1 8 16,-2 1-11-16,-6-2-1 15,-9 2 10-15,-2 0-3 0,0 1 2 16,-8 2 3-16,-17 2-6 15,-2-5 6-15,0 0-9 16,4-6-1-16,4-5 8 16,5-4-7-16,3-5 3 15,8 0 0-15,-2 0-8 16,5 0 5-16,0-5-10 16,0-5 2-16,0-3 10 15,21 3-1-15,8 4 5 16,1 6-3-16,1 0-3 15,1 0 8-15,4 0-10 16,-2 0 1-16,-1 0 5 0,-1 0-7 16,4 0-2-16,0 0-2 15,2-4-3-15,2-11 9 16,-1-8-10-16,-1 2 2 16,-11-6 18-16,-4 4-8 15,-12 3 9-15,-9-4 2 16,-2 3-2-16,0 3 11 15,0 1-11-15,-16 4 6 16,-4 8-10-16,1 1-3 16,-5 4 7-16,2 0-9 15,2 0 1-15,1 8 13 16,4 8-14-16,10 5 4 16,0 3 3-16,1 3-5 0,4 3 5 15,0 3-7 1,0-3 2-16,0-3 6 0,0-2-15 15,21-8 6-15,1-2 2 16,0-9 0-16,6-2-6 16,-1-4 2-16,6 0-3 15,0-4 12-15,0-11-7 16,-2-6 2-16,-4-1 2 16,-2-4-3-16,-5 5 1 15,-2-4-7-15,2 2 5 16,-8 5 9-16,-1 6-9 15,-7 5 9-15,2 5 1 16,-3 2 0-16,0 0-5 16,-1 0 1-16,1 0-1 0,3 15 7 15,-1 6-11-15,-3 7 5 16,4 0-2-16,-3 2 1 16,3-5-1-16,-3-6 2 15,2 1-9-15,1-8 13 16,-1-2-13-16,1-2 1 15,-1-7 3-15,1-1-5 16,4 0 6-16,7 0 2 16,0 0-2-16,2-16 7 15,-2-7-8-15,-4 1 1 16,-1-3 5-16,-1 0-4 16,-1 0 2-16,2 2-3 0,-3 10-5 15,0 4 13 1,0 5-12-16,0 4 3 15,-4 0 7-15,1 0-3 0,1 3 5 16,2 12-4-16,-4 1-5 16,6 6 7-16,0-2-7 15,1 1 2-15,1-2 3 16,4-3-5-16,-3-6 4 16,2 0-5-16,-2-3-2 15,3-6 1-15,2-1-19 16,3 0-40-16,3 0-135 15</inkml:trace>
  <inkml:trace contextRef="#ctx0" brushRef="#br0" timeOffset="4475">3208 446 274 0,'0'-16'23'0,"0"6"2"15,0 0 37-15,0 1-44 16,-9 3-1-16,-3 1 5 16,-1 1-7-16,-3 3 7 15,-4-1 1-15,-5 2-9 16,-2 0-5-16,-7 0-8 0,7 17-1 16,3 6 9-1,3 4-13-15,10-2 7 16,7 1-6-16,4-1 1 0,0-4 4 15,0-7-9-15,4-2-1 16,19-6 11-16,1-6-10 16,3 0 3-16,5 0-8 15,-2-6 2-15,-2-11 2 16,-1-3-1-16,-4-4 3 16,-5-5 9-16,-4-2-5 15,1-8 1-15,-1-7 1 16,-7-5-4-16,-3-2 8 15,-4 1-6-15,0 3-2 16,0 10 10-16,-7 8-9 16,-9 6 7-16,3 9 2 0,-2 9-1 15,1 4 9-15,-2 3-13 16,2 0 1-16,3 21 9 16,0 7-3-16,6 4 3 15,2 3-9-15,3-1 0 16,0 6 8-16,0 1-8 15,6 3-1-15,7-4 4 16,4 1-2-16,0-4-6 16,-1-4 4-16,4-1-4 15,-2-5 7-15,7-2-7 16,4-4-1-16,-2-7 6 16,3-1-4-16,-5-7-3 15,-1 0 3-15,-4-6-3 0,-1 0 7 16,3 0-12-16,-2 0 2 15,-2-6 10-15,0-12-4 16,-7 0 2-16,-4-4-2 16,5-8-2-16,-4 0 7 15,1-5-9-15,-4 5 2 16,-3 5 2-16,-2 8-1 16,0 9 1-16,0 8-9 15,-7 0 2-15,-13 0 14 16,0 2-10-16,4 16 8 15,0 5 2-15,5 2 0 16,5-1-2-16,6 6-2 16,0 0 0-16,0-5 7 0,0-2-15 15,15-4 5-15,6-7-1 16,3-4-3-16,5-8 2 16,1 0-5-16,1 0-9 15,1-2 6-15,2-11-14 16,-4-4 5-16,0-1 8 15,-7-1-14-15,-5 1 26 16,-3-3 2-16,-5 5 3 16,-4 4 15-16,-3 1-3 15,-3 8-2-15,0 3-2 16,0 0-14-16,0 0 13 0,0 21-1 16,0 6-3-16,0-5 9 15,0 1-11-15,9-4 0 16,-5-5 3-16,5 0-8 15,2-4 1-15,3-4-8 16,2-2 0-16,4-4 13 16,2 0-20-16,-4 0 6 15,3-5-1-15,-6-10-3 16,-3-4 10-16,4 3-3 16,-1-1-1-16,-4 1 15 15,-6 9-9-15,-5 5 4 16,0 2 4-16,0 0-3 15,0 0 4-15,0 0 6 16,2 9-8-16,5 7 10 16,-3-2-17-16,10 2-4 0,-3-8 7 15,0 4-2-15,6-6-7 16,-2-2 2-16,3-4-8 16,4 0 3-16,1 0-5 15,2-8-2-15,-1-11 13 16,-1-2-8-16,-4-1 1 15,0-5-4-15,-2-9 1 16,-4 0 4-16,-2-7-10 16,-8-4 9-16,-3-5 10 15,0 5 6-15,0-1 4 16,0 14 3-16,-6 11-7 16,-2 6 3-16,-3 10-4 15,6 7 8-15,-4 0-8 0,4 0 1 16,5 0 14-16,-6 9 5 15,6 12-2-15,0 6 1 16,0 5-8-16,0 6-5 16,0-1-3-16,0 2-2 15,0 1 5-15,0-4-10 16,0-3-1-16,11-3 5 16,1-3-6-16,-2-5 1 15,-1 1-3-15,-1-5-5 16,1-6 4-16,-1-1-27 15,-3-7-24-15,1-3-27 16,-6 3-77-16</inkml:trace>
  <inkml:trace contextRef="#ctx0" brushRef="#br0" timeOffset="4676">4099 386 57 0,'-3'-3'388'0,"3"3"-408"0,0 0 32 16,6 0 27-16,27 0-7 15,8 0-23-15,15 0-9 16,7 0 9-16,5 0-11 0,4-18-5 16,3-3-22-16,0 2-84 15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27.52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227 271 216 0,'0'-14'48'16,"0"0"-18"-16,-4-4 55 15,-10 11-42-15,8 2 3 16,3 5-27-16,-2 0-6 15,-6 0 2-15,-6 0-6 16,-8 0 7-16,-5 11-7 16,-1 8-5-16,1 4 9 15,8 2-13-15,6 0 2 16,7 5 1-16,9-4-5 16,0 3 6-16,0 0-12 15,16-7 4-15,15-1 7 16,3-7-10-16,4-4-1 0,3-7-10 15,4-3-8-15,-6 0-10 16,-3 0-24-16,-7 0 20 16,-4-13 15-16,-3-1-4 15,-5-4 23-15,-7 0 8 16,-1-5-2-16,-3-1 12 16,-3-1 6-16,-3 1 10 15,0 9 14-15,0 3 12 16,0 3-9-16,0 9-18 15,0-2-7-15,0 2 1 0,-11 0-16 16,-9 0-8 0,4 8 10-16,-1 13-9 0,2 5 5 15,11 4-4-15,2-4 0 16,2 3 6-16,0-5-10 16,0-1-7-16,15-5 10 15,10-8-5-15,11-1 3 16,0-6-1-16,0-3-6 15,0 0 15-15,-6-8-9 16,-5-10 5-16,-3-4 7 16,-4 0-4-16,-8-4 2 15,-7 3 2-15,-3-5-4 16,0-1 6-16,0 6-4 16,0 0-4-16,-20 1 6 15,2 5-4-15,-8 2-2 0,2 4-4 16,-2 7 0-16,1 4 6 15,7 0-10-15,6 0-8 16,1 0-2-16,9 0-12 16,-1 3-51-16,3 11-82 15,0 3-82-15</inkml:trace>
  <inkml:trace contextRef="#ctx0" brushRef="#br0" timeOffset="1560">1089 308 144 0,'-8'-15'14'0,"-1"3"11"16,4 9 49-16,2 3-36 15,-5 0-1-15,-3 0-10 16,-3 0 5-16,-2 0 14 16,-4 0-9-16,4 0-22 15,-4 13 10-15,4 4-13 16,0 3-5-16,1 5-2 16,8-1-3-16,3 5 1 0,4-5-5 15,0 1-4 1,0-6 10-16,15-1-5 15,1-7 0-15,0-4 1 0,1-4-4 16,2 1-1-16,4-4-3 16,7 0 1-16,3 0 10 15,0-20-4-15,3 1-1 16,-11-4 4-16,-5-2-3 16,-11 1 7-16,-9-6-5 15,0 5-2-15,0 2 12 16,-21 3-12-16,-3 8 0 15,-7 3 3-15,3 8-4 16,-3 1 2-16,13 0 0 16,4 0-6-16,6 0 5 0,8 0-7 15,0 1-9 1,0 5 5-16,13-1 2 0,20-2 2 16,9-1-16-16,5-2 0 15,2 0 2-15,-4 2 6 16,-4 4 28-16,-3 4-5 15,-2 4 1-15,-8 2 7 16,3 4-3-16,-9 1 1 16,3 7 3-16,0 2-15 15,-7 0 2-15,-6 0-1 16,-12-4 1-16,0 0 2 16,0-10 1-16,0-1-1 15,-8-6 4-15,-3-4-7 0,5-5 2 16,1 0 0-1,2 0-4-15,3-5 4 0,0-15-1 16,0-8-1-16,0-2 9 16,8-4-9-16,9-1 1 15,-3 2-2-15,4 3 1 16,0 6 1-16,0 3-8 16,2 6-1-16,-4 6 6 15,6 2-13-15,3 2-2 16,6 5 12-16,4 0-25 15,5 0 3-15,1 0 13 16,3 0-36-16,3 3 6 0,-1-3-12 16,-10 2 24-16,-5-2-18 15,-12 0 9-15,-10 0 40 16,-9 0 10 0,0 1 21-16,0 5 15 0,-21-1-24 15,-3 2 11-15,-3 2-3 16,0 0-8-16,-1 6 12 15,-1 0-11-15,5 4-6 16,3 7-3-16,-4-2-7 16,8 2-2-16,2 0 0 15,5-3-7-15,7-2 5 16,3-3-4-16,0-2-7 16,9-5 4-16,12-5-8 15,7-3 6-15,5-3 5 16,-3 0-12-16,4-6 11 0,-7-17-3 15,1-3 2-15,-6-4 13 16,0-2-8-16,-5-5 4 16,-6-9-3-16,-3-2 3 15,-5-3 2-15,-3-4-8 16,0 1 0-16,0 2 11 16,-11 10-9-16,-3 7 6 15,3 5 1-15,4 9-12 16,0 12 19-16,5 6-15 15,-2 3 0-15,-1 0 0 0,2 0 2 16,-3 15 2 0,1 12-1-16,3 6-7 0,2 2 16 15,0 6-11-15,0 9 3 16,0 1 0-16,10-2-4 16,5 1-2-16,-6-8-1 15,3-5-3-15,-1-2 10 16,2-5-14-16,2-3 3 15,2-8 1-15,1 0-1 16,0-8 2-16,0-6-4 16,0-5-4-16,-2 0 10 15,0 0-7-15,4 0-2 16,-1-16 4-16,3-4 4 16,0 0 4-16,-2-5-4 15,-1 1 0-15,-5-1 8 0,-4 5-10 16,-4 6 5-16,-3 11 2 15,-3 3-3-15,0 0 9 16,0 0-4-16,0 17 3 16,0 10 2-16,6 0-11 15,-1 3 2-15,4-8 2 16,2-2-3-16,5-2 1 16,0-8-7-16,2-5-7 15,0-5 4-15,4 0-87 16,3 0-198-16</inkml:trace>
  <inkml:trace contextRef="#ctx0" brushRef="#br0" timeOffset="1772">2414 169 238 0,'-7'-12'93'16,"3"5"-99"-16,4 1 54 16,0 2-32-16,4 1-9 15,12 3-10-15,0 0-27 16,-8 0-29-16,4 0-118 16</inkml:trace>
  <inkml:trace contextRef="#ctx0" brushRef="#br0" timeOffset="2249">2650 390 151 0,'0'0'64'15,"0"0"-74"-15,0 11 33 16,0 8 21-16,-4 9-3 15,2 2-12-15,-1-4 10 16,1 0-8-16,2-4-14 16,0-2-14-16,0-8 1 0,0 0-3 15,0-1-2-15,0-7-12 16,7-1-3-16,7-3 5 16,5 0-21-16,1 0-7 15,-1-3 24-15,1-15 10 16,-2-9 10-16,-4 1-5 15,-3-4 6-15,0-2 17 16,-2 4 7-16,-4 8-12 16,-1 8 17-16,-2 7-11 15,-2 5-10-15,0 0-7 16,0 0 9-16,0 5 11 16,0 14-14-16,0 4-3 15,0 2-3-15,0-2-6 16,0-7 2-16,9 2-7 0,7-3 0 15,6-6 8-15,8-2-14 16,8-7-4-16,12 0-17 16,3 0-29-16,0 0-77 15,-2-11-44-15</inkml:trace>
  <inkml:trace contextRef="#ctx0" brushRef="#br0" timeOffset="3024">3331 444 62 0,'4'-10'149'0,"-4"4"-95"0,0-4 31 16,0 3-16-16,0-3-26 16,-4 1-21-16,-7 5 2 15,-8-1-20-15,-1 5 5 0,-2 0 3 16,-3 0-8-16,-3 0-2 16,-5 12 2-16,3 11-3 15,6-1 6-15,7 2-9 16,7 2 1-16,6-4 3 15,4 0-3-15,0-2 0 16,0-2-6-16,14-6 2 16,8-3 6-16,6-6-18 15,2-3 4-15,3 0-2 16,1 0 1-16,-7-9-2 16,-2-12 9-16,-6 3 1 0,-4 0 13 15,-8-2-7 1,-5-3 3-16,-2 3 2 0,0 3-3 15,0 7 10 1,0 7-4-16,0 3-9 0,-2 0 6 16,-5 0 0-16,-2 6 0 15,0 11 2-15,6 1-3 16,3-2 1-16,0 2-1 16,0 0-7-16,3-5 12 15,15 1-13-15,3-7 2 16,1-5 0-16,0-2-2 15,3 0 0-15,-3 0-5 16,3 0 3-16,3-14 6 16,-1-6-9-16,1-4 6 0,-3-2-1 15,-3-6 4-15,-1-5 5 16,-3-5-8-16,-7-8 0 16,-9 0 10-16,-2-4-9 15,0-1 4-15,0 3-1 16,-2 9 0-16,-13 8-3 15,5 13-2-15,-1 12-2 16,0 10 9-16,-1 0-4 16,-5 10 8-16,4 18 8 15,1 1-5-15,7 6-2 16,5 7 4-16,0 1-2 16,0 1 9-16,0 3-4 15,5-8 0-15,7 5-8 16,-1-10-5-16,-5-4 1 0,1 0-4 15,-1-5-4-15,-3-1 5 16,3-4-9-16,-3-2-8 16,-1-3 1-16,1-6-20 15,-1 2-21-15,2-6-30 16,-4 0-125-16</inkml:trace>
  <inkml:trace contextRef="#ctx0" brushRef="#br0" timeOffset="3954">3491 365 114 0,'0'-3'169'16,"0"3"-190"-16,3 0 33 16,24 0 18-16,15 0-6 15,7 0-13-15,4 0-9 16,2 0-2-16,-5 0 3 15,-3 0 0-15,-3 0 2 16,-5 0-4-16,-1 0 0 16,-4-4-8-16,-1-7 6 15,-3 5-10-15,-5-3 7 16,-9 3-2-16,-5 1 1 16,-7-2 3-16,-4-2 6 15,0 0-4-15,-4-1 11 16,-12-1-3-16,0 7-9 0,1-1 1 15,5 5 9-15,-1 0-4 16,0 0 2-16,-3 0-3 16,-8 15 10-16,0 9-1 15,-1 6-5-15,4 3-1 16,8-3-7-16,7-3-2 16,4-2 5-16,0-5-7 15,0-5 10-15,27-3-9 16,5-5-3-16,4-7 5 15,6 0-10-15,-3 0-5 16,1 0-4-16,5 0 0 16,-6-10 13-16,-1-2 8 0,-2 4 5 15,-6 1-1 1,-11 2-10-16,-4 5-1 0,-7 0 4 16,-6 0 0-16,-2 0 1 15,0 0-3-15,0 0 4 16,0 0 8-16,0 0 1 15,0 0 1-15,0 0 2 16,0 0-14-16,0 0 4 16,3 0-7-16,-3 0 3 15,4 0 15-15,-4-2-12 16,0-3 4-16,0-2 5 16,0 2 8-16,0-1-2 15,0 1-8-15,0 1-10 0,0 1 8 16,0 0-13-1,0 1 1-15,0 0-4 0,-7-2-14 16,3 3-12-16,-2-1 25 16,3 2 3-16,3-4 10 15,0 3-1-15,0-4-2 16,0-4 6-16,9 0 2 16,12-2 19-16,-2 4-16 15,4 3 4-15,-7 4-1 16,-5 0 6-16,0 0-9 15,0 0 14-15,3 0-3 16,-3 10 4-16,-2 3-9 0,2 4-5 16,-3-5 8-16,-2 0-3 15,-4 0-11-15,1-1 0 16,-3 1-3-16,0 1 3 16,0-1-5-16,-9 3-5 15,-12-2 10-15,-2 6-14 16,1-4-4-16,2-5-25 15,13-1-94-15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38.90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53 0 380 0,'-17'3'36'0,"-2"-3"-45"16,2 0 23-16,17 0 10 15,0 0-7-15,0 0-10 16,0 0-2-16,0 0-2 15,0 0 4-15,0 0-6 16,0 0 1-16,0 0 1 16,0 0-19-16,0 0-32 0,0 0-50 15,0 2-138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39.21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17 0 118 0,'0'0'232'16,"0"0"-223"-16,0 0 51 16,-8 0 2-16,1 0-43 15,5 0-1-15,2 0-21 16,0 0-2-16,0 0 2 16,0 0-5-16,0 0 2 15,0 0-17-15,0 0-27 16,0 0-99-16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8:35.53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328 218 99 0,'4'-17'63'15,"-4"1"-54"-15,3 4 16 16,-3 5-3-16,2 0-19 16,0 1-2-16,7-1 0 15,2-3-8-15,1 1 14 16,-2 1-13-16,-7 0 4 15,-3 6 4-15,0 2-1 16,0-3 12-16,0 3 5 16,-7-2-5-16,3-1 9 15,-2 1-8-15,6-4 12 16,0 2-4-16,0-2-3 0,0-1-1 16,0 2-12-16,0-4-9 15,0-4 16-15,10-3-16 16,5 5 6-16,-7 1 3 15,-5 5-3-15,-3 1 14 16,0 4-6-16,0 0 5 16,0 0 13-16,0 0-18 15,0 0-3-15,0 0 12 16,0 0-9-16,-8 0 3 16,-14 0-9-16,-6 0-2 15,-7 11 17-15,-4 5-14 0,-1 3 5 16,4 6-6-1,-2 2 8-15,0 3-8 0,4 3-3 16,7 0-3-16,8 8 14 16,4 2-15-16,5-7 6 15,1 3 1-15,7-3-5 16,2 1 3-16,0 3-3 16,0 0-5-16,5 0 12 15,11-2-8-15,1 1-3 16,8-7 3-16,5-2-5 15,1-5 6-15,-1-6-7 16,-2-1-1-16,-3-8-2 16,5-9-3-16,-3 2-14 15,2-3-11-15,1 0-66 0,0 0-172 16</inkml:trace>
  <inkml:trace contextRef="#ctx0" brushRef="#br0" timeOffset="487">652 167 250 0,'-4'-12'31'0,"2"8"-4"16,2 2 50 0,0 2-25-16,-3 0-25 0,3 0-8 15,0 0-9-15,0 0 5 16,0 0 7-16,16 0-3 15,2 17-6-15,-2 6 11 16,4 6-15-16,-2 4-2 16,5 2-1-16,2-4-4 15,-1-1 6-15,3-6-10 16,2-2-1-16,-4-3 10 0,-7-2-10 16,0-2 4-16,-11-2-1 15,2-6-2-15,-4 2 6 16,1-3-11-16,-1 2-1 15,-1-1 1-15,-4-2-8 16,2 2-16-16,-2-1-10 16,3-5-30-16,-1 3-58 15,0-2-68-15</inkml:trace>
  <inkml:trace contextRef="#ctx0" brushRef="#br0" timeOffset="854">969 93 189 0,'-4'-14'21'0,"4"9"-10"16,0 2 40-16,0 3-3 15,0 0-36-15,-2 0 10 16,-3 0 12-16,-3 0-1 16,-1 18 15-16,-1 2-21 15,-7 7-12-15,-2 1-2 0,-4 2-6 16,2 0 2 0,0 2-1-16,6-1-8 0,-2 2 9 15,0-6-12-15,3 0 2 16,1-2 4-16,4-1-5 15,-1 3-3-15,3-5-5 16,3-3-8-16,0-1-11 16,4-6-66-16,0-2-30 15</inkml:trace>
  <inkml:trace contextRef="#ctx0" brushRef="#br0" timeOffset="1330">1485 437 69 0,'9'0'104'0,"2"0"-83"15,-6 2 57-15,4 1-11 16,-7 1-37-16,3 3 0 16,-1 7-7-16,-2 1-14 15,-2 4 0-15,0 1-2 16,0 2-2-16,0 4 9 16,0 1-5-16,0-3-5 15,-11 3-3-15,-8-2-3 16,0 1-11-16,-4-2-20 15,4-3-28-15,2-3-12 16,6-3-46-16</inkml:trace>
  <inkml:trace contextRef="#ctx0" brushRef="#br0" timeOffset="1762">1703 116 87 0,'0'-19'196'16,"0"5"-196"-16,0 13 25 16,0 1 20-16,0 0-27 15,6 0 16-15,16 0 1 16,0 1-13-16,0 15-3 16,-3-2-4-16,4 4-8 15,-4 0 4-15,0-1-8 16,3 2-5-16,-2-1 8 0,1-3-7 15,1-3 3 1,1 3-4-16,-7-3-1 0,-1 1 9 16,-2-1-13-16,-8-1-2 15,4-2-2 1,-4-1-35-16,2-4-35 0,-3 2-119 16</inkml:trace>
  <inkml:trace contextRef="#ctx0" brushRef="#br0" timeOffset="2167">2096 60 171 0,'-6'0'23'16,"-2"0"31"-16,-1 0 17 16,1 14-25-16,3 4-9 15,-4-1-10-15,4 3 1 16,-2 0 0-16,5-2-13 16,0 6 3-16,-3 0-3 15,1 6-6-15,-1 3 1 16,-4-1-10-16,7 2 3 15,-1 2-3-15,3-2-4 0,0 2 12 16,0-3-13-16,0 1 2 16,0-4 2-16,-6-4-6 15,4-1 3-15,2-3-5 16,-2-4-6-16,2-3 2 16,0-6-23-16,0-3-33 15,0-3-51-15,0-2-43 16</inkml:trace>
  <inkml:trace contextRef="#ctx0" brushRef="#br0" timeOffset="2670">2344 24 101 0,'-3'-15'130'0,"3"9"-116"16,0 5 23-16,0 1 18 0,0 0 0 15,0 0-29 1,13 0 6-16,-1 0-5 0,4 0-11 16,1 0-2-16,0 5-5 15,5 10-7-15,2 10 10 16,4 2-11-16,1 10 5 16,-5 3-2-16,3 3-4 15,-4-3 7-15,-7 7-3 16,-2-4-4-1,-8 3 10-15,-4-4-11 0,-2-1 1 16,0 5 0-16,0-6-2 16,0-6 2-16,0-4-7 15,-8-2 3-15,-3-5 6 0,-1-5-14 16,-1 0 3-16,2-2 0 16,-3-6-26-1,0 2-27-15,6-6-57 0,5 0-46 16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06.09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 50 93 0,'0'-9'41'0,"0"-3"-37"16,0 1 18-1,0 7 16-15,0 1-15 0,0 2-6 16,0 1 3-16,0 0 19 15,0 0-11-15,0 0 4 16,0 0-12-16,0 0 11 16,0 0-12-16,0 0-2 15,0 0-5-15,0 0-3 16,0-4-5-16,0 4 5 16,5-2 0-16,-1 2 8 15,2-2-9-15,-3 2 2 0,0 0-1 16,-3 0 2-1,0 0 4-15,0 0 3 0,0 0-5 16,0 0 12-16,3 0-21 16,3 0 9-16,2 0-5 15,3 0-3-15,0 0 0 16,-1 0-6-16,1 0 0 16,-2 9 12-16,3-2-14 15,-4 1 5-15,3 2-1 16,-3 1-2-16,3 1 6 15,-3-3-4-15,0 1-3 16,1 1 11-16,2 1-12 16,-3-3 5-16,0 2-1 15,3 1 0-15,0-2 0 0,0 2 0 16,1 1-4-16,1-4 10 16,-2 2-10-16,1 1 3 15,-1-1 0-15,-3 0 0 16,2 4 2-16,1 0-6 15,0 0 4-15,1 0 4 16,-1 2-4-16,0-2 1 16,0 3-2-16,1-3 1 31,-5 0 0-31,4-3-1 0,-2 0-2 0,0-4 6 16,-3-2-3-16,1 1 0 15,-2-2-1-15,4-1-1 16,-4 2 6-16,1-2-6 0,-2 1-1 15,0-2 8 1,-1 1-7-16,-1 1 3 0,1-2-6 16,-3 0 7-16,0 1 1 15,6-1-9-15,-6-1 3 16,3 1 5 0,-1-3-11-16,-2 0 4 0,3 0-10 15,-3 0-13-15,3 0-9 16,-3 0-33-16,0 0-47 15,3 0-144-15</inkml:trace>
  <inkml:trace contextRef="#ctx0" brushRef="#br0" timeOffset="661">465 38 171 0,'0'-5'62'0,"0"5"-45"15,0-1 36-15,0 1 5 16,0-3-35 0,0 3-10-16,0 0 9 0,0 0 14 15,0 0-12-15,0 0-1 16,0 0 0-16,0 0-9 15,0 0 1-15,0 0-7 16,0 0-3-16,-4 0 11 16,4 0-13-16,-4 0 2 15,-10 0 3-15,0 0-9 0,-5 9 5 16,5 6-4 0,-2-2 0-16,1 4 5 0,1 3-5 15,-2 5 0-15,0 2 1 16,-1 0 0-16,1 3 1 15,-1 0-2-15,-2 0-3 16,-1 2 9-16,4-2-9 16,-4-2 2-16,4-1 3 15,-1-4-2-15,4-1 2 16,2-7-4-16,-1 0-3 16,4-4 14-16,3 0-14 15,-1 0 1-15,1-8 6 16,1 2-2-16,2-1-1 0,2-4-6 15,0 0-14 1,0 0 13-16,0 0-27 16,0 0-42-16,0 0-111 0</inkml:trace>
  <inkml:trace contextRef="#ctx0" brushRef="#br0" timeOffset="1265">1015 181 71 0,'-9'4'211'0,"3"-4"-191"15,4 0-14-15,2 3 20 16,0 0-5-16,0 1 20 16,0-2-11-16,0 4-4 15,0-4 1-15,0-2-11 16,0 0-3-1,0 0 4-15,0 0-9 0,0 0-3 16,0 0 0-16,0 0 1 16,6 0-2-16,-1-2 0 15,1-9-8-15,-1 1 9 0,3 3-5 16,-5 0-1-16,0 2-3 16,-1 5 5-16,-2 0 0 15,0 0-7-15,4 0-2 16,-4 0-5-16,0 7-56 15,0 11-147-15</inkml:trace>
  <inkml:trace contextRef="#ctx0" brushRef="#br0" timeOffset="1599">1022 467 175 0,'0'0'73'0,"0"0"-47"16,0 0 24-16,0 0 3 15,3 0-38-15,14-6-6 16,-3-2 1-16,0 1 4 15,-3-1-7-15,-7 7 0 16,0-2 6-16,-4 3-9 16,0 0-2-16,0 0 2 0,0 0-2 15,0 0-3 1,0 0 1-16,0 0-3 0,0 0 10 16,0 0-12-16,0 0-5 15,0 0-138-15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12.4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271 345 145 0,'0'-8'20'0,"0"3"6"0,0 3 14 15,0 2-22-15,0-4 2 16,0 4 15-16,0-1 1 15,0-1-6-15,0-1-4 16,0-2-3-16,0-3-8 16,0-3-9-16,0 2 0 15,-2 0 6-15,2-3-8 16,-4 3 1-16,2 0 3 16,-4 1 0-16,0 1-1 15,-1 0-1-15,-1 2-4 16,-4-1 12-16,-2 1-11 15,-2 0 6-15,-1 5-5 0,-2 0-2 16,-5 0 1-16,-5 0-5 16,1 0-1-16,4 16 12 15,2-4-15-15,8 5 8 16,3-2-5-16,6 3 4 16,5 4 1-16,0-2-7 15,0 2 2-15,0-2 12 16,0-1-14-16,5-1 5 15,6-6 1-15,5-1-5 16,1-9 9-16,8-2-7 16,0 0-1-16,5 0 10 15,1 0-12-15,-4-7 5 16,-2-8-3-16,-5 0 2 16,-7 3 6-16,-2-4-10 0,-3 2 4 15,-2 1 4-15,-1-1-4 16,-1-2 2-1,1 4-2-15,-3 2 1 0,4 3 3 16,-3-1-6-16,0 4 1 16,-1 3 9-16,-2-1-11 15,0 2 6-15,0-3-2 16,0 3 1-16,0 0 3 16,0 0-8-16,0 0 3 15,0 0 6-15,0 0-8 16,4 0 4-16,-2 6 6 0,1 18 1 15,1 6-1 1,0 2-7-16,-1 2 1 0,2 2 4 16,1 1-6-16,1 0 4 31,8 3-6-31,2-1 4 0,-2 2 2 0,3-4-6 16,-2 2 1-16,-2-1 4 15,-5-1-2-15,-5-2 0 16,0-3-1-16,-4-2 0 15,0-3 5-15,0-2-8 16,0-6 2-16,0 4 2 16,-6-8 0-16,-5-2-1 15,-3-4-1-15,1-6 0 0,-8 0 6 16,6-3-7 0,-6 0-3-16,-3-3 9 0,-1-19-11 15,-5-8 6 1,-1-5 0-16,6-2 0 0,4-3 6 15,6 3-7-15,8 4-1 16,1 6 8-16,4 3-5 16,2 3 0-16,0 3-2 15,2-1-1-15,23-1 9 16,8 1-7-16,6-4-1 16,8-2 6-16,5 1-8 15,4-1 4-15,-2-1-7 16,2 2 1-16,-9 1 6 15,0 4-8-15,-8-4-1 0,-7 1 7 16,1 0 1-16,-8 2-2 16,0-3-8-1,-7 2 1-15,-9 5 12 16,-3 2-4-16,-6 11-1 0,0-3 4 16,0 6 2-16,-2 0 2 15,-18 0-4-15,-5 0 0 16,0 8 7-16,6 7-8 15,2-2 4-15,6-1-1 16,1 0-2-16,2 3 1 16,-3 0 0-16,2 5-4 15,1-1 10-15,5 2-11 16,3-1 3-16,0-5 6 16,0-3-8-16,11-2 6 15,9 0-3-15,-2-2-4 0,5-3 11 16,-1-1-15-1,1-4 7-15,1 0 3 0,-3 0-8 16,4 0 3-16,4 0-3 16,-2-9-7-16,0-9 17 15,-2 0-15-15,-2-4 4 16,-4 2 5-16,-5 2 3 16,-5 4 0-16,-5 6-2 15,-1 0 2-15,-3 7 6 16,0 1-5-16,2 0-4 0,-2 0 2 15,6 0 4-15,-3 5-2 16,3 15 4-16,-3 2-6 16,-3 3 8-16,3-3-6 15,-3 3-2-15,0-8 0 16,2 1 1-16,0-8 0 16,2-6-1-16,1-1-2 15,6-3 6-15,9 0-7 16,1-7 1-16,4-16-1 15,3-2 1-15,-5-2 0 16,-2-3-3-16,-1 2 0 16,-7 4 10-16,-1 4-8 15,-8 10 1-15,3 1 3 16,-7 6 6-16,2 3-3 16,-2 0-2-16,2 0-1 0,4 0 8 15,2 0-9 1,1 0 5-16,0 10 2 0,-2 7-3 15,-1 0 1-15,3 1-5 16,1-1-2-16,1-4 7 16,7-1-6-16,-3-2 1 15,6-2-1 1,-3-1 3-16,4-4 2 0,1-3-9 16,-1 0 4-16,0 0 7 15,0 0-11-15,2 0 5 16,5-3 0-16,0-7-4 15,5-5 6-15,-4 0-10 0,-5-2-1 16,-6-3 10 0,-2 3-9-16,-6-3 6 0,-5 2 0 15,-6 1 2-15,0 4 0 16,0 6-1-16,0 2 2 16,0 2 7-16,-4 1-8 15,-9 2 0-15,-2 0 0 16,0 0 1-16,-3 2-2 15,5 16 1-15,5-3-1 16,-1 3 6-16,7 1-7 16,-2-1 3-16,2 2 0 15,2 2 1-15,0-4 2 16,0-1-8-16,0-2 3 0,6-8 6 16,13 0-8-1,6-4 3-15,3-3-2 0,1 0 2 16,7 0 0-16,0-3-2 15,-2-9-11 1,-2 0-5-16,-1-6 0 0,-6 3-11 16,-3-2 5-16,-3-3 5 15,-2 4 15-15,-5 5-2 16,-5 3 5-16,-5 3 6 16,2 5-6-16,1 0 3 15,1 0 0-15,2 10 6 16,-2 10 5-16,-1 0-5 15,3 2 6-15,1-2-3 0,-1 0-7 16,-2 0-1-16,-1-2-2 16,-3-4-1-1,2 1 6-15,-2-7-12 0,1-1 5 16,-3-6 5-16,0-1-2 16,0 0-4-16,0 0 7 15,0 0-7-15,3-4 9 16,-1-13-12-16,2-7 5 15,1-6 4-15,4 0-4 16,-2-2 0-16,-1 2 0 16,6 7 1-16,-4 3 3 15,2 10-4-15,-1 5-4 16,2 5 8-16,-3 0-7 16,6 0 3-16,4 0 0 15,3 10-1-15,3 1 6 0,7-4-10 16,1-2-1-16,4-3-6 15,3-2-9-15,-3 0-34 16,-5 0-1-16,1 0 0 16,-3 0 39-16,-2 0 14 15,3-11 1-15,-4 0 4 16,-5-2-2-16,2 1 7 16,-10 5-2-16,-2-1 6 15,-5 5 8-15,-6 3 4 16,0 0 55-16,0 0-40 15,-22 0-32-15,-12 6 2 0,-4 11 7 16,0 3-7 0,4 0 10-16,1 0-13 0,5-1-3 15,3 4 4-15,6 0-7 16,5-6 6-16,3 0-6 16,8-2-4-16,3 0 13 15,0 0-14-15,0-3 5 16,11-6 3-16,17-2-3 15,5-4 2-15,6 0-16 16,-6 0-11-16,-5-2 14 16,-6-13 4-16,-6 0 5 15,-1 0 4-15,-10 0 2 16,-2-5 0-16,-3 1-1 0,0-4 3 16,0 3 14-1,0 7-6-15,0 4 4 0,0 6 9 16,0 3-14-16,0 0-6 15,0 0-7-15,0 0 1 16,0 15 9-16,0 8-10 16,0 1 1-16,0 1 1 15,0-5 2-15,0 0-5 16,10-6 0-16,10-1 2 16,1-2 1-16,6-9-7 15,-3-2-6-15,3 0-10 16,-2 0-9-16,-2-10 10 0,-7-10 17 15,0-5 2-15,-3-5 5 16,-1-7-6-16,3-8 3 16,-8-7 0-16,1-5 2 15,-2-3-1-15,-6 2 1 16,0 9 1-16,0 12 13 16,0 15-3-16,0 9 16 15,0 9-9-15,-6 4-16 16,-4 0-2-16,-1 0-3 15,2 2 0-15,4 13 7 16,2 5-8-16,3 2 4 16,0 5 0-16,0 8 3 15,0 5 1-15,8 2-2 16,3 3 0-16,0-3 5 16,0 0-11-16,-2-2 5 0,-2-5 0 15,2-8-3-15,-1-2 0 16,7-8-2-16,-2-4-3 15,3-3 11-15,4-5-11 16,-4-5 4-16,1 0-2 16,-3 0-3-16,4-8-4 15,3-12-7-15,1-7 1 16,3 0 9-16,-6-3-6 16,-2 5 5-1,-6 5 8-15,-4 8 0 0,-3 7 2 16,-4 5-2-16,0 0 2 15,0 0 5-15,3 2 0 0,-1 18 1 16,0 0-2-16,5 2 1 16,-3-2 0-16,2 0-9 15,0-5 1-15,3-3 5 16,-5-2-5-16,3-7 2 16,-3-1-11-16,5-2-35 15,5 0-110-15</inkml:trace>
  <inkml:trace contextRef="#ctx0" brushRef="#br0" timeOffset="200">3143 107 267 0,'0'-8'86'0,"0"3"-74"0,0 0-6 16,11 5-2-16,0 0 1 16,0 0-17-16,-4 0-68 15</inkml:trace>
  <inkml:trace contextRef="#ctx0" brushRef="#br0" timeOffset="1150">3368 310 274 0,'0'0'83'0,"0"0"-72"16,0 0 8-16,15-5 13 15,1 0-26-15,7-2-8 16,1 4 8-16,3-2-8 16,5 3 2-16,2 2 2 15,2 0-2-15,-2 0 3 16,-3 0-6-16,-10 0 3 0,-4 0 6 16,-12 2-9-16,-5 8 2 15,0 2 6-15,-13 4 3 16,-17 1-4-16,-1 3-4 15,-3-3-2-15,4 0 9 16,3 1-11-16,7-3 3 16,7-5 1-16,7-3-1 15,6-5-1-15,0 1-4 16,0 0-1-16,26-1 14 16,3 1-11-16,5-1 4 15,2 3 0-15,2 2 1 16,3 4 2-16,1 0-4 15,-3 5-2-15,-15 2 8 0,-7 6-7 16,-9-2 0-16,-8 3 2 16,0 0 1-16,-13 5 0 15,-18 0-4-15,-7 0 2 16,-7 0 5-16,-7-6-4 16,-3 1-3-16,-1-3 5 15,4-7-1-15,5-2 1 16,9-6 2-16,7-7-3 15,5 0 9-15,11 0-3 16,6-7 5-16,9-20-1 16,0-4-7-16,18-10-4 15,20-4-4-15,14-3-3 16,6 3-2-16,8 6-6 16,3 4 6-16,-3 5 8 0,-3 5 2 15,-10 1-2-15,-11 1 0 16,-9 3-2-16,-11-3 9 15,-5 6-9-15,-4 3 5 16,-7 1-2-16,-1 3 3 16,-5 1 1-1,0 1-7-15,0 0 0 0,0 6 9 16,0-1-9-16,0 3 9 16,-9 0-4-16,-6 0-1 15,-6 0 3-15,0 10 1 16,2 10-7-16,-1 4 10 15,6 5-7-15,3-2 2 16,9 0-2-16,2 0 1 0,0-2-1 16,0-5-4-16,6-4 1 15,21-4 5-15,12-7-6 16,3-5-5-16,7 0-14 16,1-5-2-16,0-15-7 15,-7-3-21-15,-1 1-25 16,-9 2-8-1,3-3-55-15</inkml:trace>
  <inkml:trace contextRef="#ctx0" brushRef="#br0" timeOffset="1621">4376 295 210 0,'0'0'80'0,"0"0"-45"16,-22 0 0-16,-7 0-9 0,-5 0-11 15,0 7-7-15,7 8 1 16,2 3-5-16,3-1 1 15,3 3-3-15,5 2 6 16,3 0 3-16,5 1-11 16,4-3-2-16,2 0 8 15,0-3-10-15,5-2 4 16,19-7-2-16,10-6-9 16,0-2-5-16,2 0-1 15,-4-4 0-15,-3-14 12 16,-5 1 1-16,-8-6 4 15,1-2 0-15,-9-5 1 0,-1-5 5 16,-7-2-6-16,0-5 0 16,0 0-2-16,0-3 12 15,-12 5 0 1,-3 6 2-16,6 8 6 0,2 14 11 16,2 7-10-16,5 3-10 15,0 2-5-15,0 0-4 16,0 5 8-16,0 22 7 15,0 11-5-15,0-1 6 16,0 2-5-16,0-4-4 16,12 2 2-16,1-4-5 15,1-4-2-15,-1-1-2 16,1-4-2-16,0-3 5 0,-1-1-19 16,-4-8-33-16,0 1-130 15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14.77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569 146 233 0,'-23'-12'16'0,"-2"-6"7"15,9-1 60-15,10 3-27 0,1 8-36 16,2-3-4-16,-3-1 16 16,1-1-16-16,-5 3 1 15,-7 0 1-15,-2 4-7 16,-4 2-2-16,-5 2-8 16,-2 2 3-16,-3 0-2 15,3 0-5-15,0 8 1 16,5 6 11-16,5 6-12 15,6 6 0-15,10 4 3 0,4 7 6 16,0 5-5 0,0 7 5-16,24 4-3 0,9 0 9 15,0 4-9-15,0-4-3 16,-6-3 3-16,-4 0-2 16,-4-7 3-16,-8-5-6 15,-5-1 1-15,-4-1 5 16,-2-6-7-16,0-4 3 15,0 1 2-15,0-8-9 16,0-7-4-16,-4-3-10 16,-8-3-21-16,-5-6 2 15,-2 0-66-15,-3 0-77 16</inkml:trace>
  <inkml:trace contextRef="#ctx0" brushRef="#br0" timeOffset="1380">0 584 221 0,'0'-9'84'0,"17"0"-81"16,13 0 35-16,16 5-11 15,8-2-12-15,3 1-4 16,4-2-10-16,-3 3-1 0,-4 0 1 15,-6 0 0 1,-1-2-2-16,-3 1 0 16,0-6 3-16,3 3-11 0,2-3 1 15,-4 2 1-15,-9 0 4 16,-9 6 7-16,-6-3-5 16,-17 6-1-16,-2 0 9 15,-2 0 15-15,0 0 17 16,-6 0-34-16,-20 0-4 15,-5 0 8-15,1 12-9 16,2 6 1-16,3-2 7 16,4 7-2-16,6-2-2 15,8-3-3-15,4 6-2 16,3-7 6-16,0-1-7 0,14-4 1 16,14-6 5-16,8-3-7 15,2-3 3-15,-2 0-3 16,-6 0-6-16,-5-3 14 15,-8-9-9-15,-6-5 3 16,-9 1 5-16,-2-1-7 16,0-2 7-16,0 1-4 15,-22 2-1-15,-3-6 2 16,3 8-7-16,6 2 3 16,5 4 8-16,8 5-7 15,3 2 2-15,0-1-3 16,12-2 2-16,15-1 3 15,9 3-4-15,-3 2 2 0,0 0 2 16,0 0-6 0,-2 0 5-16,-4 0-2 0,0 11 3 15,-2 3 9-15,-3 2-12 16,1 0 2-16,-4 1 5 16,-2 4-2-16,-4-5 1 15,-1 4-5-15,-7-3-1 16,-5-1 4-16,0-7-6 15,0 0 5-15,0-3-1 16,-11-3 2-16,-1-3 1 16,5 0 1-16,3 0-7 15,2 0 11-15,2 0-13 0,0-20 2 16,0-8 5-16,2-4-4 16,21-2 2-16,1 1-2 15,5 2-1-15,1 5 8 16,3 11-12-16,-3 6 6 15,4 3 0-15,-1 4 0 16,-3 2-2-16,6-2-2 16,-3 2-7-16,-3 0 0 15,0 0-7-15,-2 0 12 16,-3 0 3-16,2-2 3 16,-5-4 2-16,-1 1-6 15,-6 1 3-15,-6-2 7 16,-4 3-10-16,-2 1 4 15,-3 2 5-15,0 0-1 0,0 0 12 16,0 0 1-16,0 0-13 16,0 0 3-16,-14 0-8 15,-2 15 3-15,-1 2-1 16,0 7 2-16,4-3 1 16,-1 4-2-16,3-2-2 15,2-4 3-15,9 1-4 16,0-2 1-16,0 0 1 15,11-6-1-15,18-1 0 16,3-5-3-16,2-4 0 16,2 1 7-16,-6-3-7 15,-6 0 0-15,5 0 2 16,-7 0-1-16,3-7 1 0,0-5-3 16,-4-3 1-16,-2 1 4 15,-2 0-4-15,-6-3 4 16,0-1-4-16,-5-3 8 15,-3 3-7-15,-3 6 3 16,0 6-5-16,0 6 9 16,0 0-10-16,-12 0 7 15,-3 0-2-15,-3 20 0 16,4-1 2-16,6-1-4 16,5 1 0-16,1-1 8 15,2-1-7-15,0 4 2 16,0-6 0-16,0-1 2 15,13-2 4-15,10-4-6 0,10-3-1 16,6-5 6-16,8 0-8 16,-1 0-2-16,5 0-12 15,-8-9-38-15,-1-3-129 16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17.90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33 105 183 0,'-13'-12'45'0,"-5"5"-36"16,18 1 4-16,-2 6 31 0,2 0-3 16,0 0-21-16,0 0 0 15,0 0 14-15,0 0-7 16,0 0-11-16,0 0 0 15,0 0 2-15,0 0 6 16,0 15-9-16,11 6-6 16,5-2 5-16,9-2-6 15,3 3 1-15,2-2-7 16,3 0 3-16,1-2 0 16,-4-1-6-16,-5 3-2 0,-3-4 9 15,-4-1-11 1,3-3 8-16,-6 1-5 0,6-5-2 15,-8 3 0-15,1-5-8 16,-5-2-2-16,-7 1 2 16,0-3-22-16,-2 0-34 15,4 0-36-15,1 0-60 16</inkml:trace>
  <inkml:trace contextRef="#ctx0" brushRef="#br0" timeOffset="405">502 3 203 0,'-2'-2'51'16,"-1"2"-22"-1,3 0 27-15,-3 0 12 0,0 0-44 16,-2 0-9-16,-4 10-12 16,5 17 10-16,-3 9-2 15,5-1 1-15,-3 6 4 16,1 1-12-16,-1 4 1 16,-1 0 0-16,-1-6-4 15,-2 2-1-15,4-3 0 0,-2 2-1 16,7-2 6-16,0 5-8 15,0-5 0-15,0-2 9 16,0-2-9-16,-2-4 3 16,2-2-3-16,0-10 0 15,-2-4 5-15,2-5-13 16,-4-5-7-16,4-3-19 16,0-2-88-16,0 0-32 15</inkml:trace>
  <inkml:trace contextRef="#ctx0" brushRef="#br0" timeOffset="784">974 306 244 0,'3'-8'73'0,"-3"8"-38"0,3 0 12 15,8 0-5 1,-5 0-15-16,-1 0-7 0,-3 0-9 15,2 0-6-15,-2 0-2 16,6 0-2-16,3-4-5 16,0 2 12-16,1-6-16 15,-1 0 7-15,-3 3-14 16,-8 2-50-16,0-1-74 16,0 4-31-16</inkml:trace>
  <inkml:trace contextRef="#ctx0" brushRef="#br0" timeOffset="1031">977 580 151 0,'0'5'37'0,"0"0"-13"0,6-3 25 15,2 0-15-15,-6-2-7 16,5 0-8-16,-3 0-1 16,2 0-9-16,0 0-4 15,0 0-3-15,-1 0 1 16,-3-2-3-16,-2-5-6 16,0 0-53-16,0 4-148 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21.52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308 337 6 0,'-18'-9'159'0,"3"-9"-136"16,2-1 0-16,7-4 28 15,6 1-11-15,-2 7-1 16,-1 5 22-16,-1 2-18 15,-1 1-12-15,-4 2-11 16,5 0-13-16,-5 0 3 16,-2 5-8-16,-5 0-2 15,-7 0-1-15,-1 0 2 16,-4 0-1-16,1 0-1 16,7 3-1-16,4 4 6 15,-1 5-5-15,3 6 3 0,3 4-6 16,6 3 5-16,2 0-1 15,3 0 0-15,0-3-4 16,0 0 6-16,10-2-3 16,13-5 1-16,5-7-1 15,-1-3-2-15,3-5 3 16,-1 0-4-16,-2 0 2 16,-3 0 5-16,2-10-6 15,-4-8 3-15,-4-2-1 16,0 1 1-16,-5-2 1 15,-5 2-5-15,-2-1 5 0,-3 0 2 16,-3 3-4-16,2 2 2 16,-2 5-1-16,4 3-2 15,-4 7 7-15,0 0-6 16,0 0 0-16,0 0 4 16,0 0-5-16,0 0 3 15,0 14-1-15,0 11 1 16,0-1 5-16,3 10-9 15,1 0 5-15,2 3 1 16,2 5-3-16,-2 4 1 16,2-2-3-16,-2 3 1 15,-2-1 4-15,5 3-6 16,0-8 1-16,2 4 4 0,-4-7-4 16,2-3-2-1,-3-3 1-15,-3-5 0 0,-3-3 2 16,0-3-6-16,0-9 4 15,0-2 3-15,0-5-7 16,0-2 4-16,-9-3-1 16,-2 0-2-16,-5 0 11 15,-6-3-10-15,-1-16 4 16,1-7 2-16,0-7-3 16,0-3 4-16,9 2-3 15,2-4 0-15,11 5 4 16,0 3-6-16,0 4 2 0,24-2 4 15,9 3-6-15,6-5 4 16,8 3-4-16,2-2-2 16,2-1 1-16,-1 0-14 15,-7 3-19-15,-1-1-10 16,-3 1 10-16,-3 2 5 16,-6 0-11-16,-3 5 17 15,-5 0 15-15,-5 3 6 16,-1-1-1-16,-5 4 4 15,-2 1-3-15,-6 0 5 16,-3 2-4-16,0 3 4 16,0 0 27-16,0 6 26 15,-12-1-12-15,1 1-17 16,-2 2-12-16,1 0-2 16,1 0-4-16,-2 12 0 15,1 13-2-15,4 2 0 0,1 1 0 16,3 2 0-16,2-3-2 15,2 0 0-15,0-4-3 16,0-1 0-16,8-4 4 16,8-6-5-16,4-2 2 15,-1-5 5-15,5-5-3 16,5 0-4-16,-2 0-3 16,1-5 1-16,-4-12 5 15,-1-1-7-15,-1-2 3 0,-4-2 1 16,0-3 2-1,-4 5-1-15,-4 3 1 0,-1 2 0 16,-1 7 4-16,-6 1-4 16,2 5-1-16,1 2 4 15,1 0-2-15,-1 0 5 16,0 9-3-16,2 16 1 16,-5 3 14-16,0 4-12 15,2-1 4-15,-1-2-10 16,-1-10 7-16,0-1-7 15,-2-6-2-15,6-7 1 16,-6 0 5-16,3-5-7 16,0 0 6-16,6 0 6 15,4-2-9-15,3-18 1 16,4-7-3-16,-4-3-1 0,-3 2 7 16,-4 1-10-16,0 2 6 15,-2 10 0-15,-3 6 0 16,-1 5 0-16,-3 4 0 15,0 0-3-15,2 0 7 16,0 0-5 0,5 0 11-16,-2 13-9 0,1 7 5 15,-3 0-4-15,1-2-2 16,5-1 1-16,0-6 4 16,2 0-9-16,3-4 4 15,-1-4 0-15,3 0 0 16,4-3 0-16,-1 0 0 15,1 0-2-15,4 0 4 0,-1-3-5 16,2-9 2-16,-1-6 0 16,3-1-6-16,1-2 1 15,-5-1-9-15,-6 2 1 16,-7-2 3-16,1 5 0 16,-7-4 11-16,-2 9-3 15,-2 2 4-15,0 5 11 16,0 2 7-16,0 3-17 15,-14 0 8-15,3 0-6 16,-2 0-1-16,-1 6 0 16,3 10 0-16,2 5 2 15,1 1-7-15,2-1 1 0,4 3 4 16,2-2-5 0,0 1 3-16,0-1-2 0,0-6 3 15,2 1 1-15,12-5-7 16,2-2 2-16,2-5-12 15,0-3-24-15,4-2-31 16,4 0 20-16,4 0 7 16,3 0 31-16,-3-2 1 15,-5-8-69-15</inkml:trace>
  <inkml:trace contextRef="#ctx0" brushRef="#br0" timeOffset="1434">1893 330 173 0,'-2'0'25'0,"2"5"-14"0,0 3 15 16,0 4 14-16,4 3-21 15,2-2-10 1,2-1-7-16,-4-5 3 0,-4 3 1 15,0 0 5-15,0 2 12 16,0 4-1-16,0 1 3 16,0 3-6-16,0-1-10 15,0 4 3-15,0-5-14 16,3-4 4-16,-3-1-2 16,0-9 1-16,0 2 0 15,0-6 1-15,0 0 3 16,0 0-2-16,-3 0-6 0,-6-10 6 15,0-8-9 1,2-2 3-16,-1-4 6 16,2-1-5-16,-3 0 0 0,1 3 6 15,3-3-6-15,3 5 2 16,-2 5-1-16,4 0 1 16,0 5 5-16,0 0-3 15,0 0 3-15,0 3 8 16,0 2-8-16,0-1 1 15,0 4-2-15,0 0-3 16,6-3 2-16,10 2-3 16,7-2-4-16,2 0 8 15,4 1-3-15,-1-1-3 16,0 2 3-16,1 3-12 16,-4 0-25-16,1 0-34 0,-1 0-30 15,-8 0 36-15,1 0-43 16</inkml:trace>
  <inkml:trace contextRef="#ctx0" brushRef="#br0" timeOffset="2370">2330 291 179 0,'0'0'77'0,"0"0"-51"16,-6 0 22-16,3 0-17 15,-6 0-19-15,2 0-1 16,-10 0 7-16,0 0 9 0,-5 7-4 16,-5 8-12-16,4 4 1 15,4 7-8-15,0-1 1 16,5 2 2-16,5-5-9 16,5-2 1-16,4-5 6 15,0-2-7-15,0-5 1 16,4 0 2-16,17-8-7 15,3 0 7-15,3 0-14 16,1-9-6-16,-3-9 5 16,-6 1 6-16,-5-3 7 15,-5 0-3-15,-7 0 2 16,-2 0 12-16,0 6-8 16,0 3 1-16,0 4 11 0,0 4-1 15,0 3 1-15,0 0-10 16,0 0 0-16,-2 16 3 15,-4 14-7-15,3-1 3 16,3 1-2-16,0-3-3 16,0-5 2-16,0-4 2 15,20-6-10-15,-1-7 12 16,6-5-11-16,-1 0-2 16,1 0 3-16,0-17-3 15,-3-5 0-15,0-7-2 16,-2-2 2-16,-1-6 8 0,1-3-7 15,-7-7 3 1,1-5 3-16,-8-3 2 0,-6 3-1 16,0 2 4-16,0 8-3 15,0 15 8-15,0 9-3 16,0 13 9-16,-3 3 4 16,3 2-6-16,-3 0-4 15,0 0-5-15,-3 7-5 16,1 18 10-16,-1 10-8 15,4-1 4-15,2 9-1 16,0-1 1-16,0 3 4 16,0-3-7-16,0-2 0 15,8-6 8-15,1-1-11 0,2-6 3 16,-1-6-1 0,1-4-1-16,1-5 2 0,-4-7-3 15,6-3-4-15,2-2 12 16,3 0-13-16,2 0 4 15,0-14-2-15,1-9 0 16,1-7 5-16,-2-2-1 16,-2-3-1-16,-2 10 7 15,-5 7-7-15,-7 9 1 16,-3 9 3-16,2 0-2 16,-4 0 5-16,0 15-2 15,2 13 3-15,1-2 4 16,-1 2-8-16,4-3-1 15,-3-3-1-15,2-2 0 0,1-7 0 16,1-1-7 0,2-7-13-16,-3-3-30 0,4-2-139 15</inkml:trace>
  <inkml:trace contextRef="#ctx0" brushRef="#br0" timeOffset="2559">2868 164 191 0,'0'-13'30'0,"0"3"-26"0,0 3 2 15,0 4-15-15,0 3-118 16</inkml:trace>
  <inkml:trace contextRef="#ctx0" brushRef="#br0" timeOffset="3539">3072 428 172 0,'8'-16'57'0,"-2"6"-22"0,2 0 43 16,-2 3-1-16,-2 2-47 16,5 0-4-16,8-3-22 15,5 1 2-15,9 2-3 16,1 0 0-16,4 2-1 15,0 3-2-15,-5 0-2 16,-12 0 3-16,-6 0 0 16,-9 11-2-16,-4 6 4 15,0 5 2-15,0 1 0 16,-11-1-7-16,-9 0 3 16,2 1 2-16,-5-1-3 0,1 0 0 15,-1-2-4-15,10-5 0 16,4 3-3-16,6-9-11 15,3 2 1-15,0-4-2 16,0-2 2-16,9-5 9 16,10 1 6-16,4-1-1 15,-2 6 7-15,4-1-5 16,0 5-1-16,0-1 9 16,0 7-10-16,0-2 12 15,0 4-6-15,-1 2-5 16,-4 0 8-16,-7 2-6 15,-4 1-4-15,-6 0 8 0,-3-4-6 16,0 1 2-16,0 0 2 16,-22-1-4-1,-12 2 5-15,-4 1-4 0,-6-5 1 16,-1-2 3-16,1-3 0 16,3-6 2-16,7-4 0 15,7-2-5-15,8 0 7 16,11-8-4-16,8-22-2 15,0-9 0-15,25-12-1 16,13-2-2-16,3 1-5 16,1 2 6-16,2 8 6 15,-2 5-8-15,1 7 4 16,-1 0 5-16,0 5-3 0,-4 0 0 16,-2 1-3-1,-2-1-3-15,-5 2 10 0,-1-2-10 16,-9 1 3-16,-5 3 0 15,-5 2 2-15,-7 6 1 16,-2 6-3-16,0 1 1 16,0 6 11-16,0 0-8 15,-5 0-3-15,-15 0-1 16,-2 11 2-16,1 14-1 16,3 2-1-16,3 3 0 15,6 0 6-15,1-6-8 16,8-1 2-16,0-4 0 0,0-1 0 15,0 0 2-15,19-4-5 16,12-1 1-16,5-6 4 16,5-5-13-16,-1-2-7 15,0 0-9-15,-5 0-7 16,1-12-29-16,-3-6 4 16,1 1-22-16,-1 0-47 15</inkml:trace>
  <inkml:trace contextRef="#ctx0" brushRef="#br0" timeOffset="4033">4160 365 186 0,'0'-7'39'0,"0"2"13"15,0 5 41-15,0 0-40 16,-11 0-47-16,-9 0-5 0,-5 0 5 16,-2 17 4-16,0 1-9 15,2 4 0-15,5 2 3 16,1-1 2-16,8 2 1 15,1-1-2-15,6-4-1 16,4 1 0-16,0-7-6 16,0 1 2-16,8-7 0 15,15-6-1-15,4-2 2 16,-3 0-3-16,1-8 1 16,-2-9 3-16,-3-5-3 15,-4-3 2-15,0-2-2 16,-2-3 0-16,-6-2 2 15,-1-3-1-15,-7-5-1 0,0 0 4 16,0-2-4 0,0 1 4-16,0 2-1 0,-9 9-3 15,0 11 9-15,4 7-7 16,3 7 2-16,-2 5 6 16,4 0-11-16,-5 0 6 15,-1 14 2-15,1 16 2 16,2 5 5-16,3 5-2 15,0 0 0-15,0 2-1 16,0 0-6-16,0 0 0 16,3-4-7-16,8-9 2 15,2-1 5-15,1-6-12 16,4-4-4-16,-2-6-15 0,-3-5-59 16,-2 1-171-1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19:27.1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354 334 225 0,'-9'-8'15'16,"-9"-6"0"-16,0 1 58 15,2 3-32-15,5 0-8 16,2 3-12-16,2 2-5 0,-7-2-1 16,1 3 1-16,-5 2-5 15,-4 2-6-15,-3 0-2 16,-5 0 3-16,-1 9-5 16,-1 12 5-16,7 4-5 15,3 0-1-15,5 5 0 16,9-2-1-16,6 2-1 15,2 0 10-15,0-5-14 16,4-4 7-16,17-9-2 16,3-5 1-16,6-7 1 15,1 0-2-15,7 0-2 16,1-25 3-16,-3-5-10 0,-3-4 2 16,-5-2 2-16,-6 2 5 15,-8-4 2-15,-9 2-2 16,-3-4-3-16,-2 1 10 15,0 1-8-15,0-2 2 16,-5 5 1-16,-6 3 1 16,6 7-3-16,-1 8 0 15,4 7 4-15,2 4 3 16,0 4-2-16,0 2 0 16,-3 0 0-16,3 0-3 15,0 2 11-15,0 19-3 16,0 6-1-16,0 3 12 15,0 6-12-15,3 5 4 0,1 1-7 16,5 3-3 0,0 0 1-16,-2-4-4 0,4-6 0 15,3-2 5-15,1-3-7 16,1-6 1-16,0-5 1 16,1 0-3-16,2-9 3 15,1-3-5-15,3-7-6 16,-2 0 2-16,-4 0-6 15,-1 0-2-15,1-17-2 16,-1-5-8-16,-2-5 11 0,-3 4 9 16,0-5 5-1,-2 2 6-15,-4 3 0 0,-3 8 2 16,-2 5 9-16,0 5 6 16,0 5-2-1,0 0-11-15,0 0-4 0,0 0 4 16,0 19-3-16,0 9-2 15,0 2-2-15,0 0 0 16,0-3 2-16,7-2-4 16,-3-7-5-16,-1-6-10 15,3-11-67-15,2-1-95 16</inkml:trace>
  <inkml:trace contextRef="#ctx0" brushRef="#br0" timeOffset="194">614 130 210 0,'0'-5'74'0,"-3"5"-64"15,3 0-1-15,0 0-9 16,11 0 1-16,9 0-15 15,-4 0-84-15</inkml:trace>
  <inkml:trace contextRef="#ctx0" brushRef="#br0" timeOffset="627">980 249 179 0,'0'-10'90'16,"0"2"-46"-16,0 6 31 15,0 0-14-15,0 2-45 16,-2 0-6-16,-20 0-10 16,-5 4-2-16,-3 16 4 0,1-2-1 15,7 2-1 1,1-4-2-16,7 2-2 15,3-2 10-15,5-2-12 0,6-2 3 16,0 1 2-16,0-1-6 16,25 0 5-16,2-4-1 15,3 0-1-15,4-6 10 16,-4 3-9-16,-5-2 2 16,-3 0 4-16,-6 0-3 15,-5 1 1-15,-5 3-1 16,-6-2-1-16,0 7 11 15,0 1-6-15,-17 4 2 16,-4 1-6-16,-4-7 1 16,3 3-3-16,-1-4-4 15,8-5-27-15,0-5-61 16,7 0-32-16</inkml:trace>
  <inkml:trace contextRef="#ctx0" brushRef="#br0" timeOffset="1013">1180 233 120 0,'3'0'72'0,"-1"0"-30"16,-2 6 34-16,2 11 1 15,-2 2-29-15,0 6-30 16,0 4 3-16,0 2-6 16,0 7-7-16,0 2-4 15,0 2-4-15,0 6 6 16,0-4-9-16,0-2 4 15,0 1-2-15,0-8 0 16,0-7 1-16,6-5-2 16,0-4-3-16,0-3 6 15,-6-9-21-15,3 0-35 16,-3-7-49-16,0 2-25 0</inkml:trace>
  <inkml:trace contextRef="#ctx0" brushRef="#br0" timeOffset="1387">1241 415 171 0,'-4'-25'23'15,"-1"7"6"-15,5 6 38 16,0 5-42-16,0 0-18 0,0 2 3 15,14-1 12-15,2 5-3 16,2-3 10-16,-5 4-2 16,1 0-15-16,1 0 5 15,6 0-7-15,1 12-3 16,0 4 2-16,-6 0-9 16,-2 0 0-16,-8-4 3 15,-6 4 6-15,0-3 10 16,-4 4-14-16,-25 3 0 15,-7 0-2-15,-6 2-3 16,3-2-3-16,7-5 3 16,-1-3-10-16,5-4-14 15,5-8-10-15,10 0-23 0,13 0-66 16,0-8-141-16</inkml:trace>
  <inkml:trace contextRef="#ctx0" brushRef="#br0" timeOffset="1767">1525 11 198 0,'0'0'47'0,"0"0"-27"0,0 9 30 16,0 21 4-16,0 5-22 15,0 2-11-15,0 2-5 16,2 5-5-16,7-5 3 16,-4 1-7-16,1-1-4 15,-3-4 1-15,-3-1-4 16,0 2 9-16,0-4-8 15,0-2-2-15,0-3 5 16,0-5-6-16,2-1 1 16,5-4-2-16,-3-4-2 0,-1-4-4 15,-1-4-15 1,-2-2-39-16,0-1-32 0,4 0-103 16</inkml:trace>
  <inkml:trace contextRef="#ctx0" brushRef="#br0" timeOffset="2333">1919 418 177 0,'-13'-8'54'0,"4"0"-50"16,1-2 26 0,5 4-13-16,0 0-4 0,1 0 0 15,-1 4 11-15,-8 1-6 16,-3 1-3-16,-5 0-4 16,-4 0 6-16,2 0-2 15,-1 7 4-15,2 13-14 16,4 0-2-16,2 7 0 15,1 3 0-15,6-4 4 16,5 3-7-16,0-8-3 16,2 0 7-16,0-6-7 15,0-5 4-15,11-5-1 0,10-5 0 16,7 0-1-16,5 0-8 16,-3-18-1-16,0-1 12 15,-5-1-15-15,-8-5 8 16,-5 3 4-16,-10-6-2 15,-2 6 6-15,0 2 0 16,0 7 7-16,0 8 3 16,0 3-9-16,0 2 3 15,0 0-2-15,0 0 0 16,0 7 12-16,0 16-6 16,0-1-6-16,0 3 3 15,0-3-9-15,3-1 0 0,10-7 0 16,5-2-3-16,0-5-10 15,2-3-64 1,5-2-97-16</inkml:trace>
  <inkml:trace contextRef="#ctx0" brushRef="#br0" timeOffset="2884">2250 300 151 0,'0'-11'103'16,"0"3"-72"-16,-7 6 25 16,-2 2-27-16,-4 0-16 15,-4 0 12-15,-2 17-11 0,-4 3-5 16,1 5-5-16,-1-1 7 16,2 1-5-16,8 3 2 15,5-1-5-15,5-1-1 16,3 1-3-16,0-5 1 15,0-3-2-15,16-4 4 16,4 0-3-16,4-7 0 16,1-4-4-16,0-4-12 15,5 0 0-15,-2 0-7 16,0 0-7-16,-7-12 0 16,-7-3 7-16,-2-2 9 0,-5 0 11 15,4-5 1 1,1-1 4-16,-1-2-2 15,-9 3 0-15,-2-2 8 0,0 6-1 16,0 1 7-16,0 6 1 16,0 1 11-16,-2 8 14 15,-7 2-26-15,4 0-13 16,-6 0 6-16,0 0-3 16,-3 18 7-16,-3 4 0 15,3 2-1-15,3 4 4 16,6-2-13-16,3 2 5 15,2-5-5-15,0-3 0 16,11-5 1-16,5-5-2 16,9-5-4-16,-3-5-8 15,1 0-33-15,6 0-19 16,-4-5-15-16,2-5-174 0</inkml:trace>
  <inkml:trace contextRef="#ctx0" brushRef="#br0" timeOffset="4678">2651 425 196 0,'-5'0'46'0,"1"0"-23"15,2 0 38-15,2 3-2 16,0 14-24-16,0 6-6 16,-3 1-12-16,1 4 0 15,-2-3-12-15,2-1-2 16,-1-3-1-16,1-2 0 15,-1-7-1-15,3-4-4 16,0-3 1-16,0-5 6 16,0 0-9-16,0 0 1 15,0 0 4-15,0 0 0 16,16-17 0-16,-5-5-2 0,3-6 1 16,-5 0 4-16,-2 1-10 15,-3 3 7-15,-4-2 0 16,2 12 0-16,-2 6 1 15,0 2-2-15,0 6 0 16,0 0 6-16,0 0-5 16,0 0 0-16,3 0 3 15,-3 16 3-15,0 5 0 16,3 6-3-16,-3-4-2 16,2 1 7-16,-2-2-9 0,4-5 0 15,1-4 4-15,1-3-3 16,1-6 1-16,7-4-5 15,3 0-1-15,2 0 7 16,0 0-9-16,2-12 6 16,0-8-4-16,-1 1 4 15,-7-2 2-15,1-3-4 16,-3 1 2-16,-9 2 5 16,4 8-6-16,-6 3 2 15,0 3 1-15,0 7 0 16,0 0 5-16,0 0-6 15,0 0 1-15,0 14 4 16,0 8-6-16,0 1 2 16,0-3-1-16,0-5 3 15,0 0-2-15,0-4-2 16,12-3-1-16,1 0 6 0,4-8-5 16,5 0 0-16,3 0 1 15,4 0-2-15,0-8 4 16,-4-7-12-16,0-2 0 15,-7 0 4-15,2-3-6 16,-6-3 7-16,-1-2 0 16,-4 4 6-16,-9 0 2 15,0 3-7-15,0 6 2 16,0 3 7-16,0 3 0 16,-9 6-2-16,-10 0 0 15,2 0-2-15,1 7 4 16,3 13-4-16,2 3 3 15,-1 0 9-15,7-1-10 0,1 3 0 16,4-5-2-16,0-4 0 16,0 2 2-16,0-6-7 15,7-2 2-15,7 1 4 16,-1-4-8-16,7 1 3 16,1-5-7-16,4-2-5 15,-3-1-8-15,3 0-6 16,-1 0 12-16,2 0 5 15,2-7 2-15,-7-3 8 16,-1 1 0-16,-4-2-4 16,-2-1 7-16,-3 0-4 15,-3-6-1-15,1-2 5 16,-1-1-1-16,-2 8 1 0,-1 0 5 16,-1 6 0-16,-4 3 19 15,0 4-4-15,0 0-3 16,0 0-1-16,0 0-13 15,0 6-2-15,0 16 0 16,-9 1-1-16,7-1 8 16,2-1-7-16,0-2 1 15,0-1 4-15,0-4-6 16,0-2-3-16,0-1 5 16,4-4-5-16,5-5 2 0,5 1-5 15,2-3 1 1,1 0-1-16,2 0-2 0,1-5 3 15,-2-7-1-15,0-6 0 16,-5 4 8-16,-4-1-4 16,-4 2 1-16,-2 4 3 15,-3 5-1-15,0 4 4 16,0 0-3-16,0 0 2 16,0 0 2-16,0 18 1 15,0 0-6-15,0-1 3 16,0-4-5-16,2-1 1 15,7-7-1-15,1-3-1 16,7-2 3-16,0 0-7 16,6 0 2-16,-2 0 3 15,1-14-2-15,1-4 0 0,-2-2-1 16,4-2 3-16,-6-6 2 16,1-4-6-16,-4-9 0 15,1-1 5-15,-6-2-4 16,-5-4 4-16,-6 8-2 15,0 7 0-15,0 7 7 16,0 7-6-16,-17 7 0 16,0-1 6-16,3 5-6 15,1 5 3-15,8 2-1 16,-1 1-2-16,3 0 8 16,0 0-11-16,-3 1 5 15,4 20 7-15,-1 3-1 16,3 12 1-16,0 0 1 15,0 5-3-15,0-3 5 0,0 0-12 16,0-5 1-16,0-1-1 16,0-6 0-1,0 3 2-15,0-8-4 0,0 0 0 16,5-3 5-16,7-4-9 16,-4-4-3-16,3-3-5 15,3-3-11-15,-3-4-63 16,5 0-127-16</inkml:trace>
  <inkml:trace contextRef="#ctx0" brushRef="#br0" timeOffset="4918">3698 342 196 0,'-3'-7'85'0,"3"7"-81"16,0 0 10-16,6 0 27 16,18 0-4-16,6 0-26 15,1 0 3-15,-2 0 5 16,0 0-15-16,1 0-2 16,1 0 0-16,-1-6-4 0,0-5-9 15,0 4-73-15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0:20.97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1064 475 87 0,'-38'12'60'0,"-14"-4"-61"16,-11-1 7-16,-12 0 4 16,-8-1 14-16,27-6 6 15,6 0-17-15,7 0-11 16,1 0 2-16,1-6-6 16,2-1 0-16,0-2-7 15,0-5 1-15,9 2-3 16,9-3-29-16,7 0 9 0,7 3-33 15</inkml:trace>
  <inkml:trace contextRef="#ctx0" brushRef="#br0" timeOffset="1129">201 236 178 0,'8'-20'4'0,"3"-2"-5"0,11-2 15 16,-2 6 8-16,-4 6 9 15,-5 1-22-15,-4 4 1 16,-3 2 8-16,-4 1-6 16,0 3 8-16,0 1-5 15,0-2-2-15,-6 2-8 16,-10 0-2-16,2 0 1 15,1 0 10-15,1 0-8 16,1 0 0-16,-2 0 10 16,-1 2-8-16,-3 8 6 0,0 3-8 15,4 1 2 1,-4 1 12-16,3 1-15 0,-5 6 3 16,2 0 4-16,1 0-3 15,0 2-1-15,1 2-6 16,5-5-2-16,-1 5 10 15,5-1-12-15,3 3-2 16,1 1 9-16,2 5-4 16,-3 2-1-16,3-4 0 15,0-2-1-15,0-3 5 16,0 0-7-16,0-2 1 16,3-2 0-16,12-4-6 15,6-1-5-15,-3-7-26 16,7-2-7-16,-5-6 8 15,2-3-18-15,1 0-44 0</inkml:trace>
  <inkml:trace contextRef="#ctx0" brushRef="#br0" timeOffset="1792">410 485 155 0,'0'-8'53'0,"0"8"-49"15,0 0 13-15,0 0 28 16,0 0-29-16,0 0-1 15,0 0-1-15,0 0 15 16,0 0 15-16,8 0-17 16,7 0-17-16,1 0 7 15,3 0-13-15,3 0 9 16,0 0-6-16,3 0-7 16,-2 0 4-16,1 0-5 15,-1-7-2-15,-1-5 10 16,-1-4-9-16,-1-1-3 15,0-1 9-15,-4 1-4 0,-5 0 5 16,0 4-9-16,-6 3 3 16,-5 5 6-16,0 3-5 15,0-2 4-15,0 4-1 16,0 0 1-16,-8 0-2 16,-11 0-2-16,-4 0-3 15,1 0 10-15,1 0-7 16,1 4 0-16,4 3 0 15,2 3 1-15,-1-2 0 16,8 1-1-16,-1 4-3 16,2 2 12-16,6 2-12 15,0 3 4-15,0-3 0 16,0 3 0-16,0-2 0 0,11 0-3 16,6-6 0-16,1 0 5 15,2-7-14-15,5 0 14 16,-2-3-4-16,4-2-1 15,-3 0 1-15,1 0-11 16,-2 0-24-16,-5 0-35 16,2 0-31-16,0-2-100 15</inkml:trace>
  <inkml:trace contextRef="#ctx0" brushRef="#br0" timeOffset="2136">1040 477 120 0,'8'0'43'0,"3"0"5"16,-6 0 29-16,-1 2-28 15,-4 1-7-15,0-3-13 16,0 3-15-16,0-3-7 15,0 0-4-15,0 2 1 16,0-2 8-16,0 2-8 16,0-2 2-16,0 0-4 15,0 0 1-15,0 0 3 0,0 0-7 16,0 0-13 0,0 0 8-16,0-10-8 0,0-4 5 15,8-2 2-15,3 2 0 16,-3 4-17-16,-3 4-6 15,-2 6-40-15,-3 0-62 16</inkml:trace>
  <inkml:trace contextRef="#ctx0" brushRef="#br0" timeOffset="2989">1490 419 198 0,'0'-12'64'16,"-5"8"-34"-16,1-1 13 15,1-1 2-15,3 2-28 16,-4-1-6-16,1-3-3 16,-1 2 1-16,2-1 2 15,-3 5-7-15,-1 0 12 16,-2 2 4-16,-9 0-10 0,-2 0-7 16,-6 0-3-16,-3 15 2 15,1 4 0-15,4 2-3 16,8-1-1-16,3-1 5 15,6-1-4-15,6-1 1 16,0-4-3-16,0-1-1 16,18-7 4-16,3-3-1 15,7-2-3-15,-1 0 9 16,0 0-7-16,-1-16-2 16,-5 0-7-16,0-4 11 15,-6 5 5-15,-6 0-9 16,-4 6 4-16,-5 3 16 15,0 6-8-15,0 0 1 0,0 0-7 16,0 0 2 0,0 0 0-16,0 0-8 0,0 0 6 15,0 0 4-15,0 11-4 16,-5 8 2-16,3 6-2 16,2 5 3-16,0 2 4 15,0 6-12-15,0 2 4 16,11 2 4-16,5 0-6 15,-2 0 2-15,-3-3-1 16,2 2-1-16,-1-9 5 16,-7 1-9-16,-1 1 0 15,-4-8 7-15,0-3-4 16,0-8 2-16,-12-4-3 0,-8-4 3 16,-2-4 6-16,-3-3-9 15,-2 0 0-15,2-6 6 16,0-17-6-16,5-7-2 15,4-3-3-15,7-3 3 16,7-1 7-16,2 2-4 16,0 4-2-16,2-2 7 15,21 0-3-15,-1 6-1 16,5 0 3-16,2 1-3 16,-4 2 4-16,0 2-14 15,-7 7-6-15,-1 6-29 16,-2 4-58-16,-8 1-75 15</inkml:trace>
  <inkml:trace contextRef="#ctx0" brushRef="#br0" timeOffset="3394">1973 187 225 0,'0'-11'79'0,"0"8"-70"16,0 3 24-1,0 0 13-15,0 0-37 0,0 0-1 16,0 0 13-16,0 18 9 15,0 5-4-15,0 3-15 16,0 6 7-16,0 4-2 16,0 1-8-16,0 3 5 15,0 0-12-15,6 0-1 16,-4-5 8-16,2-3-12 16,-2-7 1-16,-2-4 7 15,3-3-7-15,-3-6 2 16,0-3-7-16,0-4-3 15,0-5-7-15,2 0-45 0,-2 0-16 16,2 0-62 0</inkml:trace>
  <inkml:trace contextRef="#ctx0" brushRef="#br0" timeOffset="3922">1943 256 108 0,'0'-20'104'0,"0"0"-85"0,0 10 19 16,0 6 6-16,0-1-15 16,0 2-21-16,0 3-4 15,2 0 5-15,-2 0-3 16,0 0 5-16,4-3-6 15,1 3 3-15,6 0 8 16,3-3-12-16,5 3 2 16,6-1-5-16,5-2-1 15,1-2 9-15,-4 2-15 16,-2-1 12-16,-9 2 9 16,-5-4-2-16,-5 6-2 15,-6 0 1-15,3 0-6 16,2 0 7-16,1 0-8 15,3 0 8-15,0 8 4 0,0 7-11 16,-3 4-3-16,0 2-3 16,-4 0 1-16,-2 0 6 15,0-2-14-15,0-1 6 16,-8-1 4-16,-20-2-8 16,-4 0 9-16,-4-2-7 15,0-4-1-15,5-4 8 16,4-5-15-16,4 0-11 15,5 0-9-15,-2 0-15 16,9-3-1-16,2-5-15 16,7 5-21-16,2-1-13 0</inkml:trace>
  <inkml:trace contextRef="#ctx0" brushRef="#br0" timeOffset="4529">2451 38 244 0,'0'-21'58'0,"0"17"-54"16,0 0 25-1,0 4 23-15,2-1-43 0,7 1-5 16,5-2 13-16,5-2-4 15,2 4 5-15,0 0-2 16,-3 0-1-16,2 0 20 16,0 13-18-16,-4 7 1 15,3 4-8-15,-2 6-4 0,5 5-1 16,3-2-4 0,2 7-2-16,3-1 10 0,-1 3-3 15,-2 0 3-15,-3-2-9 16,-1 5 0-16,-1-1 2 15,-8 4-4-15,-7-1-1 16,-3-1 9-16,-4-7-11 16,0 0 5-16,-9-1 2 15,-10-7-2-15,-2-1 4 16,-2-2-5-16,4-7-2 16,5-4 6-16,0-2-15 15,8-3 14-15,-2-5-5 16,6-2-2-16,2-2 2 0,0 0-8 15,0 2-17-15,0 0-16 16,0 4-42-16,16-1-111 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0:37.28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224 60 68 0,'0'-3'32'0,"-8"-5"-25"16,8 5 12-16,0 3 6 15,0-2-6-15,0 2 5 16,0 0 2-16,0 0 1 0,0 0-7 16,0 0-4-1,0 0 9-15,0 0-16 0,0 0-6 16,0 0 12-16,-4 0-2 16,4 0-1-16,0 0 0 15,0 0 3-15,-3 0 1 16,3 0-3-16,-2 0-4 15,-4 0 4-15,4 0-11 16,-3 0 4-16,-1 2-3 16,-2 9 0-16,-1 0 7 15,1 4-10-15,-3 3 4 16,-1 0 4-16,1-1-5 16,4 3 0-16,-5 0 0 0,4-2-2 15,3 9 4 1,-1-3-6-16,3 6-1 0,-5 2 7 15,0 5-8 1,-3 6 6-16,0 4-6 0,-3 5 3 16,1 2 3-16,4-1-3 15,0-5-2-15,6-9 4 16,3-2-4-16,0-5 4 16,0-2-3-16,0-6 0 15,12 2 5-15,1 1-7 16,4-2 2-16,0 0 4 15,-1-1-5-15,-2 2 3 16,5-4-2-16,0-2-1 16,-2-5 5-16,6-2-9 15,-4-8-6-15,-2-3-53 16,4-2-85-16</inkml:trace>
  <inkml:trace contextRef="#ctx0" brushRef="#br0" timeOffset="781">306 602 149 0,'0'0'61'0,"0"0"-49"0,0 0 0 16,0 0 11-1,0 0-16-15,0 0-1 0,0 6-4 16,0-1-2-16,9-4 15 16,-4 3-14-16,7-4 14 15,-2 0-1-15,1 0-6 16,1 0-3-16,-1 0-5 15,-4-7-2-15,2-2 9 16,-4 0-4-16,4-6 0 16,-3-3 6-16,-1 2-4 15,0 0 3-15,-2 4-8 16,3-1 0-16,-4 6 15 16,-2 2-8-16,0 0 5 0,0 3 10 15,0-3-16 1,0 3-2-16,0-5 1 0,0 6-5 15,-16 1 6-15,-6 0-8 16,-3 0 0-16,2 0 5 16,2 1-3-16,4 9 1 15,6 1-3-15,0-2 1 16,3 7 5-16,2-2-6 16,4 4 1-16,2 2 2 15,0 0-1-15,0 5 1 16,0 0-2-16,16-4-1 15,-1 1 9-15,3-5-12 16,-2-5 4-16,4-5 2 16,-4-5-1-16,7-2 1 0,-4 0-5 15,0 0-7-15,1 0 2 16,-6-9-22 0,-3-6-32-16,2 1-39 0,-4 6-93 15</inkml:trace>
  <inkml:trace contextRef="#ctx0" brushRef="#br0" timeOffset="1098">647 596 141 0,'0'0'75'0,"0"0"-53"0,0 0 1 16,0 0-2-16,0 0-12 16,0 0-5-16,0 4 0 15,0-4 5-15,0 2-11 16,0-2 7-16,0 0-6 16,0 0 7-16,0 0-3 15,0 0-3-15,0 0-4 16,0 0 11-16,0-2-12 15,0-5-4-15,0-2-8 16,0 1-6-16,0 0-35 0,0 0-85 16</inkml:trace>
  <inkml:trace contextRef="#ctx0" brushRef="#br0" timeOffset="2033">890 443 132 0,'4'-4'72'0,"-4"2"-45"0,0 2 25 15,0-3-5-15,0 0-23 16,0 1-14-16,0 2-5 16,-2-3 9-16,-9 1-17 15,-1 2 8-15,1 0-4 16,0 0 0-16,0 0 4 16,-7 0-6-16,-3 0 3 15,6 13 6-15,1 0-12 16,3 3 6-16,0 2-2 15,5 1 0-15,0-1 1 16,6 0-5-16,0-4 2 16,0-4 7-16,0-3-8 0,6-1 3 15,4-6 1 1,1 0 3-16,1 0-4 0,-1 0 0 16,2 0 0-16,-1-4 4 15,-1-10-8-15,-6 0 2 16,1-2-1-16,-6 6 0 15,0 1 6-15,0 0-5 16,0 3-1-16,0 3 6 16,0 0 4-16,0 3-5 15,0-2 4-15,0 2-4 16,0 0 3-16,0 0-5 16,0 0-6-16,0 0 14 15,0 0-10-15,5 0 2 0,-1 0 0 16,1 13 2-16,4 9-2 15,-7 5 2-15,3 3-2 16,1 5 5-16,-6-1-7 16,2 4 5-16,-2-1-6 15,0 2 6-15,0 0 0 16,0 0-6-16,0-2 2 16,0-2 5-16,0 0-7 15,0-3 3-15,-4-2 0 16,-3-7 0-16,7-5 3 15,-4-3-9-15,-3-2 5 16,-4-5 5-16,-3-4-7 0,-2 1 5 16,-4-5-4-1,4 0 1-15,3 0 4 0,-1 0-7 16,0-17 0-16,3-2 4 16,5-6-5-16,6-4 4 15,0 3-1-15,0-2 3 16,0 7 1-16,17-2-4 15,4 6 1-15,5-3 5 16,-2 2-6-16,-2 4 3 16,1-5 0-16,-3 8-2 15,5-2 5-15,-1 1-8 16,1 1 3-16,0 1 7 16,-9 3-11-16,-2 0-19 15,-6 3-106-15</inkml:trace>
  <inkml:trace contextRef="#ctx0" brushRef="#br0" timeOffset="2850">1223 320 136 0,'0'-6'53'0,"0"6"-37"16,0 0 17-16,0 0 11 15,0 0-2-15,0 0-14 16,0 0-4-16,0 0 7 0,0 0-16 15,11 6 2-15,0 9-7 16,0 3-1 0,-3 6 6-16,-2 0-8 0,-1 6-4 15,1 0 5-15,-3 0-6 16,2-3 3-16,1 1-6 16,3-4 4-16,-2-1 1 15,2-2-7-15,-1 1 2 16,-2-7 3-16,-2-1-3 15,3-5 2-15,-7 2-2 16,2-7 1-16,0-1 2 0,-2-3-4 16,4 0 2-1,-4 0 2-15,0 0-3 0,0 0 1 16,5 0-1-16,4 0 0 16,5-7 4-16,2-16-3 15,-5-1-1-15,6-3 3 16,-3-6-4-16,2 1 3 15,4-4 0-15,-2 3-3 16,3-1 8-16,-8 4-10 16,-2 6 2-16,-3 6 7 15,-5 4-5-15,0 1 0 16,-3 1 0-16,0 1-2 16,0-1 7-16,0 5-7 0,0 0-1 15,0 2 7 1,0-1-3-16,0 5-2 15,0 1 3-15,0 0-9 0,0-4 7 16,0 4-28-16,0 0-79 16,-9 0-144-16</inkml:trace>
  <inkml:trace contextRef="#ctx0" brushRef="#br0" timeOffset="3671">1628 4 104 0,'0'-4'52'16,"0"4"-16"-16,0 0 3 15,0 0-13 1,0 0-1-16,0 0-10 0,0 0 7 16,0 0 3-16,0 0-1 15,0 0-7-15,0 0-2 16,0 0-4-16,0 0 7 15,0 0-7-15,0 0 6 16,0 0 0-16,3 0-10 16,12 0 2-16,1 0-8 15,4 5 0-15,-4 1 10 0,7 2-9 16,-5 2 1-16,2 5-1 16,-4 1 0-16,4 10 1 15,-4 4-2-15,-5 8-3 16,0 1 10-16,-9 1-12 15,1 2 7-15,-3-3-2 16,0 4-1-16,0-3 2 16,0 0-4-16,-9 0 1 15,-3-3 5-15,-3-3-6 16,2 6 1-16,-6 0 2 16,-3 1-2-16,2 1 2 0,-2 1-2 15,1-9-3 1,3-1 11-16,2-6-10 15,2-1 1-15,3-7 5 0,-2-1-4 16,1-3 3-16,-1-3-5 16,-1-2 2-16,3-2 6 15,2-4-8-15,4 0 3 16,5-4-1-16,0 0 0 16,0 0-1-16,0 0-15 15,0 0-58-15,0 0-45 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1:25.60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22 145 99 0,'-11'-14'91'16,"0"3"-85"-16,11 2 16 0,0 2 20 16,0 5-3-1,0 0 4-15,0-3-10 0,4 5-1 16,-2-3-3-16,0-2-16 15,1 5-2-15,1-2 7 16,-2 2-11-16,-2 0 1 16,0 0 0-16,0 0-1 15,5 0 2-15,2 0-1 16,4 5 3-16,-4 9 6 16,-1 4-3-16,2 5-3 15,-2 2 1-15,-1 4-6 0,1 3 5 16,-4 0-12-1,1 1 3-15,0 0 2 0,-3-2-6 16,3-3 4-16,0-3-3 16,-1-7 0-16,5-4 6 15,-5-1-8-15,3-7-2 16,-3 0 8-16,2-5-5 16,-2-1 1-16,-2 0-1 15,3 0-3-15,-3 0 12 16,0 0-12-16,6 0 2 15,2 0 6-15,5 0-4 16,2 0 1-16,1-1-3 16,1-7-1-16,2 4 14 15,4-2-17-15,-2-1 4 0,1 5 3 16,-2-3-4-16,-2 1 1 16,0 2-4-16,-5 2 1 15,-2-1-4-15,-3-2-17 16,3 3-13-16,0-6-48 15,3 3-65-15</inkml:trace>
  <inkml:trace contextRef="#ctx0" brushRef="#br0" timeOffset="339">80 302 121 0,'0'0'69'16,"0"0"-58"-16,0 0 19 15,0 0 7-15,0 0-22 16,9 0 4-16,7 0-4 15,1 0 9-15,2 0-8 16,-2 0-4-16,2 0-2 16,0-3-5-16,0 0-6 15,4-3 3-15,-7 2-10 0,2-4-12 16,-5-1-42-16,-5 1-21 16,-2 3-94-1</inkml:trace>
  <inkml:trace contextRef="#ctx0" brushRef="#br0" timeOffset="614">44 140 157 0,'-2'0'29'16,"2"0"9"-16,0-3 12 15,0 3-19-15,0 0-12 0,0-3 9 16,0 3-2-16,0-3-3 16,0-1-4-16,2 2-10 15,12-3-1-15,6 2-7 16,7-3-5-16,3-1 11 16,10 0-9-16,-2-3 0 15,0 1 4-15,-4-1-18 16,-9 2-26-16,-6 5-104 15</inkml:trace>
  <inkml:trace contextRef="#ctx0" brushRef="#br0" timeOffset="999">509 233 165 0,'0'0'118'15,"0"0"-98"-15,0 4-8 16,15 4 12-16,8 3-8 0,-1 2-6 16,3 2-4-16,-5 0-2 15,-4-2 8-15,0 4 13 16,-3-4-17-16,2-2 1 16,2 1-4-16,-1 1-5 15,4-5 3-15,-7 1-6 16,1-6-12-16,-3 0-45 15,-2-3-97-15</inkml:trace>
  <inkml:trace contextRef="#ctx0" brushRef="#br0" timeOffset="1274">763 245 278 0,'-3'0'46'0,"-3"0"10"16,4 0-4-16,-7 0-43 16,-5 6-5-16,1 18 0 15,-4 3 0-15,0 0-3 16,3 2 8-16,1-1-13 15,-1-4 4-15,3 0-1 0,2-3-3 16,2-5-49-16,3 1-81 16</inkml:trace>
  <inkml:trace contextRef="#ctx0" brushRef="#br0" timeOffset="2979">1118 364 210 0,'-13'-4'39'0,"-1"2"11"16,3 2 18-16,-2 0-48 15,-1 0 9-15,-3 0-14 16,3 0 9-16,0 0-1 0,1 0-12 15,-5 0-3 1,2 7-7-16,2 8-3 0,3 3 9 16,3 2-10-16,0 0 4 15,5 0-3-15,3-1 5 16,0 2-3-16,0-7-2 16,6-2-3-16,12-5 6 15,2-3-11-15,5-4-12 16,2 0 2-16,2 0 5 15,-4-20 7-15,-4-1 0 16,-4-2 4-16,-4 0 13 16,-1 0-15-16,-7-1 11 15,-1 3 4-15,-4 6-1 0,0 3 1 16,0 5 1-16,0 3-1 16,0 4 6-16,0 0-12 15,0 0 1-15,0 0-2 16,0 0 2-16,0 6 4 15,2 11-7-15,0 4-2 16,3 1 8-16,4-2-10 16,0 0 4-16,2-6-2 15,-4-1 1-15,5-6 3 16,-1-7-8-16,2 3 3 16,5-3 5-16,0 0-4 15,0 0 1-15,-5-14-1 16,1-2 0-16,-3-1 1 15,0-3-1-15,-3 0-1 0,1 2 5 16,-5 3-5 0,0 8 2-16,-1 2-3 0,-1 0 6 15,4 3-1-15,-4 2-3 16,4 0-4-16,0 0 11 16,-1 0-7-16,4 0 1 15,-5 14 0-15,2 0 0 16,-3 4 2-16,0 0-3 15,-3-3-2-15,0 0 7 16,0-3-5-16,0-2 1 16,0-2-3-16,0-7 1 15,0-1 9-15,0 0-12 16,0 0 6-16,0 0 3 0,0-1-6 16,0-17 2-16,11-6-1 15,0 0-3-15,0 0 9 16,1 4-10-16,-2 8 3 15,-5 5 9-15,4 1-10 16,0 1 5-16,-2 5-2 16,4 0-1-16,1 0 4 15,1 0-6-15,-2 0 2 16,1 5 5-16,-1 10-6 16,-3 3 3-16,-5 0-3 15,-1-3 2-15,1-1 4 16,-3-1-7-16,0-7-2 0,0 0 11 15,0-3-7-15,3-3 1 16,-3 0-4-16,0 0 4 16,3 0 2-16,0 0-8 15,-1 0-4-15,4 0 14 16,1-11-8-16,0-6 4 16,-2 3 0-16,4 1-3 15,-5 3 7-15,7 0-7 16,-4 7 2-16,-2 2 4 15,4 1-4-15,-5 0 1 16,-1 0 0-16,5 0-1 16,-2 10 5-16,0 6-6 15,-1-4 0-15,1-1 6 16,3-5-5-16,-2 0 1 0,2-6-1 16,0 0 1-16,-2 0 4 15,4 0-8-15,-2 0 2 16,0 0 4-16,1 0-18 15,-2-12-35-15,3 0-7 16,0 1 15-16,0-5 19 16,1 6 18-16,-1-4 2 15,-4 2 5-15,-1 0-4 16,0-2 3-16,-3 4 1 16,0-3 0-16,-1-1 7 15,-2 6 5-15,3 0 48 16,-3 5-1-16,0 1-12 15,2 2-14-15,-2 0-9 0,0 0 0 16,0 0-2-16,0 0-18 16,0 0 0-16,0 0 2 15,0 0-6-15,0 0 2 16,0 9 2-16,0 17-1 16,0 1 4-16,0 3-8 15,0 4 2-15,0 1 4 16,0-1-8-16,0 5 4 15,0-3-4-15,-5 0 0 16,0-1 7-16,2-5-12 16,0 2 0-16,3-2 7 15,0-7-15-15,0 5-8 16,0-8-8-16,0-2 11 16,0-2 5-16,0-5-5 0,0-4-23 15,3-2-26-15,0-2-41 16</inkml:trace>
  <inkml:trace contextRef="#ctx0" brushRef="#br0" timeOffset="4185">1864 445 203 0,'-2'-23'64'16,"-1"5"-39"-16,3 2 23 15,0 2 5-15,0 8-16 16,0 2-31-16,0-2 2 0,3 4 4 16,8-1 1-16,2 0-1 15,3 3-5-15,4 0-2 16,-1 0 5-16,1 0-12 16,-2 10 1-16,-3 4 5 15,-7 0-5-15,-6-1 2 16,-2 1 2-16,0-1 5 15,0-1 5-15,-10 3-15 16,-12 0 1-16,-1-3 6 16,2-2-7-16,-5-2 7 0,8-3-10 15,3-3 3-15,5-2 7 16,7 0-10-16,3 0 2 16,0 0 4-1,0 0-4-15,6 0 2 0,18 0-1 16,1 0 1-16,2-2 6 15,-2-3-10-15,-3-1-1 16,-3 0-3-16,-4-3-6 16,-1 0 5-16,-3-6 0 15,-4-2 2-15,5-6 8 16,-4-2-5-16,1-5 3 16,-2-4 3-16,5-6-4 15,-6-4 6-15,-1-4-3 16,-5 1 0-16,0 4 12 15,0 9-11-15,0 6 1 0,0 11 10 16,0 6-6-16,0 5-3 16,0 0 0-16,-3 4 3 15,1 2 7-15,-2 0-11 16,2 0 7-16,2 0-2 16,-3 0-8-16,0 8 6 15,0 16-2-15,3 9-2 16,0 2 8-16,0 2-9 15,0 3 8-15,0-2-1 16,0 3-7-16,0-7 1 0,6 2 1 16,-1-6-7-1,10 0 13-15,-2-6-13 16,4-2-2-16,2-5 9 0,2-6-9 16,4-1 1-16,-2-10 0 15,-1 0-1-15,3 0 9 16,-3-2-11-16,3-17 3 15,0 1 5-15,0-5-4 16,-3 1 1-16,0-4-2 16,-3 1 4-16,-2 1 6 15,2-1-8-15,-8 6 3 16,-6 1 5-16,-1 6-6 16,-4 6 4-16,0 2-3 15,0 4 4-15,0 0 7 16,-4 0-14-16,-10 2 4 0,3 14 3 15,4 8-5-15,0 0 5 16,5 1-3 0,2-1-3-16,0-1 8 0,0-2-8 15,0-6 3-15,0-3 4 16,11-6-4-16,9 0 0 16,-2-6-1-16,5 0-4 15,-1 0 10-15,0-3-10 16,-5-9 2-16,2-3 6 15,-5 0-6-15,-2 3 4 16,-3 0-3-16,0 2-1 16,0-1 11-16,-4 2-12 15,3 3 3-15,3 2 4 16,5 0-4-16,-2 3 2 0,0 1-2 16,1 0-1-16,-2 0 8 15,3 0-11-15,-2 0 3 16,-3 9 7-16,-2 1-7 15,-4 2 3-15,-5 2-2 16,0 1-2-16,0 0 10 16,0 0-12-16,0-1-1 15,-14-1-6-15,-8-7-27 16,3 3-107-16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1:30.5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190 192 342 0,'-17'-6'12'15,"-1"6"10"-15,7 0 18 16,-7 0-20-16,-9 21-15 15,-3 1-1-15,5 0 7 16,6-1-10-16,5-2 2 16,5 1 2-16,7-5-4 15,2-2 1-15,0-1-3 16,0-5-1-16,0 1 11 16,16-3-13-16,9-3 7 15,-1-2 0-15,1 0-2 16,-2 0 2-16,-10 0-6 15,-6-10 0-15,-5 0 10 0,-2-2-9 16,0-3 2-16,0-2 1 16,0-4 2-16,-16 2-2 15,-4-1-2-15,-2 0-2 16,-3 1 10-16,9 1-13 16,5 6 4-16,5 4 2 15,6 0-2-15,0 3 4 16,0 0-5-16,25-2 1 15,8 2 8-15,9-2-11 16,-1 0 4-16,-3 1 2 16,5 1 0-16,-9 5 0 15,0 0-2-15,-7 0-6 16,-2 0 17-16,1 0-12 0,-5 7 3 16,2 9 0-16,-4 2 3 15,0 1 1-15,-2 6-1 16,-1 0 1-16,-5 2 5 15,-6 2-13-15,-1 5 7 16,-4-3-2-16,0 4-1 16,0 0 3-16,0-6-4 15,0 4-2-15,0-6 10 16,0-4-13-16,0-4 3 16,0 2 1-16,5-7-3 15,-2-2-6-15,0-8-21 16,0-2-85-16,-1 2-77 15</inkml:trace>
  <inkml:trace contextRef="#ctx0" brushRef="#br0" timeOffset="227">353 450 379 0,'-2'-3'25'15,"-2"2"-2"-15,4-2 7 16,0 3-10-16,0 0-16 16,9 0-6-16,13 0 2 15,12 0 10-15,0 0-13 16,8-6 1-16,8-3 4 0,2-6-7 16,-2 0-19-16,-3 5-153 15</inkml:trace>
  <inkml:trace contextRef="#ctx0" brushRef="#br0" timeOffset="1111">1074 90 215 0,'0'-7'25'0,"2"-6"4"0,10 3 25 15,10 3-20-15,1-1-11 16,1 6-2-16,6-3-13 15,-3 2 0-15,4 3 10 16,3-2-17-16,-7 2 6 16,3-3-7-16,1 2 1 15,-7-2 2-15,4-3-5 16,-8 4 0-16,-13 1 2 16,-1 1-21-16,-6 0-33 15,0-4-77-15</inkml:trace>
  <inkml:trace contextRef="#ctx0" brushRef="#br0" timeOffset="1394">1259 18 171 0,'0'5'49'15,"0"5"-26"-15,0 2 46 16,0 11-17-16,0 4-6 16,11 6-21-16,2 3-5 15,-1-1-12-15,1 5-3 16,-2-3 5-16,1 0-10 16,-3-2 0-16,-2 0 2 0,-5-5-5 15,-2-3 9-15,0-4-13 16,0-9-6-16,0-1-31 15,0-8-64-15,0-2-59 16</inkml:trace>
  <inkml:trace contextRef="#ctx0" brushRef="#br0" timeOffset="2160">1511 105 256 0,'-6'-5'6'0,"-3"5"50"15,9 0 7-15,0 0-36 16,0 0-15-16,0 0 2 16,0 20 5-16,0 6 6 15,0 4-13-15,0 1-2 16,0 4 5-16,0-1-8 15,0 1-3-15,3-3-2 16,9 2-4-16,-3-8 13 16,3-4-18-16,1-1 5 15,-4-9 8-15,-1-5-11 16,0-2 5-16,-1-5-6 0,1 0-3 16,-3 0 11-1,6 0-9-15,-2-15 0 0,-2-3 8 16,2-6-3-16,-1-6 2 15,4 3-2-15,-5 2 0 16,2 11 7-16,-4 3-6 16,-5 6-2-16,3 5 8 15,0 0-6-15,0 0 3 16,-1 10 2-16,7 13-3 16,-1 1 7-16,3-4-10 15,3 3 2-15,0-4 3 16,2-2-5-16,4-7 3 15,-4-2-1-15,4-5-5 0,2-3 10 16,-1 0-10 0,7 0 2-16,0-8 1 0,-1-4-6 15,-4-8-1-15,-1 0-6 16,3 0-8-16,-9-5 21 16,0 0-4-16,-1-2 2 15,-7 2 5-15,-2 6-3 16,-6 4 3-16,0 7 6 15,0 3-2-15,0 3 16 16,-21 2-10-16,6 0-7 16,-8 0-2-16,7 7-2 15,1 5 1-15,2 3 1 16,8 0-4-16,-1 3 8 16,3 5-11-16,3-1 6 0,0 0 1 15,0-3-2-15,6 2 1 16,15-4-2-16,8-7-6 15,1-5-3-15,1-5-57 16,1 0-26-16,8 0-107 16</inkml:trace>
  <inkml:trace contextRef="#ctx0" brushRef="#br0" timeOffset="3223">2297 279 157 0,'-6'0'77'15,"6"0"-63"-15,0 0-2 16,0 0 20-16,0 0 13 15,9 0-33-15,4 12 2 16,1 8 3-16,-3 5-9 16,-5 2 5-16,-1 3-10 15,-5 0-2-15,0-6 4 16,0-1-7-16,0-3-1 0,0-7 8 16,0-4-7-1,0-3 4-15,0-2-1 0,-2-4-3 16,2 0 6-16,-3 0-9 15,1 0 0-15,2-16 9 16,0-13-7-16,0-1 7 16,0-4-7-16,0 1 0 15,0 6 11-15,9 2-10 16,3 8-3-16,-3 5 11 16,4 1-7-16,1 4 1 15,3 5-1-15,2-1-2 16,0 3 11-16,-2 0-12 0,0 0 5 15,-4 0 0 1,1 0 1-16,0 12 3 0,-3 6-5 16,3-3 1-16,-6 0 6 15,0 2-10-15,-2-2 2 16,-1 0 2-16,-5 0-1 16,0-3 4-16,0-2-3 15,0 0-5-15,0-2 12 16,0-3-10-16,0-2-1 15,-2-3 7-15,-1 0-5 16,0 0 6-16,0 0-5 16,3-3-2-16,0-20 9 15,0-1-11-15,3-1 4 16,11-3 0-16,2 8 0 16,0 6 1-16,2-1-2 0,-2 8-4 15,0 1 12-15,2 1-12 16,-7 5 5-16,-1 0 0 15,-2 0 2-15,3 0-1 16,-2 15-4-16,-4 3 1 16,1 1 10-16,-1 1-11 15,2-2 2-15,-7 2 1 16,0-5 1-16,2 0 1 16,-2-3-4-16,0-3-3 15,0-6 12-15,0 0-9 0,0-3-1 16,0 0 5-1,0 0-4-15,0 0 6 16,0 0-11-16,0-10-3 0,8-13 3 16,6-4-17-16,2 0 3 15,1-1 9 1,0 4 6-16,-4 8 7 0,-1 7-1 16,-5 6 3-16,-1 3 3 15,3 0 0-15,-1 0 0 16,0 0-1-16,3 5 2 15,-2 8 1-15,-1 2 11 16,0-1-6-16,-3 2 2 16,1-2-16-16,-1 1 3 15,-2-3-1-15,3-1-1 16,-4-6 1-16,5-3-3 0,-3-2-6 16,3 0-26-16,0 0-87 15</inkml:trace>
  <inkml:trace contextRef="#ctx0" brushRef="#br0" timeOffset="3739">3224 264 108 0,'-19'0'106'15,"2"0"-98"-15,-2 0 27 16,2 0 7-16,4 0-11 16,2 0-16-1,2 2 4-15,2 8-3 0,-2 1 5 16,-2-2 4-16,0 6-7 15,0-3-5-15,3 6 4 16,-1-1-11-16,7-2 0 16,2 3 0-16,0-1-2 15,0-5-4-15,0 5-1 16,14-8-4-16,10-2 13 16,3-7-10-16,1 0 4 0,6 0-2 15,-3 0-7 1,-4-7 7-16,-5-9-4 0,-12 2 2 15,-1-4 8-15,-9 0-9 16,0-1 5-16,0-6 3 16,-11-2 1-16,-8 1 2 15,-4 4-7-15,4 7 7 16,2 8 3-16,2 5-14 16,-3 2-5-16,0 0-10 15,-3 2-48-15,13 13-104 16</inkml:trace>
  <inkml:trace contextRef="#ctx0" brushRef="#br0" timeOffset="4582">4008 204 175 0,'0'0'36'0,"0"-10"-18"16,0 5-9-16,0-2 24 15,0 5-6-15,0-1 1 16,0 2 14-16,0 1 3 16,0 0-21-16,-2 0 1 15,-18 0-21-15,-4 0 5 0,-9 0-5 16,-3 4 1 0,0 10-2-16,3 6-2 0,8-5-2 15,5 2 6-15,6-2-8 16,12-2 3-16,2 1 0 15,0 2 2-15,0-3 0 16,9-2-7-16,18 0 3 16,7-3 4-16,4-7-6 15,0 2 4-15,-2 2-3 16,-6 0 3-16,-5 5 3 16,-6-1-7-16,-7-1 2 15,-3 2 7-15,-9 2-9 16,0-2 5-16,-6 0 0 15,-20 0 5-15,-1-3-1 16,-4-1-6-16,-1-1 2 0,1-3 6 16,1-2-13-16,8 0 3 15,5 0-29-15,3-5-41 16,9-10-25-16,3 3-76 16</inkml:trace>
  <inkml:trace contextRef="#ctx0" brushRef="#br0" timeOffset="5580">4135 237 223 0,'0'-8'97'0,"0"8"-89"15,0 0 28-15,0 0 12 16,0 0-24-16,0 0-25 16,4 13 10-16,1 6 2 15,1 1 4-15,-4 0-7 16,3 0-8-16,4-2-2 16,2-4 9-16,3 1-10 15,2-6 3-15,6-8-2 16,5-1-3-16,5 0-16 15,-7-15-43-15,-1-5 16 0,-4-2 25 16,-4 0 12-16,-7-1 10 16,-2 1 0-16,-7 0 5 15,2 2 7-15,5 5 1 16,-7 4 12-16,2 5 8 16,-2 3 1-16,0 2-12 15,0 1-9-15,0 0-7 16,0 0 5-16,0 0-2 15,0 0-3-15,0 6 9 16,3 16-13-16,0 3 5 16,3 5-3-16,-6 5 2 15,2 2 1-15,-2 3-8 16,0-1 1-16,0 4 9 16,4-1-13-16,-1 3 10 0,7 7-8 15,4 5 5-15,2 1 1 16,1 2-8-16,-7-14 3 15,-3 1 4-15,-7-10-9 16,0-7-3-16,0-5 0 16,0-8-4-16,-20-4-20 15,-2-3-7-15,3-4 31 16,-3-6 9-16,-1 0-3 16,4-9 3-16,6-16 1 15,2-4 0-15,2-10 5 16,6-7-2-16,3-6 2 15,0-8 7-15,0 1-6 0,15 4 3 16,0 5-3-16,8 3-1 16,-1 5 4-16,-6 7-11 15,7 5-1-15,-4 3 11 16,0 0-8-16,6 2 5 16,2 2-5-16,-2 4 0 15,8 1 3-15,6 6-5 16,-6 2 1-16,1 5 5 15,-7 2-7-15,-7 3 3 16,-4 0 0-16,-3 0 2 16,-6 15 4-16,1 2-2 15,-8 6 6-15,0-3 8 16,0 2-14-16,0 1 0 16,-23-3-3-16,-5-1-1 15,-1-1 4-15,-7-3-8 0,0-3 2 16,0-7 5-16,9-5-5 15,5 0 0-15,10 0 0 16,12 0-8-16,0-10-2 16,0-2-7-16,0 2 11 15,14 2-11-15,11 4-24 16,2-2-40-16,-5 4-98 16</inkml:trace>
  <inkml:trace contextRef="#ctx0" brushRef="#br0" timeOffset="5925">4909 0 149 0,'-14'0'123'15,"11"0"-114"-15,-3 0 18 16,6 0 51-16,0 18-21 16,0 2-36-16,3 7 1 15,6 0-6-15,2 9-5 16,0 0-4-16,0 2-6 16,-3 2 4-16,-2-6-9 15,-1 1 3-15,1-3 6 16,-1-7-6-16,-2 0 2 0,-3-5-3 15,0-5 0-15,0-3-3 16,0-9-22-16,0 0-40 16,0-3-61-16,0 0-48 15</inkml:trace>
  <inkml:trace contextRef="#ctx0" brushRef="#br0" timeOffset="7244">4859 269 56 0,'-9'-3'227'0,"7"1"-221"0,2-1 21 15,0 3 10-15,0 0-9 16,5 0-12-16,20 0 0 16,6 0-7-16,5 0 0 15,0 0-9-15,5 0 3 16,-3-4-5-16,7-2-1 15,-6-1-3-15,-1 2-12 16,0-2 2-16,-9-1 13 16,-2 0-11-16,-9 2 12 15,-6 0 0-15,-3 1-2 16,-9 3 3-16,0-1-7 0,0 3 20 16,0 0 2-16,-21 0-3 15,0 0 9-15,-3 5-5 16,1 12-11-16,1 6 8 15,6 2-11-15,5-1 0 16,5-1 8-16,6-3-8 16,0-3 4-16,0 1-6 15,2-7 0-15,18-2 7 16,0-7-11-16,7-2 0 16,0 0-8-16,4 0-7 15,-1-8 4-15,-3-6 5 16,2-1 4-16,-8-2 5 0,1 0-3 15,-2-1 1 1,3 2 9-16,-5 7-5 0,0 4 0 16,-2 5 3-16,-5 0-2 15,-3 0 8-15,-3 7-7 16,1 13-1-16,0 2 9 16,-4 1-1-16,1 2-4 15,-3-3-5-15,0-2 0 16,0-3 8-16,0-2-12 15,0-5 2-15,0-5 5 16,0 0-3-16,-3-5 1 16,1 0-3-16,2 0 0 15,0-13 10-15,0-6-16 0,0-8 6 16,13-3 2 0,7-5-5-16,-4 3 1 0,7 7 2 15,-5 5-5-15,2 7 14 16,-1 9-10-16,-2 1 0 15,-6 3 9-15,0 0-4 16,-6 3 3-16,4 14-1 16,-4 3 0-16,1 2 11 15,-1 0-10-15,-2-2-3 16,0 3 3-16,-3-6-4 16,0 1 4-16,0-3-7 15,0-6 2-15,0-1 6 16,0-3-10-16,0-5 3 15,0 0 6-15,0 0-7 0,0 0 2 16,8-10-3-16,5-10-2 16,5-8 3-16,-2 1-14 15,4 0-6-15,-4 5 12 16,-2 5 4-16,-6 9 6 16,-3 5-2-16,-1 3 1 15,-2 0 8-15,1 0-7 16,-1 3 4-16,1 12 9 15,3 2-7-15,-1-2 0 16,6 0-4-16,-3 0 1 16,1 0 7-16,-3 0-13 15,0-3 5-15,-1 0 1 16,-1-4-5-16,5-3 3 0,3-5-1 16,3 0-4-1,3 0 11-15,4 0-11 0,-1-15 1 16,4-2 6-16,-3-3-4 15,-2 0 2-15,-4 0-2 16,4-2-5-16,-4-4 14 16,0 2-14-16,-1 2 5 15,-1 4 4-15,0 3-4 16,-1 5 0-16,1 0 2 16,-1 6-4-16,1 0 11 15,4-2-12-15,-2 6 4 16,6 0 5-16,1 0-7 0,-2 0 7 15,0 0-4 1,2 0-1-16,-7 2 16 0,-1 10-14 16,-8 6 8-16,-4-1 1 15,1 3 3-15,-4 0-1 16,0 0-12-16,0-3-1 16,-20 0 7-16,4-4-17 15,-4-5-16-15,4-6-45 16,5-2-134-16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1:45.4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16 164 134 0,'-8'-7'25'0,"5"1"1"16,3 1 13-1,-3 5-3-15,3-2-11 16,0 2 3-16,-2 0 0 0,2 0-1 15,0 0-3-15,0 0-4 16,0-1-7-16,0 1-8 16,0 0 11-16,0 0-13 15,0 0 13-15,0 0-7 16,0 0-5-16,0 0 3 16,0 8 1-16,0 14-2 15,0-1 7-15,2 2-11 16,1-6 2-16,0 3-1 0,0-8-4 15,0 0 5-15,-1-4-5 16,2-3-2-16,-2-3 9 16,5 1-11-16,5-3 4 15,1 0 5-15,4 0-5 16,0 0 2-16,0-3-1 16,2-12-3-16,0-5 10 15,4 3-12-15,-4-6 4 16,-4 6 3-16,0-1-2 15,-4 8 1-15,-5 1-2 16,-2 2-1-16,3 5 9 16,-2-4-13-16,-2 6 5 0,3 0 2 15,-4 0 0 1,4 0-1-16,1 0-1 0,2 0-2 16,0 20 11-16,-2 2-11 15,2 4 0-15,0-4 6 16,2-3-2-16,-4 0-1 15,0-5-1-15,-3-4-2 16,-4-3 10-16,3-1-11 16,1-4 2-16,-4-2 3 15,0 0-1-15,0 0 2 16,2 0-3-16,1 0-2 16,6 0 10-16,-2-2-12 15,1-19 4-15,4 1 1 0,-1-5 0 16,0 8 2-1,0 3-4-15,-3 3 0 0,-2 6 7 16,-4 5-8-16,-2 0 2 16,3 0 1-16,3 0 0 15,2 0 1-15,3 12-1 16,3 2-3-16,0 0 7 16,0 3-5-16,-1-2 0 15,1 0 2-15,-5 0-1 16,-2-2 1-16,-3-3-4 15,-4-3-11-15,0-3-66 16,0-1-125-16</inkml:trace>
  <inkml:trace contextRef="#ctx0" brushRef="#br0" timeOffset="264">240 20 221 0,'-4'-10'49'0,"4"8"-11"16,0-4-15-16,0 6-12 15,12 0-1-15,1-2-12 16,-4 2-7-16,-7 0-37 0,2 0-187 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1:46.42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38 361 178 0,'-8'0'49'15,"8"0"-34"-15,0 0 1 16,0 2 30-16,0 0-24 15,0 1-7-15,2 0-1 0,12-3 4 16,-1 0 0-16,8 0-2 16,-2 0-10-16,0 0 10 15,-6-6-18-15,1-3 6 16,0-3-6-16,-6 1 7 16,4 1-5-16,-3-5-3 15,-5 0 3-15,-1-3 5 16,1 2-7-16,-4 2 3 15,0 2-2-15,0 5 7 16,-7 2 10-16,-9 5-2 0,-6 0-8 16,-1 0-2-1,-1 0-4-15,-1 3 0 0,2 12-1 16,2 2 2-16,6 2 2 16,2-1-3-16,8 2-2 15,2 5 12-15,3-2-13 16,0-1 3-16,0-1-1 15,8-2 4-15,12-4-3 16,-2-6-2-16,8-1 1 16,4-3 5-16,0-5-9 15,6 0-3-15,-5 0-13 16,-1 0-23-16,-1 0-34 16,-2-8-43-16</inkml:trace>
  <inkml:trace contextRef="#ctx0" brushRef="#br0" timeOffset="1408">552 203 172 0,'0'-4'104'16,"0"4"-53"-16,-4-2 8 15,2 2-9-15,-7 0-37 16,-4 0-8-16,-6 0 3 16,-4 0-8-16,2 10 1 0,2-2 2 15,-1 6 0 1,-5 1 3-16,5 4-4 0,2 1 0 16,0 2 5-16,7 1-8 15,9-1 5-15,2-4-1 16,0-3-4-16,0 0 3 15,17-5-4-15,8-6-1 16,0-4 5-16,5 0-13 16,3 0-1-16,-9-4-17 15,-1-6 13-15,-10-5 4 16,-1 0 11-16,-7-3-5 16,1-1 13-16,-4 4-5 15,-2-2 7-15,0 1 0 16,0 7-1-16,0 1 1 15,0 5 0-15,0 3-5 0,0 0 6 16,0 0-12-16,0 0 4 16,0 0 4-16,0 11 7 15,0 14-5-15,0 7-3 16,0 2-3-16,0 2 9 16,3 1-12-16,3-3 3 15,-4-4-1-15,4 3-2 16,2-1 2-16,1 0-3 15,4-2 0-15,1 2 5 16,2-4-6-16,-2-6 1 16,-3-2-1-16,-3-5 0 15,1-3 3-15,-1-6-3 0,-2-2-2 16,-3-4 7-16,1 0-13 16,2 0 6-16,0 0-8 15,3 0-11-15,-5-5 4 16,3-12 7-16,-5 2 3 15,0-5 14-15,2-5-7 16,-4-2 4-16,5-5-1 16,-2-3 4-16,-1-3-3 15,2-4-2-15,-1 2-3 16,-3-2 11-16,0 5-9 16,0 5 1-16,0 4 3 15,0 6 3-15,-17 4-1 16,6 3-3-16,3 8-3 0,2-3 9 15,3 8-10-15,3-1 5 16,0 0-2-16,0 3 0 16,-3 0 2-16,3 0 0 15,0 0-5-15,-3 0 12 16,3 0-10-16,-2 0 4 16,-2 13-5-16,4 2 4 15,0 0-1-15,0 0 1 16,0-3-4-16,0 0 9 15,6 1-6-15,6-3 0 16,-5-3-1-16,4 2 0 16,-2 0 2-16,0-2-3 15,-2 1-1-15,2-3 6 16,2 0-6-16,1-5 2 0,-2 2 0 16,4-2-1-16,0 0 1 15,-1 0-8-15,-1 0-2 16,-4-9 10-16,-1-4-4 15,0-2 6-15,-5 0-3 16,1 0 2-16,-3 0 8 16,3 0-2-16,-3 6-5 15,0 1 9-15,3 3-11 16,-3 2 4-16,0 3-1 16,0 0-2-16,0 0 2 15,3 0 3-15,-1 16 2 16,4 3 1-16,-1 2-10 15,4 3 2-15,-4-4-1 16,6-4-1-16,-2-2 3 0,-1-7-6 16,0-2-3-16,1-5 10 15,-1 0-18-15,2 0 0 16,1-2-7-16,0-14 10 16,-2-1 4-16,-4-4-3 15,1 3 5-15,-6-3 9 16,0 4-1-16,0 4 11 15,0 4 7-15,0 4 1 16,0 2-8-16,0 3-2 16,0 0-9-16,0 0 9 15,3 0-10-15,-1 11 10 16,7 8-6-16,-4 1-2 16,1 0-2-16,-1 0-2 0,1-8-6 15,-1-4 2 1,-2-5-58-16,5-3-129 0</inkml:trace>
  <inkml:trace contextRef="#ctx0" brushRef="#br0" timeOffset="1662">1048 115 243 0,'0'0'63'0,"0"0"-38"0,0 0 3 16,0 0-10-16,0 0-18 16,0 0 1-16,0 0 2 15,0 0-5-15,0 0 1 16,0 0-14-16,0 0-126 15</inkml:trace>
  <inkml:trace contextRef="#ctx0" brushRef="#br0" timeOffset="2315">1048 115 270 0,'117'-115'53'0,"-117"128"26"16,0 1-16-16,0 9-40 15,0-1-10-15,0 6-9 16,0-1 5-16,0 3 0 16,0-2-8-16,4 1 1 15,3 1 1-15,-5-3 1 16,4 3-1-16,0-5-5 15,-2-1 1-15,5-1 4 16,0-6-5-16,-1-3-2 16,0 0-1-16,1-9-3 15,-5 2 3-15,-1-7-7 16,1 0 2-16,-2 0 0 0,6 0-4 16,0-7-12-16,3-12-11 15,1 0 22-15,1-1 16 16,1-2-5-16,4 0 3 15,-3 2 5-15,-6 7 18 16,-6 3-3-16,-1 7-3 16,-2 3-1-16,0 0 3 15,0 0-16-15,3 0 5 16,-1 8 6-16,2 8-8 16,1-2 4-16,-5 4-7 15,0-5-2-15,2 4 5 16,-2-5-9-16,4-5 1 0,-2 1 3 15,1-8-26-15,-3 0-51 16,6 0-109-16</inkml:trace>
  <inkml:trace contextRef="#ctx0" brushRef="#br0" timeOffset="2544">1322 110 186 0,'-6'-8'74'0,"6"8"-53"16,0 0 18-16,0 0-7 16,0 0-29-16,0 0 2 15,0 0-2-15,0 0-6 16,0 0-7-16,6 0-76 15</inkml:trace>
  <inkml:trace contextRef="#ctx0" brushRef="#br0" timeOffset="3381">1579 3 42 0,'0'0'7'0,"0"0"23"16,0 0 17-16,0 2-26 15,0 3-12-15,0-2 14 16,0 2-3-16,0-3 1 15,0 0 4-15,0 3-6 16,0-2 4-16,0 2-12 16,0 3-5-16,0-1 1 15,0-2-6-15,0 0 4 16,0 0 0-16,0-3-3 16,0 1 9-16,0-1 2 0,0-2-1 15,0 2 9-15,0 4-3 16,0-4-4-16,0 5 8 15,0 6 5-15,0 2-2 16,0 5-13-16,0 2-9 16,0 3 6-16,0 5-7 15,0-3 0-15,0 3-1 16,2-2-1-16,3-4 4 16,-1 1-8-16,-2 0 4 15,1-3 2-15,0 1-6 16,-3-7 1-16,0 0-6 0,0-6 0 15,0-6 6 1,0 0-7-16,0-2 6 16,0-2 8-16,0 0-6 0,0 0-1 15,0-2-24-15,0-11 14 16,0-4 7-16,0-1-6 16,0-1 2-16,0-8 15 15,9 6-5-15,1 1 4 16,-2 3-4-16,1 5 1 15,2 4 5-15,-3 3-9 16,6 5 6-16,0 0 6 16,-1 0-7-16,7 0 3 0,-6 0 0 15,0 0-1 1,-3 0 1-16,-3 13-3 0,-3 1 0 16,-5 1 3-16,0 0 6 15,0 0-7-15,0 0-3 16,-11 0 2-16,-8 0 4 15,-3 0-9-15,0-5-1 16,-3 2 5-16,3-7-1 16,5-3 0-16,4 1-4 15,7-3-15-15,4 0-19 16,2-3-29-16,0-16 0 16,4-2 0-16,10 2-63 15</inkml:trace>
  <inkml:trace contextRef="#ctx0" brushRef="#br0" timeOffset="4004">1799 271 144 0,'0'-8'52'16,"0"6"-36"-16,6 0 3 15,3 2 10-15,-5-3-5 16,5 3-16-16,-1 0 10 16,-2 0 4-16,5 0-7 15,-2 0 18-15,-2 0-9 0,2 13-7 16,0 1-3-16,-2 2-12 16,1-2-1-16,-2 1 0 15,0-2-2-15,-6-1 6 16,2 3-9-16,-2-3 3 15,0 1 3-15,0 2-4 16,0 0 3-16,-2-5 0 16,-4-1-3-16,0-4 7 15,6-5-9-15,0 0 0 16,0 0 8-16,0 0-5 16,-2 0 1-16,2 0 0 15,0-13-2-15,0-1 7 16,0-3-8-16,0-3 1 0,0-2 5 15,0-1-7-15,14 6 3 16,-3 1-4-16,0 10 2 16,-3 3 11-16,0 0-13 15,1 3 3-15,-1 0 6 16,3 0-4-16,0 0 0 16,-1 0-1-16,5 0-2 15,-7 6 10-15,3-1-12 16,-2 2 2-16,-1 0 6 15,-5 6-6-15,-3-3 0 16,0 5-1-16,0-6-5 16,0 6 10-16,0-5-7 15,0 1-2-15,0-8-5 16,0-3-19-16,0 4-16 0,0-4-25 16,0 0-122-16</inkml:trace>
  <inkml:trace contextRef="#ctx0" brushRef="#br0" timeOffset="4322">2057 72 165 0,'0'8'25'0,"0"-1"3"15,0 1 21-15,0 1-12 16,7-1-25-16,4-3-3 15,1 0-4-15,-6-3-8 16,-6-2 0-16,7 0-90 16</inkml:trace>
  <inkml:trace contextRef="#ctx0" brushRef="#br0" timeOffset="5628">2203 291 243 0,'-2'0'28'15,"-2"0"-16"-15,4 13 24 16,0 6-7-16,0-1-17 16,0 2-3-16,0-7 5 0,0 3 5 15,0-2-13-15,0 0-5 16,0-4 3-16,11 0-6 16,0-6-2-16,-5-1 6 15,4-3 1-15,-1 0-4 16,2 0 1-16,5 0-2 15,-1-5 6-15,1-10-6 16,0-2 2-16,-4-1 1 16,1-1 3-16,-2-2-7 15,-8 4 2-15,0-3 0 16,-3 6 9-16,0 1-11 0,0 5 4 16,0 4 9-16,0 4-3 15,0 0-3-15,0 0 3 16,0 0-7-16,0 0 10 15,0 4-5-15,0 14 0 16,6 2-2-16,-4-1-1 16,4 2 2-16,-4-3-5 15,1-2-4-15,3-5 6 16,-1-4-13-16,7-5-2 16,-2-2 11-16,4 0 2 15,0 0 2-15,-1 0-3 16,1-6 0-16,-3-3 7 0,-2-3-6 15,2-3 1-15,0 0 0 16,0-3 4-16,0 4-4 16,3 1-1-16,-7 1-1 15,2 4 8-15,-6 3-9 16,0 3 3-16,0 2 1 16,-3 0-1-16,5 0 4 15,-3 0-4-15,2 15 5 16,-1 2 0-16,-3 1-4 15,2 1 1-15,-2-1-1 16,0-3 0-16,0 0-1 16,0-1-4-16,0-1-7 15,0-5 14-15,0-7-12 0,0 3 6 16,0-4 3-16,0 0-2 16,0 0 7-16,0 0-9 15,9-8 1-15,2-10 11 16,3 1-9-16,-1-7-2 15,3 1 3-15,-2 1 3 16,-3 4-1-16,-2 6-3 16,-3 4-5-16,-3 6 14 15,-1-1-10-15,-2 3 2 16,2 0 0-16,1 0 3 16,0 0 0-16,3 0-1 15,0 0-5-15,-1 13 12 16,0-1-8-16,1 6 4 15,-6-1-4-15,0 1 3 0,0-1 0 16,0-5-7-16,0 1 1 16,0-6 8-16,0 1-12 15,0-6 1-15,5-2-4 16,4 0 5-16,0 0 4 16,1 0-4-16,4-17-3 15,0-1 7-15,-3-2-5 16,0-2 3-16,0 2 1 15,-4 2-8-15,2 9 9 16,-6 4-1-16,0 2-2 16,-3 3 6-16,0 0-5 0,0 0 0 15,3 0 7 1,0 5-4-16,1 7 6 0,3 4-7 16,-3-4-1-16,5-1 6 15,0 3-8-15,-4-7 3 16,4 1-2-16,-7-3 2 15,3 0 1-15,4-5-5 16,0 0 0-16,-2 0 11 16,8 0-10-16,1 0 3 15,0 0 3-15,4-9-3 16,-1-4 1-16,-4 0-4 16,-8 0-25-16,-1 1-90 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05.86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67 328 149 0,'-17'-2'23'0,"3"-4"-3"0,9-8-3 16,5-1 3-16,-2 7 5 15,-2 2-5-15,1 1 15 16,1 5-10-16,-1 0-5 15,1-3 5-15,-2 3-8 16,-1 0-2-16,3 0-9 16,-2 0 6-16,4 0-2 15,0 0-9-15,0 0 5 16,0 0 4-16,0-3-10 16,0 3 6-16,0 0-2 0,0 0-1 15,0 0 9-15,0-1-13 16,0-3 7-16,20 4 4 15,2-1-4-15,5-3 1 16,5 2-3-16,-3 1-2 16,7-3 6-16,3 2-15 15,1 0 7-15,8-1 8 16,-1 3-10-16,-3-3 1 16,-3 1 2-16,-2 2-2 15,-3 0 6-15,-3 0-8 16,0 0 1-16,3 0 7 15,3 0-7-15,2 0 4 16,8 0-3-16,5 0 0 16,0 0 7-16,5 0-11 15,-1 0 4-15,-4 0 6 0,3 0-9 16,-6 0 8-16,2 0-5 16,-4 0-2-16,-1 0 9 15,-4 0-9-15,-3 0 0 16,1 0 8-16,-4 0-7 15,4 0 3-15,-1 0-4 16,1 0 3-16,-2 0 7 16,3 0-11-16,-5 0 0 15,1 0 10-15,-3 0-9 16,-3 0 6-16,0 0-6 16,0 0 0-16,0 0 12 15,3 0-15-15,-3 0 4 0,6 0 7 16,0 0-7-1,2 0 1-15,1-4 3 0,1 1-4 16,-1-1 9-16,4 2-16 16,1 1 9-16,1 1 4 15,-4-2-6-15,2 2 5 16,1-4-5-16,7 2 1 16,-2 2 7-16,-1 0-12 15,3 0 4-15,-11 0 6 16,2 0-6-16,-1 0 7 15,-5 0-10-15,0 2 5 16,-1 4 7-16,-2-5-11 16,-2 1-2-16,4 2 15 0,0-4-12 15,9 0 2 1,3 0 0-16,2 0-2 0,4-6 12 16,-7 3-13-16,-7 3-3 15,-6 0 16-15,-6 0-14 16,-9 0 5-16,0 0 3 15,-6 0-6-15,3 0 10 16,-8 0-14-16,1 0 5 16,-2 2 10-16,-4-1-11 15,-1-1 3-15,-4 0-1 16,0 2 2-16,0-2 5 16,0 0-9-16,0 0 2 15,2 0 4-15,3 0-5 16,1 4 3-16,-1-4-3 0,7 3-5 15,-4-3-4-15,1 0-39 16,-2 6-291-16</inkml:trace>
  <inkml:trace contextRef="#ctx0" brushRef="#br0" timeOffset="1402">4062 261 99 0,'-7'5'63'0,"3"-2"-50"16,4-3 8-16,-3 0 11 16,3 0 12-16,-4 0-19 15,4 0 3-15,-4 0-5 16,-2 0-4-16,-5 0-5 0,-2 0-7 16,-2 0 4-16,5 0 3 15,4 3-4-15,1-3 3 16,5 0-11-16,0 3-2 15,0-3 7-15,0 0-5 16,0 0 0-16,5 0 9 16,20 0-5-16,8 0 11 15,6 0-16-15,1 0 2 16,3-9 7-16,-3 3-12 16,-4 0 3-16,3 1-1 15,-3 3-3-15,3 2 10 16,-3-2-9-16,6 2-3 15,-2 0 12-15,1-3-10 0,7 0 6 16,-1-1-4-16,5-1 0 16,6-2 6-16,9-1-9 15,-1 0 3-15,6 1 5 16,-7 4-7-16,-6 0 5 16,-1 2-2-16,-6-1-4 15,-3-2 10-15,8 2-8 16,-6 2 0-16,-1 0 5 15,-9 0-5-15,1 0 3 16,-1 0-1-16,-2 0-3 16,6 0 8-16,-7 0-9 15,6 0 3-15,0-3 5 16,1 1-7-16,-1-1 5 0,-1 1-3 16,5 0-1-16,-3-4 6 15,1 3-7-15,4 2 2 16,-4-5 4-16,4 4-4 15,1-3 2-15,0 2-3 16,2-1 0-16,0 1 9 16,1 0-10-16,5-3 0 15,-5 2 6-15,5-3-5 16,-4 5 4-16,-3-1-3 16,-2 1 0-16,0 2 5 15,-6 0-5-15,-3 0-3 0,-2 0 7 16,-6 0-2-16,0 0-2 15,3 7 1-15,0 0-3 16,6-1 9-16,5-4-10 16,2-2 2-16,1 0 5 15,-1 0-3-15,-1 0 0 16,-1 0 1-16,-4 0-5 16,-1 0 10-16,-3-2-9 15,-3-4 0-15,-6 4 7 16,-3-3-5-16,-5 5 3 15,-2-2-5-15,-9 2 1 16,3 0 8-16,-6 0-9 16,2 0 2-16,1 0 3 0,1 0-3 15,-3 0 1-15,2 0 1 16,0 0-4-16,-9 0 9 16,3 0-10-16,-1 0 2 15,-4 0 5-15,3 0-5 16,-3 0 4-16,0 0-3 15,0 0-1-15,0 0 7 16,0 0-10-16,0 0-1 16,2 0 2-16,-2 0-22 15,0 0-161-15</inkml:trace>
  <inkml:trace contextRef="#ctx0" brushRef="#br0" timeOffset="3893">8172 239 10 0,'-5'-9'13'0,"-1"-4"12"15,-2 5 8-15,6 2-9 16,-4 0-12-16,3-4-11 16,1 3 0-16,-4 0-1 15,1-3-1-15,-4 2 4 16,-2 0-6-16,0 4-1 16,-3 1 11-16,3 0 4 15,4 3 22-15,3-2-12 0,1 2-5 16,1 0 10-16,2 0-9 15,0-2-6-15,0 2 2 16,0 0-8-16,0-2 3 16,0 2 0-16,0 0 10 15,0 0 9-15,0 0 16 16,5 0-22-16,12 0-1 16,2 0-10-16,3 0-8 15,5 0 6-15,4 4-3 16,3-2 5-16,-2 4-11 15,4-4 1-15,0 0 7 16,2 1-9-16,7-3 4 16,0 0 1-16,7 0-1 0,2 0 7 15,5 0-8-15,1 0 0 16,3-3 3-16,-2-1-6 16,-2-2 4-16,1 4-3 15,-5 0 1-15,-2 0 6 16,0-2-11-16,-7 4 3 15,2 0 7-15,-1 0-7 16,2 0 4-16,4 0-1 16,-1 0-2-16,1 0 5 15,-4 0-7-15,1-2 0 16,-3 1 10-16,0-3-8 16,-3 2 3-16,-3-6-5 0,-5 3 3 15,2 1 4 1,-4 4-8-16,1-4 4 0,1 2 2 15,0 1-3-15,-2-3 3 16,4 2-4-16,1-1 2 16,6-4 4-16,-2 3-5 15,1-6-1-15,1 4 5 16,-3 4-3-16,-4-1 0 16,0 1-3-16,-2 2 4 15,-2-3 5-15,-1 3-10 16,-3 0 0-16,-3 0 8 15,1 0-5-15,-2 0 0 16,-1 0 3-16,7 0-5 16,4 0 8-16,0-3-8 0,2 2 0 15,9-5 8-15,0 3-5 16,5-2 1-16,-2 1-2 16,-10 4-2-16,-2 0 10 15,-2 0-13-15,0 0 5 16,0 0 4-16,-4 0-5 15,-7 0 3-15,0 0-1 16,-3 0-3-16,3 0 7 16,-3 0-6-16,1 0-1 15,2 0 9-15,2 0-8 16,0 0 2-16,4 0 0 16,-4 0-2-16,-2 0 6 15,-3 0-7-15,1 0-1 16,-4 0 9-16,-2 0-6 15,-6 0 1-15,0 0 0 0,-4 0-2 16,0 0 7-16,-3 0-10 16,-1 0 5-16,-3 0 4 15,4 0-6-15,-4 0 3 16,0 0-2-16,0 0-1 16,0 0 9-16,0 0-13 15,0 0 6-15,0 0 2 16,0 0-2-16,0 0 0 15,0 0-1-15,0 0 1 16,0 0 3-16,0 0-7 16,2 0 2-16,1 0 5 0,2 0-4 15,-1 0 2-15,-2 0-1 16,-2 0-2-16,0 0 7 16,0 0-9-16,0 0-1 15,0 0 9-15,0 2-8 16,0-2 3-16,2 2-3 15,-2 2 2-15,0-3-1 16,3 5-17-16,-3-3-30 16,4-3-71-16,-2 4-34 15</inkml:trace>
  <inkml:trace contextRef="#ctx0" brushRef="#br0" timeOffset="4848">12074 163 184 0,'-11'0'12'16,"8"0"0"-16,3 0 7 15,0 0 11-15,0 0-10 0,0 0-8 16,0 0-3-16,0 0-4 15,0 0 1-15,0 0 39 16,8 0-22-16,14 0-3 16,9 0-6-16,5 0-5 15,7 0 0-15,5 0-8 16,-1 0-1-16,2 0 4 16,-1 0-4-16,-8 0 2 15,5 0-7-15,2 0 8 16,3-2 2-16,5-2-8 15,0 2 1-15,6-3 7 16,5 0-7-16,8 0 0 0,6-4 2 16,7 2-1-1,-11-4 2-15,-4 3-5 0,-9 6 2 16,-7 0 3-16,-4 2-6 16,-7 0 7-16,-9 0-4 15,-4 0-1-15,-3 0 11 16,0 0-13-16,5 0 2 15,-2 2 8-15,4 0-7 16,-2-2 4-16,2 0 0 16,0 0-5-16,0 0 8 15,-3 0-6-15,-1 0 0 16,2 0 8-16,0 0-8 16,-5 0 3-16,7 0-2 15,-2 0-1-15,2 0 6 16,0 0-8-16,2 0 2 0,-8 0 3 15,-2 0-3-15,-9 0 3 16,-5 0-3-16,-3 0-1 16,-5 0 9-16,-6 0-11 15,0 0 3-15,0 0 9 16,0 0-9-16,0 0 1 16,0 0 0-16,0 0-1 15,0 0 3-15,0 0-8 16,2 0-8-16,3 0-79 15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33.38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253 167 143 0,'5'-8'10'16,"-1"4"-14"-16,-4-2 14 16,0 4 6-16,0 2-3 15,0 0 2-15,0 0-4 16,0 0-5-16,0 0 19 16,2-2 0-16,1 2 11 15,-1-4-8-15,1 3 1 16,-3-2 10-16,0 3-12 15,0-3-8-15,0 3 0 0,0 0-2 16,0-1-2-16,0-3-3 16,0 3-9-16,0-2 11 15,0 3-6-15,0 0-4 16,0 0 17-16,0 0-11 16,0 0-1-16,-5 0-2 15,-6 0-4-15,-3 0 3 16,0 0-4-16,-2 0-6 15,-1 0 6-15,-2 0 2 16,-3 0 0-16,-3 8-6 16,0 4 1-16,1 0 8 15,1 1-14-15,6-1 6 16,7-3 5-16,-1 0-6 0,5 0 0 16,1-1-1-16,-1-4 1 15,6 5 6-15,0-6-9 16,0 3-5-16,0-1 14 15,6-1-9-15,16-1 19 16,5 3-10-16,7-4-5 16,4 2 11-16,-6 0-13 15,4-1 1-15,-7 3 8 16,-4-1-8-16,-4 3 3 16,-6 0 1-16,-2 1-5 15,-8-1 5-15,1 1-7 16,-6 2-7-16,0-1 22 0,0 2-20 15,0-4 15 1,-9 1 1-16,-10-2-6 0,-6 2 11 16,4-2-12-16,1 0 1 15,4-4 6-15,1-3-9 16,-1 0 7-16,2 0-2 16,1 0-4-16,1 0 9 15,4 0-13-15,5-3 4 16,1 3 3-16,2-2-13 15,-6 2 2-15,-2 0-21 16,-1 0-37-16,1 0-55 16,5 0-90-16</inkml:trace>
  <inkml:trace contextRef="#ctx0" brushRef="#br0" timeOffset="996">532 191 210 0,'-14'-2'45'0,"11"0"12"16,0 0 27-16,3 2-49 0,0 0-21 16,0 0-4-16,0 0 0 15,0 0 6-15,0 9-4 16,14 11 0-16,3-3 4 16,0 3-14-16,-2-2 1 15,3 0 5-15,-2-5-9 16,0-2 1-16,-1-3-4 15,-2-6 5-15,4-2 6 16,-1 0-7-16,2 0-1 16,-3 0 0-16,-1-15-5 15,-3-2 3-15,-2-3-2 16,-1-1 2-16,-2 0 13 0,-1-3-13 16,1 8 2-16,-2-1 10 15,0 4-11-15,-1 3 9 16,-3 3-4-16,0 4-5 15,0 0 12-15,0 3-10 16,0 0-1-16,0 0 7 16,0 0-8-16,0 0 8 15,0 0-7-15,0 0 2 16,0 6 14-16,2 9-12 16,7 7-1-16,2 4 12 15,-1 4-12-15,-1 6 3 16,2 3-3-16,-2 3-1 0,-2-2 8 15,5 1-11 1,-2-2-1-16,-1-1 6 0,5-1-5 16,-5-3 3-16,-2-2-1 15,1 1-4 1,-5-6 9-16,-3-2-15 0,0-4 5 16,0-7 10-16,0-2-9 15,-5-1 8-15,-8-4-3 16,-8-2-1-16,0-1 7 15,-7-4-8-15,-5 0-6 16,5 0 13-16,3-16-4 16,3-7-3-16,6-4-3 15,7 0 2-15,9-6 4 0,0 3-3 16,0-5-1 0,11 1 9-16,14-2-9 0,0 0 5 15,0 1-3-15,2 0-2 16,-7 3 9-16,0 2-10 15,-4 0-2-15,0 6 9 16,-2-2-11-16,1 4 6 16,-5 7-4-1,5 3 1-15,-8 3 3 0,4 7-10 16,0 1 5-16,0 1 9 16,3 0-9-16,4 0-2 15,-3 7-1-15,2 5-1 16,-4-1 5-16,-1-2-21 15,-1 0 5-15,-5 0-3 0,-2-3-62 16,3 0-39 0,-2-5-36-16</inkml:trace>
  <inkml:trace contextRef="#ctx0" brushRef="#br0" timeOffset="1803">1040 311 136 0,'0'-3'11'0,"0"3"-8"16,0 0 0-16,0 0 7 15,6 0-8-15,1 0 5 16,2 0 13-16,-1 0 4 16,0 0-11-16,1 0 20 15,-1 0-11-15,-3 0 3 16,1 0-1-16,0 6-2 16,-6-1-6-16,0-1-12 15,0 3 4-15,0 1 5 0,0 3-8 16,-3 0-3-1,-13 0-2-15,-1-4 0 0,0-2 6 16,4-2-10-16,1-3 1 16,1 0 6-16,3 0-16 15,5 0-2-15,1-3-14 16,-1-4-13-16,3 4-10 16,0 1-19-16</inkml:trace>
  <inkml:trace contextRef="#ctx0" brushRef="#br0" timeOffset="2233">1244 4 172 0,'-9'0'59'0,"7"-4"-36"15,2 4 28-15,0 0-21 16,0 0-13-16,0 0 3 0,0 8 17 15,0 12-17-15,0 2 4 16,8 2-3-16,4 5-9 16,-1 1 1-16,0 1-1 15,-3-1-6-15,3 3-2 16,-5-1-9-16,1-4 1 16,-4-7 7-16,0 1-8 15,-3-3 0-15,0-4-1 16,0-3-1-16,0-8 2 15,3 2-27-15,-3-6-51 16,5 0-47-16</inkml:trace>
  <inkml:trace contextRef="#ctx0" brushRef="#br0" timeOffset="3374">1172 274 210 0,'-5'-4'15'0,"1"1"43"16,4-1 26-16,0 0-48 15,0 2-13-15,0-1-6 16,12 0-3-16,7 0-1 16,4 2-10-16,-5-2-2 15,5 3-6-15,-1 0 2 0,0 0-4 16,3 0-13-1,3-2-6-15,-1 2-3 0,1-5-43 16,0-1 36-16,-1-1 4 16,-2 0 15-16,-3 2 1 15,-6-4 6 1,-2 7 5-16,-8 1 12 0,-4 1-1 16,-2-3 13-16,0 3 13 15,0 0-4-15,0 0 21 16,0 0-2-16,0 0-9 15,0 0-1-15,0 0-27 16,-11 0 1-16,0 0-5 16,-3 10-3-16,1 7 4 15,2 3-13-15,5-1 8 16,3 2 6-16,3-5-12 0,0 3 7 16,0-4-6-1,0-3 2-15,11 1 4 0,4-4-6 16,-2-4-2-16,2-5 4 15,0 0-3-15,2 0 7 16,2-5-2-16,-2-13-2 16,0-2 5-16,-1 1-7 15,-3-3-2-15,-1 2 8 16,-1 2-5-16,-2 4 3 16,-5 1-1-16,3 8-1 15,-2 3 4-15,1 2-10 16,1 0 5-16,0 0 7 0,4 0-5 15,-4 7 2 1,4 8-1-16,0 3 1 0,1 1 7 16,-3 2-9-16,-5-4-2 15,3-1 10-15,-7 0-15 16,2-2 7-16,-2-3 1 16,0-4-3-16,0-2 5 15,0-2-3-15,0-3 5 16,0 0 12-16,0 0-16 15,0-8 6-15,0-14-2 16,0-4-5-16,0 0-1 16,5-2 1-16,6 6-4 15,0 1 5-15,0 7-1 16,-2 4 0-16,-1 2 0 16,3 8-2-16,-3 0 7 0,1 0-13 15,1 0 3-15,1 6 11 16,1 6-4-16,1 0-1 15,-2 5 1-15,-2-2 0 16,0 3 1-16,-7 0-3 16,1-3-1-16,-3-2 5 15,0-2-6-15,0 0 2 16,0-4-2-16,0-4-2 16,0-3 8-16,0 0-3 15,2 0-3-15,-2 0 11 16,4-13-12-16,0-10 7 15,2-1 0-15,0-6-2 16,5 5 1-16,0 8-6 0,3 4 1 16,-1 6 7-16,-2 7-6 15,1 0 3-15,-1 0-1 16,0 0-3-16,3 10 10 16,-1 3-12-16,1 1 2 15,-5-1 9-15,2-1-11 16,2-3 2-16,-1-3-6 15,1-3-1-15,4-3-2 16,-2 0-21-16,8 0-23 16,2-9-112-16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41.16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6 132 175 0,'0'0'21'0,"0"0"20"16,-4-2 24-1,2-1-10-15,2-2-15 0,0 1-24 16,0-2 1-16,0 3 1 16,0 2-7-16,0-3 3 15,0 4-4-15,0 0-3 16,0 0 18-16,0 0-9 15,0 0-4-15,0 0 6 16,0 0-7-16,0 0 4 16,0 0-6-16,0 0-1 0,0 0 15 15,0 4-11 1,11 6 0-16,5-1-5 0,1 2-3 16,2-1 2-16,6 2-4 15,3 3-2-15,-1 2 9 16,3 1-12-16,1 1 1 15,-1 2 7-15,1 0-5 16,5 5 1-16,-4-2 0 16,2 1-5-16,0-1 13 15,-1 1-13-15,-1-2 1 16,-4-3 8-16,-6-3-6 16,-2-4 2-16,-7-3-3 15,1-3-3-15,-3-2 14 16,0-1-16-16,-2 0 3 15,-4-4 4-15,1 0-5 0,-3 0 1 16,-1 0 0 0,0 0-14-16,-2 0-7 0,0 0-33 15,0-6-28-15,0-2-42 16,0-10-29-16</inkml:trace>
  <inkml:trace contextRef="#ctx0" brushRef="#br0" timeOffset="481">505 1 127 0,'-17'0'71'16,"2"0"-61"-16,3 0 37 16,1 0 21-16,2 3-16 15,5 2-24-15,-5-2-6 16,0 8-2-16,-2 5 2 16,-3-3-13-16,-2 5 11 15,-4 0-14-15,2 3 6 16,-2 4-2-16,1 3-4 0,-1 2 3 15,4 0-6-15,-1-1-4 16,1 1 12-16,5 0-13 16,-3 0 3-16,-2-1 6 15,2 1-4-15,-1-5-3 16,2-2 3-16,-1-3-9 16,1-1 14-16,1-4-15 15,1 0 4-15,6-3 8 16,-1-3-7-16,6-7 0 15,0-2-5-15,0 0-9 16,0 0 6-16,0 0-16 16,6 0 2-16,16 0-81 15,8 0-118-15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43.13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0 192 178 0,'3'0'39'0,"1"-3"-23"15,-4 1 28-15,0-4 36 16,4 4-36-16,5 2-27 16,3 0 11-16,3 0 1 15,2 0-14-15,5 0 4 16,3 0 1-16,0 0-5 15,0 5 8-15,-4 10-20 16,2 0 1-16,-1 0 10 16,-1 2-10-16,6-4 0 15,-3-4-2-15,1 1-1 0,-4-5 4 16,-4 1-10-16,-3-4 4 16,-3-1 2-1,0 2-1-15,1 0-3 0,-1-3-1 16,2 0-9-16,-1 0 8 15,1 0-25-15,-2 0-26 16,-1 0-13-16,-1 0-74 16,-1-7 3-16</inkml:trace>
  <inkml:trace contextRef="#ctx0" brushRef="#br0" timeOffset="410">516 10 162 0,'0'-3'59'0,"0"1"-38"16,0-2 28 0,0 4 27-16,0 0-43 0,0 0-15 15,0 0-2-15,0 0-2 16,-4 6 7-16,-5 12-12 15,1 4 5-15,2 5 7 16,1 3-4-16,-1 0-1 16,-2 0-6-16,2 2-7 15,-3 1 13-15,2-1-15 16,1 5 7-16,1 3 6 0,5 0-7 16,0 2-3-16,0-3-5 15,-3 1 2-15,3-2 5 16,-6-1-9-16,4-2 2 15,-3-4 5-15,1-1-5 16,2-4 0-16,2-7-11 16,0-1 3-16,0-6 2 15,0-7-19-15,0 0-22 16,0-5-20-16,0 0-133 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47.81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0 168 0,'2'2'28'0,"-2"-2"-13"15,0 0 3-15,0 0 17 16,0 0-4-16,0 0-16 16,0 0 8-16,0 0-7 15,0 0 4-15,0 0 8 16,0 0-9-16,0 0-5 0,0 0-1 16,0 0-2-16,0 0 3 15,0 3-5-15,0 4 1 16,0 6 4-16,0-1-2 15,0 9 3-15,0 3-2 16,0 8-4-16,0 3 2 16,6 3-7-16,0-1-4 15,-4 0 10-15,3 5-10 16,-1 1 2-16,-2-4 5 16,-2-2-7-16,2-7 6 15,-2-7-11-15,0-4 0 16,0-8 13-16,0-4-10 15,0-4 4-15,0-1-2 16,0-2 0-16,0 0 11 0,0 0-9 16,3 0 5-16,-3-2 4 15,0-19-13-15,0-3 0 16,0-3 2-16,0 2-3 16,0-1 4-16,0 4-9 15,0-2-6-15,0 1 19 16,6 6-9-16,0 2 4 15,0 0 0-15,1 5 0 16,1 0 4-16,-1 0-6 16,1 3-1-16,0 4 7 15,1 3-7-15,-2 0 3 16,4 0-2-16,-2 15-1 16,0 7 8-16,1 3-11 0,-2 0 5 15,3-2 10 1,0-1-13-16,-2 0 4 0,1-5-1 15,-4 1 1-15,-1-3 3 16,1-5-10-16,-3-3-2 16,-3-2 10-16,0-2-7 15,3-3-4-15,-3 0-3 16,0 0-18-16,0 0-5 16,3 0-69-16,0 0-100 15</inkml:trace>
  <inkml:trace contextRef="#ctx0" brushRef="#br0" timeOffset="512">403 251 162 0,'0'-3'11'15,"0"3"18"-15,0 0 0 16,0 0-11-16,0 0 10 16,0 0 10-16,0 0-4 15,0 0-15-15,0 0 0 16,0 6 10-16,-4 3-7 0,0 4-2 16,-8 2 2-1,-2 7-12-15,4 6 2 0,1-4-5 16,1 3-6-16,4 1 7 15,4-5-10-15,0-4 0 16,0-1 9-16,0-10-13 16,4 3 7-16,10-4-2 15,2-3-3-15,1-2 4 16,4-2-1-16,2 0 0 16,-4 0 5-16,4-6-10 15,-10-6-1-15,-1 0 7 16,-7-3-1-16,-3 0 6 0,0-2-2 15,-2-3-3-15,0-3 9 16,0 1-12-16,0-1 7 16,-4 6-5-16,-10 3-3 15,-2 4 3-15,1 2-8 16,1 3-2-16,-2 3 4 16,8 2-25-16,2 0-83 15,6 0-51-15</inkml:trace>
  <inkml:trace contextRef="#ctx0" brushRef="#br0" timeOffset="1330">595 287 66 0,'0'8'106'0,"0"0"-95"16,0 5 33-16,7 1-6 15,-5 3 9-15,4 4-28 16,1-1-3-16,-1-1 0 15,0 1 13-15,3 1-16 0,-7-7 3 16,-2 0 3-16,2-3-13 16,2-4 5-16,-1-2-11 15,-1 1-4-15,3-6 11 16,4 0-5-16,0 0-1 16,2 0-1-16,-1-3 1 15,2-17 3-15,-5-4-5 16,2-2-3-16,-4-3 16 15,-5 1-14-15,0-1 3 16,0 0-7-16,0 10 12 16,6 7-4-16,-3 2-3 15,6 5-4-15,-3 2 13 16,3 3-10-16,5 0 4 0,-1 0-3 16,5 0 2-16,-2 0 2 15,-2 16-3-15,-1-2 0 16,1 4 10-16,1 1-12 15,-8 4 8-15,-4 0-3 16,1 1-1-16,-4-2 5 16,0-1-5-16,0-7-1 15,0-4 9-15,0-2-13 16,0-8 4-16,0 0-5 16,0 0-1-16,0 0 5 15,4 0-2-15,3-10-2 16,0-10 9-16,4-8-14 15,3 1 9-15,0-3-6 16,3 3-2-16,2 5 3 0,-6 7-5 16,2 7 3-16,-7 6 13 15,-2 2-9-15,-1 0 10 16,1 0-4-16,-1 10 1 16,1 6 5-16,-1 5-5 15,-2-1-4-15,3-1 10 16,1-1-12-16,-1-3 5 15,0 2-2-15,0-1-4 16,1-2 3-16,-3-4-19 16,0-1-24-16,5-3-38 15,-1-3-93-15</inkml:trace>
  <inkml:trace contextRef="#ctx0" brushRef="#br0" timeOffset="1843">1241 273 104 0,'0'-2'91'0,"-2"2"-69"15,-7 0 52-15,2 0 0 0,-2 0-47 16,-2 0-6-16,4 0 12 16,-2 0-17-16,0 13 1 15,4 1-6-15,-4 9-3 16,5 2 3-16,-2 2-11 16,0 0 0-16,3-2 8 15,3 0-10-15,0-3-5 16,0-6 4-16,0 1-2 15,3-7-3-15,11-3-5 16,2-7 3-16,6 0 9 16,8 0-13-16,-1 0 6 15,-5-5-4-15,-1-10 9 16,-7-2 7-16,-7 2-1 0,-9-3-1 16,0 1 22-16,0-3-22 15,0-3 5-15,-4 1-3 16,-7-2-1-16,1 3 4 15,-5 7-9-15,-1 1-2 16,-3 2 9-16,-1 8-21 16,1 0 11-16,2 3-17 15,4 0-29-15,4 0-97 16</inkml:trace>
  <inkml:trace contextRef="#ctx0" brushRef="#br0" timeOffset="4763">1556 306 175 0,'-2'0'27'16,"-1"0"42"-16,-3 0 13 0,2 0-27 15,-8 0-34-15,3 0 0 16,-2 0-4-16,4 0-6 15,-5 2 1-15,-1 7-13 16,2 2 3-16,-1 4 2 16,2 2-6-16,1 4 6 15,4-2-6-15,2 1-4 16,3-3 14-16,0 1-15 16,0-6 3-16,0-4-2 15,6-7-6-15,9-1 14 16,6 0-6-16,-3 0-10 15,4 0 7-15,-2-14-2 16,-6-3 0-16,-1-3 9 0,-4 2-2 16,-6-1 6-16,-3-1-4 15,0 3 0-15,0 4 14 16,0 10-7-16,0 3 10 16,0 0-9-16,0 0-5 15,0 0-2-15,0 0-4 16,0 3 2-16,0 14 10 15,0 5-10-15,0 6 3 16,0 4-1-16,0 3-1 16,0-1 3-16,0 7-5 15,0-2-2-15,0 6 11 16,0-2-12-16,6-2 6 16,-3-1-3-16,-1-5-1 15,0 0 1-15,-2-5-3 0,0 0-9 16,0-3 7-1,0-9-12-15,0-4 11 0,-2-4 0 16,-9-2-2-16,2-3 14 16,-5-5 3-16,-2 0-7 15,-4 0 19-15,1 0-16 16,2-11 9-16,-2-8-5 16,6-6-9-16,5-2 12 15,5-1-8-15,3 1 3 16,0 0 8-16,0 2-14 0,16-5 1 15,0 2 2 1,4 1-5-16,0 0 7 0,1-1-7 16,3 4 2-16,6-1 5 15,-6 0-6-15,1 6-1 16,-7-2 3-16,0 3 1 16,-4 0-4-16,-6 2 4 15,-3-4-12-15,0 0 16 16,1 1-15-16,-3 1 10 15,-3 4-1-15,0 1 4 16,2 0 2-16,-2 5-5 16,0 7-1-16,0-2 10 15,0 3-14-15,0 0 4 16,0 0 1-16,-5 0-4 0,-4 0 6 16,5 0-9-16,-3 0 5 15,3 10 12-15,1 0-12 16,-3 0 3-16,1 5 2 15,5 0-4-15,0 0 3 16,0-1 0-16,0-1-6 16,2-3 10-16,12-3-8 15,6-2-1-15,-4-2 1 16,0-3-4-16,4 0 2 16,2 0 3-16,-3-5-5 15,-2-12 16-15,-1-1-13 16,-2-2 5-16,-3 0-3 15,0 0 7-15,-6 1-10 0,1 1 3 16,0 6 1-16,-6 7 7 16,3 2-13-16,-3 3 11 15,3 0-6-15,-1 0 1 16,3 0 3-16,3 0-4 16,4 15-1-16,-1 3 12 15,0 4-10-15,-2 0 1 16,-4 3 3-16,0-3-4 15,-1-1 4-15,-2-3-6 16,1-2-3-16,-1-9 11 16,4-1-13-16,-4-5 4 15,5-1 3-15,-2 0-5 16,6 0 8-16,2 0-7 0,2-7-1 16,0-12 9-1,0-3-13-15,-1 4 7 0,-3-2-1 16,0 5 6-16,-3 7-1 15,-6 1-2-15,4 5 1 16,-3 2 10-16,3 0-9 16,2 0 4-16,3 0 0 15,-3 2-5-15,3 13 4 16,-3 2-6-16,-2 1-2 16,5-3 10-16,-3-3-12 15,1-3 3-15,2 0-3 16,0-9 1-16,0 0-2 15,5 0 4-15,1 0-4 0,0-5 6 16,5-13-10-16,-4-1 9 16,3-4-5-16,-6-2 2 15,-3 0 7-15,-3 2-6 16,-5 1 2-16,-4 5 15 16,0 2-9-16,0 3 2 15,0 2 3-15,0 2-4 16,0 2 2-16,0 6 1 15,0 0-3-15,0 0 7 16,0 0-14-16,-2 0 4 16,-3 0-2-16,-4 6 0 15,0 12 0-15,4 4-2 16,-1 0-4-16,6-1 15 16,0 1-17-16,0-5 9 0,0 1-2 15,6-3-4-15,5-3-2 16,4-5-3-16,-2 1-7 15,1-8 17-15,1 0-13 16,8 0-5-16,2 0 0 16,-1-10-14-16,5-7-12 15,-1-4-22-15,-4 1 28 16,3-4 14-16,-2 1 13 16,-5 4 6-16,-6 3 5 15,-9 7 10-15,1 1 17 16,-6 6 11-16,0 2 14 15,0 0 8-15,0 0-24 16,0 0-13-16,0 0-3 0,0 0-7 16,0 0-5-16,0 0-10 15,0 0 8-15,0 11 11 16,-6 8-16-16,3 0 1 16,3 2 3-16,0-2-9 15,0 1-3-15,0-2-3 16,0-6-4-16,6-2 10 15,11-3-22-15,-2-4 13 16,6-3 2-16,-3 0 4 16,0 0 1-16,-3 0 5 15,-6-15-3-15,-1-2 15 16,-2-1-12-16,-6-4 3 16,0 0 4-16,0-2-5 15,0 5 0-15,-2 2-3 0,-10 4 3 16,-1 8 3-16,-4-1-13 15,0 6 7-15,1 0-1 16,1 0 1-16,8 0 5 16,1 0-5-16,3 0-2 15,1 0 4-15,2 0-12 16,0 4 6-16,0 3 1 16,0-2-10-16,13 0-5 15,4-2 10-15,-2-3-37 16,3 0-2-16,4 0-27 0,1 0 32 15,-1 0 26-15,3 0 14 16,-4 0 8-16,1-5 4 16,0 2 6-16,-2 1 22 15,-6-1-14-15,-1 3 12 16,-4 0 6-16,-1 0-15 16,3 0-10-16,0 0 4 15,-2 8-5-15,-2 2 8 16,4 5-23-16,-5 1 6 15,2 5-3-15,1-1 2 16,-3-1-6-16,-2-1 0 16,2-3-1-16,-3-5 9 15,3-3-14-15,0-4-1 16,-1-3 4-16,3 0 3 0,3 0 2 16,-1-3 0-16,5-11-5 15,-1-9 8-15,-1-2-11 16,-2-2 0-16,4 2 7 15,-5-1-2-15,-5 10 6 16,-2 6 1-16,0 3-2 16,0 4 4-16,-3 3-6 15,0 0 3-15,3 0 0 16,-1 6 1-16,2 15 0 16,1 2-1-16,1 1-5 15,-1-2 10-15,0-1-14 16,6-6 2-16,2-6 2 15,2-4-7-15,2-2 3 0,-4-3 2 16,-1 0-8-16,1 0 10 16,-2-10-14-16,5-10 11 15,4 1-2-15,-6-2 4 16,-3-1 4-16,3 1-4 16,-1 2-4-16,-2 2 16 15,3 5-11-15,-3 0 1 16,6 6 9-16,0 1-5 15,-1 5 7-15,2 0-4 16,-3 0-3-16,-1 0 12 16,2 11-10-16,-1 8-4 15,-1 1 9-15,-3-2-5 0,-6 1 1 16,-2 1-3 0,-3 0-13-16,0-3 1 0,0 0-16 15,-17-2-61-15,-5-2-175 16</inkml:trace>
  <inkml:trace contextRef="#ctx0" brushRef="#br0" timeOffset="5679">300 959 178 0,'8'-22'0'0,"-5"-1"8"16,11 1 16-16,-1 0-1 16,-9 12 2-16,-2 5 25 15,-2 0 6-15,0 2-12 16,0-2-11-16,0 3-5 15,0-3-11-15,0 0-2 16,0-3-3-16,0 3-7 16,0 0 2-16,-6 1-1 15,-3 1-3-15,0 1 9 0,0 2-9 16,2 0-6-16,-4 0 14 16,-1 0-10-16,3 0 3 15,-1 14-2-15,7 2-5 16,3 3 13-16,0 6-1 15,0 3-4-15,0 4 5 16,5-1-8-16,3 7 5 16,4 2-7-16,-3 0-3 15,-2 0 14-15,4-5-15 16,1-3 2-16,-4-2 8 16,-3-6-10-16,1-4 4 15,-1-5-4-15,-2-3-3 16,-3-2 8-16,0-4-31 0,0 0-4 15,0 0-22 1,0-4-124-16,-6 1 38 0</inkml:trace>
  <inkml:trace contextRef="#ctx0" brushRef="#br0" timeOffset="6609">165 1170 165 0,'-5'-5'106'0,"5"3"-90"16,0 0 62-16,0-2-35 16,0 3-31-16,2 1 23 0,18 0-25 15,1 0 0 1,4 0 0-16,-2 0-9 0,1 0-2 16,1 0 2-16,4-5-7 15,3-1 12-15,6-6-19 16,2-3-5-16,3-2 3 15,-1-6-17-15,-9 1-24 16,-9 0-5-16,-3 2 27 16,-13 3 26-16,-1-1 14 15,-7 3-1-15,0 0 13 16,0 0 6-16,0 3-2 16,0-2 1-16,0 8-10 15,0 0 15-15,-2 5 2 16,0 1-12-16,-5 0 10 15,3 0-14-15,-5 0-7 0,1 0-5 16,0 7-1-16,5 8 12 16,-1 2-13-16,4 3 4 15,0 7 11-15,0 3-11 16,0 2 5-16,0 3-7 16,11-2-1-16,-2-6 3 15,0-2-10-15,5-5-3 16,2-3 5-16,4-4-9 15,2-6 4-15,-1-4-1 16,4-3 5-16,0 0 7 16,0-6-22-16,-4-11 7 15,0-3 14-15,-6-3-2 0,-3 1 1 16,-1-5 4-16,-2 0-4 16,-5 7 16-16,-1 5-11 15,-3 6 4-15,0 9 6 16,0 0-10-16,0 0-2 15,0 0-4-15,0 0-1 16,0 14 23-16,0 6-18 16,4 5 0-16,1-5 5 15,-2-1-7-15,5-3-2 16,-3-4-1-16,6-2-5 16,3-3 9-16,3-2-19 15,-1-5 6-15,4 0 12 16,3 0-14-16,-2 0 14 0,1-7-10 15,-2-10 5 1,-7-1 7-16,-4 1-6 0,-7-6 1 16,-2 6 9-16,0-2-7 15,0 10 8-15,0 5 5 16,0 4-5-16,0 0 12 16,0 0-21-16,0 0-5 15,0 0 19-15,0 10-12 16,0 7 8-16,0-1-9 15,0 5-4-15,0-4 7 16,0-1-14-16,0-4-6 16,14-5 3-16,2 1-3 0,-2-6 0 15,3-2-14 1,0 0-18-16,-4 0-72 0,1 0 37 16</inkml:trace>
  <inkml:trace contextRef="#ctx0" brushRef="#br0" timeOffset="6829">1247 1058 159 0,'-2'-2'126'0,"-4"2"-84"0,6 0 32 16,0 0-43-16,0 0-19 15,0 0-11-15,0 15 1 16,0-3 4-16,0 6-9 15,2-3 7-15,4 2-10 0,0-5 2 16,0-1-3-16,-1-6-38 16,3-1-39-16,3-1-42 15</inkml:trace>
  <inkml:trace contextRef="#ctx0" brushRef="#br0" timeOffset="7133">1247 1058 318 0,'-2'-158'43'16,"-2"158"45"-16,4 0-54 15,0 0-14-15,0 0-23 16,0 0 0-16,0 0 2 16,0 0-9-16,0 0-7 15,0 0-35-15,0 0-147 16</inkml:trace>
  <inkml:trace contextRef="#ctx0" brushRef="#br0" timeOffset="7854">1795 1187 11 0,'-18'-7'158'16,"7"-3"-155"-16,0 1 11 0,4-4 4 16,-5 3-14-16,3-1-1 15,-2 5 15-15,-2 1 8 16,1 5 4-16,-3 0 10 15,-2 0-15-15,-2 0 1 16,-4 0-18-16,4 0 0 16,2 10 3-16,1 2-1 15,5 6-5-15,0-1 4 16,6 3-10-16,1-3 2 16,4 3-1-16,0-8-6 15,0-1-2-15,4-4-6 16,14-7-10-16,9 0 18 15,5 0-24-15,1 0-18 0,-3-10 24 16,-3-10 19-16,-5 3 12 16,-1-3-2-16,-6 0 10 15,2-5 9-15,0 0-3 16,-3-4-8-16,-3-9-5 16,0-2-3-16,-3-5 12 15,-2-4-9-15,-4-3 6 16,-2 4 16-16,0 11-12 15,0 12 14-15,0 13-7 16,0 9 0-16,0 3-5 16,0 0-20-16,0 0-6 15,-2 13 19-15,-10 11-8 0,4 6 0 16,5 3 6-16,3-1-3 16,0-1 4-16,0-1-8 15,0 0-4-15,9 0 8 16,5 0-12-16,-3-2 0 15,0-3-2-15,3-3-3 16,-1-2 8-16,4-8-13 16,-4-2-6-16,2-2 5 15,-5-4-19-15,1 2 1 16,6-1-103-16,-1-3-133 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2:58.02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32 101 196 0,'0'-20'13'0,"-15"0"15"15,8 10 46-15,3 3-22 16,4 4-24-16,0 3-3 16,0 0-12-16,0 0 6 0,0-2 0 15,0 2-2-15,0 0 3 16,-3 0-1-16,3 0-2 16,-2 0 4-16,2 0-10 15,0 0-4-15,0 0 8 16,0 9-8-16,0 7 6 15,0-2-9-15,5 4 0 16,6-1 11-16,0 3-14 0,0 0 6 16,0 6 9-1,3-2-11-15,-3 3 1 16,3 3-3-16,0 0-3 0,3 2 11 16,-1-2-11-16,0 2 3 15,2 0-2-15,-3-2-1 16,0 0 4-16,-2 0-9 15,2-5 3-15,-5-3 11 16,1-2-12-16,0-2 0 16,-5-4 4-16,2-1-2 15,-4-6 4-15,-2-2-3 16,0 0-6-16,-2 2 15 16,3-1-10-16,1-4 0 15,-2 1 3-15,0-3-5 16,-2 0 1-16,3 0-4 0,0 0-4 15,-3 0 11 1,0 0-9-16,3 0-11 0,-3 0-14 16,0 0-18-16,3 0-21 15,6-5-161-15</inkml:trace>
  <inkml:trace contextRef="#ctx0" brushRef="#br0" timeOffset="909">134 104 141 0,'0'0'5'15,"-9"0"9"-15,4 0 12 16,-1 0-11-16,3 0-9 16,1 0-3-16,2 0 8 15,0 0 12-15,0 0 18 16,0 0 8-16,0 0-11 15,0-6 2-15,0 4-16 16,0-5-10-16,0-1-4 16,0-2-4-16,0 0-3 15,0 2 12-15,0 1-10 0,0 0 7 16,2-1-1-16,4 1 1 16,-1-1 2-16,-2 6-12 15,0-1-2-15,0 3 9 16,5 0-16-16,5 0 8 15,2 0 0-15,1 0-2 16,4 0 3-16,5 0-1 16,0 0-5-16,2-3 14 15,-2 3-12-15,-3 0 1 16,1 0 6-16,-5 0-1 16,2 0 4-16,-1 0-4 15,0 0-2-15,-2 8 10 16,-4 7-18-16,-2 0 12 15,-2 8 1-15,-6 1-2 0,-3 2-1 16,0-2 1-16,0-4-6 16,0 0 9-16,0 0-9 15,-15-3 4-15,-6 5 1 16,-7 1 2-16,-3-3-3 16,-1 3-3-16,1-6-3 15,-1-3 13-15,3-3-15 16,7-4 5-16,3-2 1 15,8-3-2-15,6-2 4 16,2 0-4-16,3 4-3 16,0-4 11-16,0 0-19 15,0 0 5-15,0 0-2 16,0 0-19-16,0 0-24 0,0 0-36 16,8 0-121-16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02.34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20 268 89 0,'-9'-14'12'16,"7"-4"1"-16,0 6 20 15,2 2-2-15,0-3-21 16,0 8 7-16,-4-3-2 0,4 6 13 16,0 0 2-1,-3 0-13-15,3 2-6 0,0 0 8 16,0 0-13-16,0 0-3 15,0 0 13-15,0-4-1 16,0 2 13-16,0 2-11 16,0-1 2-16,0 1 4 15,0 0-11-15,0 0 0 16,0 0 9-16,0 0-17 16,3 0 13-16,3 1-12 15,2 5 3-15,-2 0 10 16,-1 0-14-16,1-1 0 0,-1 1 5 15,-3-3-5 1,2 1 1-16,-2-2-4 0,1 0 0 16,-3-2 12-16,0 0-18 15,3 2 4-15,-3-2 5 16,0 0-5-16,0 0 4 16,0 0-4-16,0 0-2 15,0 0 12-15,0 0-13 16,0 0 0-16,0 0 11 15,0 0-7-15,0 0 2 16,0 0-3-16,0 0-2 16,0 0 15-16,0 0-12 15,0 0-3-15,0 0 10 16,0 3 3-16,3 2-4 16,0 2-6-16,0 2-1 0,-1 0 18 15,2 1-20-15,-2 3 2 16,0-1 7-16,3-2-7 15,-1 1 5-15,-2 0-5 16,7 1-1-16,-4 0 12 16,0 6-13-16,6 5 2 15,1-4 7-15,-1 6-6 16,0-3 2-16,-3 0-4 16,4 4-1-16,-5-4 14 15,7 1-15-15,1 0 2 0,-4-2 7 16,2 1-8-1,1 2 9-15,2-3-9 0,0 2 0 16,1-4 13-16,0 4-14 16,0-3 2-16,0-1 6 15,-7 1-5-15,1-5 1 16,-3 0 0-16,-1-5-4 16,-5-3 11-16,0-1-11 15,2-1 2-15,-2 0 7 16,-2-3-8-16,0 1 5 15,3-1-5-15,-3-2 0 16,0 0 11-16,2 0-13 16,-2 0 3-16,0 0 7 15,3 0-7-15,-3 0 3 16,3 0-3-16,0 0-1 16,-3 0 12-16,0 0-13 15,0 0 2-15,0 0 6 0,0 0-7 16,0 0 6-16,0 0-5 15,0 0 0-15,0 0 11 16,0 0-15-16,0 0 5 16,3 0 8-16,-1-10-9 15,5-5 4-15,-5 0-3 16,0-1-2-16,0 1 12 16,2 0-14-16,-1-3 2 15,2 2 8-15,1 2-8 16,-1-1 3-16,6 0 0 0,-5 0-5 15,2-5 13 1,1 4-12-16,-5-5 1 0,5 1 9 16,-3-3-10-1,2 0 5-15,1-5-2 0,-7-2-2 16,7-5 13-16,-7 0-17 16,3 1 6-16,4 1 7 15,-3 3-9-15,5 3 2 16,-6 6 2-16,0 0-5 15,1 3 13-15,-3 1-14 16,3 2 1-16,-3-2 10 16,-1 2-6-16,0 1 0 15,5 0 0-15,-5-1-5 16,0 0 15-16,4-1-17 16,-3-5 6-16,0 2 7 0,-1 1-9 15,2 4 2-15,-4 3 2 16,3 4-4-16,-3 4 11 15,0 1-13-15,0 2 0 16,0 0 11-16,0 0-13 16,0 0 8-16,0 7-3 15,0 11-1-15,4-1 11 16,-1-4-12-16,1-3 0 16,-2-6 9-16,-2-4-9 15,2 0-5-15,1 0-2 16,0 0-38-16,0 0-11 15,9 0-112-15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11.8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144 401 101 0,'6'-12'25'0,"-6"-3"-18"16,5 7 33-16,-5 5-12 16,6 3-8-16,-6 0 12 0,0 0-10 15,0 0 2 1,0 0 3-16,0 0-13 0,0 0 14 16,0 0-3-16,0 0-1 15,0 0 0-15,0 0-5 16,0 0 6-16,0 0-10 15,0 0-1-15,0 0-6 16,-9 0-12-16,-4 0 0 16,-1 0 8-16,1 0-2 15,2 0 0-15,-3 0 0 16,3 0-1-16,0 0 7 16,-1 8-12-16,1 1 1 0,3 4 8 15,3-5-7-15,-1 1 2 16,6 1-5-16,-3-2 1 15,3 3 8-15,0-4-7 16,0-1 2-16,0 2 1 16,0-4-10-16,0 1 5 15,9-2 7-15,7 3-5 16,6-2 11-16,3-1-10 16,2 0 0-16,0 1 8 15,-4 1-10-15,-4 4 3 16,-7 0 0-16,-5 1-5 15,-7 3 13-15,0 1-4 16,0 5 6-16,-16 2 0 16,-6-2-6-16,-3-2 1 15,3-7-2-15,1-1-4 16,-2-5 8-16,4-1-8 0,0-3-2 16,2 0 8-16,5 0-11 15,7 0 7-15,-1-4-13 16,6-8-6-16,0 5-6 15,0 4-55-15,0 3-86 16</inkml:trace>
  <inkml:trace contextRef="#ctx0" brushRef="#br0" timeOffset="502">277 181 141 0,'-2'-11'4'0,"2"5"34"15,0 6 29-15,0 0-34 16,0-2-10-16,-7 2 17 0,7 0 2 16,-2 0-10-16,2 0 11 15,0 16-8-15,0 6-11 16,0 5-13-16,0 6-8 15,0-2 11-15,6 4-13 16,5 0 2-16,-1 2-3 16,-1 0 0-16,-3 6 8 15,-1-3-9-15,-3-1 1 16,-2-4 3-16,0-5-6 16,0-2 0-16,2-10 0 15,-2 0-6-15,4-6-8 16,1-6-42-16,4-6-6 0,0 0 10 15,-2 0-45-15,2-6-82 16</inkml:trace>
  <inkml:trace contextRef="#ctx0" brushRef="#br0" timeOffset="1113">288 476 69 0,'0'-11'45'0,"0"6"-21"16,0 3 13-16,0 2-2 15,0 0-8-15,0 0 10 16,0 0-7-16,0 0-21 15,2 0 9-15,10 0-5 16,-3 0-3-16,-3 0 15 16,15 0-15-16,-2 0-3 15,9 0 2-15,-1 0-6 16,-2 0 1-16,2 0 2 16,-5 0-2-16,3 0 9 15,-3 7-7-15,-1 8-7 0,-8 2 10 16,-2 1-12-16,-6 3 17 15,-5-3-8-15,0-1 3 16,0-1 1 0,0-2-3-16,0-4-11 0,0-1 8 15,0-7-9-15,-2-2 2 16,2 0-2-16,-6 0 0 16,0 0 0-16,4-16 3 15,0-3 1-15,2 0 10 16,0-1 1-16,0 2-2 15,0 6-10-15,0 3 4 16,0 2 3-16,0 5-7 16,0-3-1-16,0 2 9 0,0 1-9 15,0 0 4 1,0-1-1-16,7 0-1 0,4-1 4 16,3 2-6-1,0-4-6-15,1 1-19 0,6-5-30 16,3 3-38-16,9-1-135 15</inkml:trace>
  <inkml:trace contextRef="#ctx0" brushRef="#br0" timeOffset="1570">829 525 80 0,'-11'-16'140'16,"8"9"-127"-16,0 7 9 16,3 0-16-16,0 0-10 15,0 0-5-15,0 0-4 16,-2 0-27-16,-2 7-99 16</inkml:trace>
  <inkml:trace contextRef="#ctx0" brushRef="#br0" timeOffset="2123">829 525 75 0,'-47'29'57'0,"47"-29"-57"15,0 0 33-15,15 0-19 16,0-6-5-16,2 0 11 0,-4 2-3 16,-4-4 18-16,0 3-6 15,-2-2-6-15,4-2-7 16,-2-3-6-16,0 3-7 15,-2-7 5-15,2 4-5 16,-7 2 6-16,2 0 8 16,-4 0 14-16,0 5-6 15,0-2-11-15,-11 1-2 16,0 4 5-16,-1 2-9 16,1 0-3-16,-2 0 4 15,-1 0-3-15,1 0 2 16,-2 15-6-16,3 2-3 0,3 5 8 15,2-4-10-15,5 6 5 16,-1-5-2-16,3 1 0 16,0-3 1-16,0-3-8 15,0 2 0-15,3-3 4 16,10-7-10-16,7 3 0 16,1-7 8-16,10-2-4 15,3 0-12-15,2 0-30 16,2-12-7-16,-6-4-1 15,-3 2-58-15,-7 0 39 16</inkml:trace>
  <inkml:trace contextRef="#ctx0" brushRef="#br0" timeOffset="2438">1146 158 68 0,'-2'-18'121'15,"-1"8"-76"-15,-3 10 20 16,4 0-15-16,-4 0-21 16,0 0-10-16,-1 0 1 15,-1 10 10-15,-1 8-3 16,6 3-5-16,-2 4-6 16,5 2-3-16,0 3-3 15,0 2-8-15,0 1-1 0,2-3 4 16,10 3-7-16,-5-4 1 15,2 3 1 1,-4-2-3-16,1-2 0 0,-6 0-6 16,0-7-8-16,0-3-3 15,0-6-32-15,0-5-21 16,0 4-8-16,0-6-69 16</inkml:trace>
  <inkml:trace contextRef="#ctx0" brushRef="#br0" timeOffset="2714">983 470 268 0,'0'-10'34'15,"0"8"-17"-15,0-1 17 16,0 0-9-16,12-1-22 16,18-2 5-16,3 3-10 15,-2-2 2-15,4-4 0 16,-4 7-3-16,-2-3-10 16,0 3-21-16,-4 2-14 15,-3 0-96-15</inkml:trace>
  <inkml:trace contextRef="#ctx0" brushRef="#br0" timeOffset="4072">1573 375 212 0,'-8'-7'23'0,"0"7"34"16,-1 0-3-16,1 0-20 16,-3 0-11-16,3 0 12 15,-3 0 10-15,0 0-16 16,-5 0-13-16,-4 6 2 16,-5 6-12-16,0 6-3 15,0 3-2-15,3 2-1 16,8 1 5-16,3-1-5 15,9 2-7-15,2-3 14 16,0 2-15-16,0-6 4 16,16-4-1-16,15-6 0 15,10-4 0-15,8-4 0 0,1 0-19 16,4-16 3-16,-12-9-11 16,-3-2 15-16,-6-3 17 15,-8-2 0-15,-2 0 3 16,-7-6-2-16,-2 2-2 15,-3-9 10-15,-5-3-9 16,-1-2 3-16,-5-2 5 16,0 3 1-16,0 7 7 15,0 4-3-15,-3 14 4 16,-1 8 4-16,-3 6-16 16,5 10 1-16,-1 0-5 0,0 0 2 15,0 0 0 1,-6 10 0-16,4 18-1 0,-3 9 8 15,6 6-8-15,2 3 1 16,0 6 1-16,0-2-3 16,0-1 1-16,10-3-4 15,4-2-1-15,-5-1 9 16,2-9-17-16,0-1 3 16,-6-10 2-16,4-7-5 15,-7-4 1-15,1-9-6 16,-1-3-2-16,2 0-3 15,-2 0 7-15,7 0 12 16,1-17-4-16,1-13-3 16,6 0 5-16,-3 3 1 15,-5 2 2-15,-2 10 7 0,-1 6-3 16,-6 3 3-16,0 5 2 16,0 1-2-16,0 0 2 15,3 0-1-15,2 3 5 16,-1 19 0-16,3-4-9 15,2 8 1-15,-1-7-2 16,0 2-1-16,5-1-1 16,5-6-4-16,0-4-11 15,7-4 8-15,4-6-2 16,1 0 1-16,-3 0 0 16,1-8-1-16,0-13 3 15,-6 2 2-15,-4-1 1 0,-3 2 7 16,-5 1-6-16,-1 2 0 15,-7 4 4-15,1-5-2 16,-3 3 2-16,0 1-2 16,0-3 0-16,0 6 10 15,-3 1-6-15,-10 1 0 16,-3 7 13-16,-2 0-14 16,2 0 3-16,0 0-2 15,2 9-3-15,3 9 2 16,3 1-1-16,3 4 0 15,1 4 4-15,2 3-4 16,2-3-1-16,0-1-1 16,0-4-7-16,2-7-2 0,18-3-14 15,7-7-4 1,7-5-3-16,-1 0-63 0,-1 0-16 16,0-5-59-16</inkml:trace>
  <inkml:trace contextRef="#ctx0" brushRef="#br0" timeOffset="4659">2648 395 83 0,'-3'-6'131'15,"-10"6"-89"-15,-7 0 10 16,2 0-19-16,-5 0-3 0,-2 0-17 15,-2 15 0 1,-1-3-6-16,3 6-2 0,-3-2-1 16,6 4-6-16,4 0 2 15,4-1 6-15,5-1-6 16,7 0 1-16,2-1-6 16,0-4 0-16,0-4 4 15,0-1-6-15,18-6 3 16,2-2 2-16,3 0-21 15,-2 0-3-15,4-10 0 16,-3-8 5-16,0-9 14 0,0 0-1 16,-5-3 7-1,-4-2 7-15,-1-6 0 0,-1 0 13 16,-5-5-4 0,-6-4 2-16,0-1 23 0,0 2-17 15,0 5-1-15,-14 4 5 16,-3 13-3-16,6 4 0 15,0 10-5-15,5 8-10 16,0 2 2-16,4 0-16 16,-3 0 11-16,-1 6 2 15,3 14 0-15,3 8 4 16,0 2 0-16,0 8-5 16,0 4 5-16,7 2-11 15,0 0-2-15,1-2 3 0,4-2-2 16,-1-5-5-16,2-5-2 15,1-5-11-15,2-5 7 16,-2-8-24-16,1-4-33 16,-2-1-46-16,1-7-129 15</inkml:trace>
  <inkml:trace contextRef="#ctx0" brushRef="#br0" timeOffset="5522">3071 331 152 0,'0'-8'180'0,"0"8"-175"16,0 0 46-16,-3 0 2 15,0 8-11-15,0 14-21 16,3 4 0-16,0 0 3 16,0-1-18-16,0-3 5 15,0 2-6-15,0-8-8 16,6 0 6-16,2-4-9 16,5-5-2-16,2-2 6 0,4-5-9 15,4 0 1 1,-1 0-20-16,-4-12-6 0,2-8 15 15,-4-8 9-15,-7 4 6 16,-4-4 8-16,-5 1-1 16,0 5 5-16,0 4-1 15,0 6 7-15,0 12 14 16,0 0-9-16,0 0-7 16,0 0 2-16,0 4-4 15,0 19-3-15,0 2-2 16,0-2-2-16,0 0 2 15,0-4-8-15,15-5-4 16,3-4 5-16,5-2-2 0,2-8-5 16,-1 0-2-1,1 0-1-15,-2 0 1 16,-5-5-8-16,0-8 9 0,-7 1 15 16,-4 0-4-1,2-1 1-15,-9 1 3 0,0-2-1 16,0-5 6-16,0 0-3 15,0-2-1-15,-3 2 5 16,-8 2-5-16,-2 2 3 16,7 3-6-16,3 1-1 15,3 6 7-15,0 3-10 16,0-1-3-16,6 1 10 16,15-1-5-16,8 2-1 15,-4 1 4-15,-1 0-3 16,-5 0 5-16,1 0-5 0,-7 1 5 15,1 9 5-15,-3 0-1 16,0 0 1-16,3 4-2 16,-3-5-1-16,-2 6 5 15,-4 0-10-15,1 4 2 16,-4 1 2-16,1 1-3 16,0-5 2-16,3 3-4 15,-6-3-1-15,2-2 4 16,1-3-9-16,-1-3-3 15,4-4-1-15,-3-1-36 16,-3-1-15-16,2-2-93 16,1 0-91-16</inkml:trace>
  <inkml:trace contextRef="#ctx0" brushRef="#br0" timeOffset="5733">3614 146 304 0,'-2'-21'14'0,"2"12"-4"16,0-2 27-16,0 4-3 16,6 1-17-16,8 2-10 15,-7 2-4-15,-1 2-19 16,-6 0-48-16,3 0-86 0</inkml:trace>
  <inkml:trace contextRef="#ctx0" brushRef="#br0" timeOffset="6468">3844 308 223 0,'0'-7'112'0,"0"7"-105"15,0 0 68-15,0 5-6 0,0 18-48 16,0 4-16-16,0 0 0 16,0 2 4-16,0-2-2 15,0-1-5-15,0-3 4 16,0-3-8-16,2-3 0 15,4-4 1-15,-3-6 1 16,2-4 0-16,-5-3-6 16,0 0 5-16,0 0 8 15,3 0-5-15,0-6-2 16,0-16 3-16,-1-6-3 16,2 0 3-16,-1-8-4 15,-3-2-1-15,2 4 5 0,0 9-5 16,2 8 2-16,-4 9 0 15,0 8-1-15,2 0 3 16,1 0-2-16,5 0-1 16,4 5 5-16,1 13-5 15,4-3-1-15,5 0 4 16,7-3-5-16,3-4 5 16,1-7-1-16,-1-1-6 15,2 0 9-15,-4 0-6 16,3-6 2-16,-2-9 0 15,-4-6-2-15,3 4 3 16,-8-5-4-16,-2-1 2 16,-6 7 2-16,-12 2-1 15,-2 7 0-15,0 4-3 16,-2 1-1-16,-18 2 12 0,-4 0-5 16,-4 0-2-16,1 12 6 15,2 8-8-15,5 1 2 16,6 0 0-16,3 4-1 15,9-2 1-15,0 0-4 16,2-4 0-16,0-1 7 16,0-4-12-16,13-4 6 15,14-4 0-15,9-6 0 16,9 0 0-16,-1 0-8 16,2 0-1-16,1-6-7 0,-5 0-33 15,2-3-85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20.76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36 196 156 0,'-4'-8'0'0,"-5"-3"16"15,3 3 26 1,3 5-11-16,3 1 2 0,-3-3-17 16,3 2 1-16,-2-2-3 15,-4 1 3-15,3 0 11 16,3 3-13-16,0 1 0 15,0 0 4-15,0 0-11 16,0 0 0-16,0 0 1 16,0 0-6-16,0 0 2 0,0 0 3 15,3 14-1 1,14 1 10-16,-3-2-6 0,2 2-3 16,4-5-3-16,-4 2-6 15,4-5 6-15,-4-2-6 16,9-5 0-16,0 0 7 15,2 0-11-15,1 0 5 16,-7-12 2-16,2 0-4 16,-1-4 3-16,-6 4-2 15,-1 2-2-15,-5 0 8 16,-1 3-7-16,-1-4 2 16,-3 7-1-16,-2-6 3 15,3 0-1-15,-3 0-3 16,3-2-2-16,-1-3 11 15,1 2-10-15,-4 3 1 0,1 1 5 16,-3-1-2-16,0 5 1 16,0-1-1-16,0 0-2 15,0 5 12-15,0-1-13 16,0-4 4-16,0 2 3 16,-3 1-6-16,-3 1 6 15,1 2-3-15,3 0 0 16,-2-3 5-16,4 1-10 15,0 2 6-15,0 0 0 16,-2 0 1-16,2 0-5 16,-3 0 0-16,3 0-5 15,-3 0 17-15,0 2-13 16,0 8 4-16,3 1 0 0,-2 3-2 16,2 2 1-16,0 5 2 15,0 2-4-15,-3-1 10 16,1 1-11-16,-2 1 0 15,4-4 5-15,-2 3-6 16,2-9 4-16,0 4 1 16,0-5-5-16,0 4 7 15,0-4-6-15,2 1 1 16,9 2 3-16,3 5-1 16,1-1 1-16,1 7-3 15,0 1-1-15,-2 2 9 16,-3 2-10-16,-2-2 2 0,-7 1 3 15,-2-1 1 1,0 0-1-16,0-5-2 0,0-2-2 16,0-6 8-16,0-2-11 15,0-5 4-15,0-1 2 16,0 2-1-16,0-4 1 16,0 1-1-16,-2 0 1 15,-12-4 6-15,-4 1-14 16,0-3 7-16,-4 4 4 15,-6-6-4-15,1 0 1 16,-1 0-1-16,3 0-2 16,2 0 7-16,2 0-7 0,4-6 3 15,6-1 2 1,0-2-3-16,5 1 2 0,6 3 0 16,0 2-2-16,0 1 10 15,0-1-9-15,0 1 1 16,0 0-4-16,0 2 5 15,0-4-5-15,0 4-4 16,0 0-18-16,0 0-28 16,0 0-99-16,0 0-114 15</inkml:trace>
  <inkml:trace contextRef="#ctx0" brushRef="#br0" timeOffset="2221">1025 142 12 0,'0'-16'242'0,"0"2"-229"16,0-1 32-16,0 15 20 0,0 0-30 15,0 0-4 1,0 0 10-16,0 0-8 0,0 0-21 16,0 0 4-16,0 10-2 15,0 9-1-15,0 6-1 16,0 10-5-16,0 2-2 15,0 3 8-15,0 3-14 16,3 3 1-16,3 0 1 16,1-4 1-16,-1-3-1 15,2-4-3-15,1-5-2 16,-3-5 10-16,-1-3-10 16,-5-2 3-16,0-2-2 15,0-6-5-15,0-5-8 0,0-2-3 16,0-5-26-1,0 0-23-15,0 0-48 16,0 0-71-16</inkml:trace>
  <inkml:trace contextRef="#ctx0" brushRef="#br0" timeOffset="3367">863 502 177 0,'0'-13'14'16,"0"6"15"-16,0-2 0 0,0 8-2 16,13-1-9-16,1-1-6 15,-1 0 7-15,1 3-10 16,6 0 12-16,2 0-13 15,3 0 0-15,2-4-2 16,9-2-5-16,0-5 4 16,5 2-7-16,-2-3 1 15,-3 3 2-15,-6 3-10 16,-5-1 0-16,-6 7-1 16,-6-2 1-16,-4 2-5 15,-3 0 6-15,-6 0 1 16,0 0 11-16,0 0-5 0,3 0 3 15,-3 0 3-15,0 0 7 16,0-6-1-16,0 6 1 16,0-2-1-16,0-1 9 15,0 3-7-15,0-2-9 16,0 2 4-16,0-3-6 16,0 3 0-16,0-2 0 15,-3-1 2-15,-3 0 6 16,4 2-12-16,-1-2 2 15,-1 3 1-15,2-2-1 16,-3 2 0-16,-1 0 2 16,1 0-1-16,-6 0 9 0,0 0-11 15,-3 0 6-15,3 9 2 16,2 6-2-16,4 3 4 16,-1 2-6-16,6 2-6 15,0 3 0-15,0-2 1 16,0 1 1-16,0 1 2 15,11-3-3-15,9-7-1 16,-2 0-4-16,9-10 4 16,-3-5 4-16,1 0-15 15,0 0 6-15,3 0 5 16,-1-10-6-16,0-10 2 16,-3-2-2-16,-1-5 6 15,-3 2 1-15,-6 0-14 16,-1 2 12-16,-7 6 6 15,2 2-2-15,-2 5 2 0,-3 1-1 16,1 4-4-16,3 2 8 16,-3-2-5-16,3 5 1 15,-2 0 4-15,1 0-4 16,-3 2 2-16,-1 16-5 16,0 3 2-16,-2 8 5 15,0-2-5-15,0-3 4 16,0-2-2-16,0-1-2 15,0-6 0-15,0-5 0 16,4-5-1-16,-4-5 5 16,7 0-7-16,0 0 5 0,1 0 7 15,5-8-8 1,-5-9 2-16,1-1 3 0,-1 1-7 16,0-5 6-16,1-1-5 15,2 4-1-15,-3 2 6 16,-4 11-5-16,-4 3 5 15,0 3 0-15,0 0-6 16,4 0 8-16,5 0 0 16,2 0 0-16,1 3 9 15,-3 9-4-15,6 3-6 16,-1 0-4-16,-3 0 0 16,0 0 3-16,-1-3-8 0,-2 0-2 15,1-1 7 1,0-6-4-16,-4 0 2 0,-2 0-14 15,-1-5-8-15,4 0-3 16,-1 0-26-16,4 0-51 16,2 0-172-16</inkml:trace>
  <inkml:trace contextRef="#ctx0" brushRef="#br0" timeOffset="3863">2022 335 276 0,'-4'-15'22'0,"2"13"30"15,-1-2 0-15,1 3-33 16,-2 1 5-16,-3 0-1 15,-5 0-3-15,-5 1-20 16,-2 13 2-16,-2 1 3 16,2 2-7-16,2 3 2 15,5-2 2-15,7-4-6 16,3 1 2-16,2 0-8 16,0-3-3-16,0-2 5 15,2-2-2-15,15-3 8 0,7 0 0 16,1-3 1-1,-2 1 3-15,-4-1-3 0,0 0-4 16,-2 1 9-16,-3 3-6 16,-3-4 5-16,-1 3-3 15,-4-1-3-15,-1-1 8 16,-5 4-6-16,0 1-1 16,0 2 5-16,-5 2 1 15,-11-1 1-15,-4-1-3 16,-2 2-6-16,5-7 4 15,0-3-12-15,4-2-9 16,-1 0-36-16,1 0-29 0,7 0-53 16</inkml:trace>
  <inkml:trace contextRef="#ctx0" brushRef="#br0" timeOffset="4211">2146 392 254 0,'0'-7'52'0,"0"7"-28"0,0 0 27 15,0 0-11-15,0 5-6 16,0 15-13-16,0 0-2 16,0 2-4-16,0-4-1 15,0-1-7-15,-4-1-2 16,4-3-1-16,0-2-6 16,0-5-2-16,0 0-12 15,0-4-18-15,0-2-19 16,0 0-25-16,0 0-32 15,7 0-37-15</inkml:trace>
  <inkml:trace contextRef="#ctx0" brushRef="#br0" timeOffset="4433">2146 392 7 0,'-36'-169'331'0,"28"149"-332"15,5 16 37-15,3-2-2 16,0 6-32-16,0 0-4 16,0 0-8-16,3 0-26 15,3 0-3-15,-1 3-50 0</inkml:trace>
  <inkml:trace contextRef="#ctx0" brushRef="#br0" timeOffset="5350">2510 358 90 0,'-14'-11'154'0,"0"2"-151"0,3 6 30 16,4-2-18-16,0 5-7 16,3 0-6-16,-3 0-3 15,-4 0 2-15,1 0 13 16,-1 5 4-16,-3 7 4 15,-1 6-8-15,2-1-2 16,-1 4-6-16,3 1-4 16,6-4-4-16,5 6 7 15,0-4-8-15,0-5-2 16,0-3 4-16,14-5 1 16,2-1-1-16,4-6 0 0,2 0-3 15,3 0 8 1,0 0-5-16,-3-6 0 0,-4-4 2 15,-6 1-2-15,-7-2 4 16,-5 4 7-16,0-4-2 16,0 5 10-16,0-4-10 15,0-4 6-15,0 5-10 16,-8-3-2-16,-5 0 0 16,-1 0-8-16,-1-1 1 15,8 2 8-15,0 2-8 16,5-1 2-16,2 2-3 15,0 1-1-15,2 2 5 0,21-2-1 16,1 2 2 0,1 0 5-16,0 5-5 0,-5 0 1 15,-4 0 1 1,0 0 4-16,2 0 3 0,-3 12-6 16,6 2 3-1,-6 7 6-15,0-1-8 0,-2-1-1 16,-5-1 3-16,-5 0-4 15,1-1 2-15,-2-4-6 16,-2-1 3-16,0-3 6 16,0-3-10-16,0-1 4 15,0-4 1-15,0-1 0 16,0 0 0-16,0 0-3 16,6 0 4-16,0 0 9 15,1-16-17-15,4-10 1 0,1 2-3 16,-2 0-2-16,4 6 1 15,-3 5 3-15,0 5 5 16,0 7 7-16,-2 1-7 16,1 0 3-16,1 0 5 15,-2 0-3-15,2 9 3 16,-2 7-8-16,2-2 0 16,3 1 8-16,-3-2-11 15,2-1 3-15,-1-7 0 16,-5 2-1-16,-1-1 1 15,-1-4-13-15,1-2-23 16,2 0-59-16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31.67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12 715 102 0,'-6'0'63'0,"1"0"-11"16,5 0 11-16,0 0-41 0,0 0 1 15,0 0-2-15,0-2 0 16,0-1-2-16,0 3-2 16,0-2 9-16,0 2-7 15,0 0-14-15,7-4 12 16,5 4-9-16,1-3-1 15,2-1-1-15,-1-1-4 16,-1-1 4-16,1 2-6 16,-3-7-1-16,2 4 8 15,2-4-11-15,0 2 4 16,3-5 1-16,-5 0 0 16,4-3 3-16,-4-3-6 15,7-3-3-15,-4-3 12 0,1-2-10 16,-3 0 6-16,-3 3-5 15,-6 3 4-15,1-1-1 16,-3 6-1-16,2-3-4 16,-5 0 9-16,4 3-7 15,-4 0 3-15,0-3-2 16,0 2 2-16,0-1 1 16,0-4-4-16,0 4 1 15,0 1 4-15,0 1-4 16,0 2 0-16,0 3 3 15,0 3 0-15,-4 8 0 16,2 1-1-16,-7 0-5 0,4 0 7 16,0 0-6-1,-1 0 4-15,1 0 3 0,-7 0-7 16,1 0 3 0,0 0 4-16,-3 14-7 0,3 2 10 15,3 0-10-15,3 5 3 16,-1-2 4-16,3 4-5 15,3-2 8-15,0 0-6 16,0-1-2-16,0-1 11 16,0 2-8-16,12 0-3 15,-2 2 3-15,1 2-1 16,3 2 1-16,0-2-3 16,0 5 2-16,-1-4 7 0,1 0-12 15,1-1 5 1,-2-7 0-16,1 3 1 0,2-7 0 15,-2-2-6-15,6-5 3 16,-2-1 10-16,8-6-11 16,2 0 1-16,-3 0 3 15,-4 0-6-15,-2 0-12 16,-2 0-33-16,-2 0-92 16</inkml:trace>
  <inkml:trace contextRef="#ctx0" brushRef="#br0" timeOffset="1786">1064 515 89 0,'0'0'103'16,"0"0"-71"-16,0-3 14 0,0-3-21 15,7 0-16 1,4 0-8-16,1-1 5 15,-1 5-2-15,0-6-3 0,3 1 17 16,-1-4-5-16,1-1 7 16,1-2-2-16,-2-6-12 15,1 2 0-15,0-8-4 16,2 0-4-16,-3-4 12 16,-2-8-9-16,1 3 2 15,-6 1-1-15,-6 0-2 16,0 4 7-16,0 2-2 15,0 9-1-15,-6 0 7 16,-6 10 1-16,-1 4-8 16,-1 2 3-16,1 1-7 0,-7 2 11 15,1 0-15-15,-1 0 3 16,4 0 6-16,-1 12-6 16,7 5 2-16,-1 7 2 15,-1 0-6-15,6 3 16 16,4 3-8-16,2 3 3 15,0-1 6-15,0 0-7 16,11-2 5-16,9-3-8 16,1-3-5-16,1 2 5 15,3-4-9-15,-2-2 6 16,-2 2-4-16,-2-4-2 16,-2-2 1-16,0-7 0 15,-1 1-2-15,-1-6 6 16,1-4-5-16,-2 0-3 15,5 0 9-15,3 0-6 0,0-1-6 16,6-18-13-16,-3 0-12 16,0 1 11-16,-7-4 9 15,0-2 0-15,-2 1 14 16,-5-5 0-16,1 3 2 16,-5 6 2-16,-1 0 1 15,-4 5 3-15,-2 7-6 16,0 4 7-16,0 3 15 15,0 0-15-15,0 0 10 16,-13 0 2-16,-7 9-5 0,2 9 3 16,0 3-9-16,4 1-5 15,4 0 5-15,7 6-3 16,0-3 0-16,3-2-5 16,0-3 0-16,0-4 0 15,0-1-3-15,12-5 3 16,1-2 5-16,3-5-6 15,2-2 3-15,4-1 0 16,2 0-5-16,2 0 6 16,1 0-14-16,-5-12-5 15,3 1 0-15,-6-8 0 16,0 4-3-16,-5-1 18 16,-3-2-10-16,-2-3 19 15,-4 7-12-15,0 1 6 0,1 3 1 16,-4 8-5-16,-2 2 8 15,0 0 6-15,0 0-2 16,0 0-1-16,0 0-2 16,0 0 2-16,0 12 3 15,0 8-11-15,0 0 2 16,0 0 1-16,0 0-4 16,0-5 2-16,0 0-4 15,0-2 1-15,7-9-3 16,3 1-2-16,5-5 0 15,0 0 8-15,8 0-6 16,-4 0 8-16,-2-13-8 16,-1-4-1-16,-2 1 11 15,-1-4-11-15,5-1-1 0,-11 3-2 16,2 9 7-16,-7 1 5 16,-2 6-4-16,0 2-1 15,0 0 6-15,0 0-3 16,0 0 2-16,0 5 4 15,0 9-5-15,0-1 3 16,4 3-4-16,4-2-2 16,3-4 3-16,2-1-6 15,1-1-6-15,5-3 6 16,4-5-3-16,2 0-8 16,2 0-3-16,-2 0-29 15,-2 0-16-15,-2-7-29 0,-4 1-96 16</inkml:trace>
  <inkml:trace contextRef="#ctx0" brushRef="#br0" timeOffset="3261">2505 318 198 0,'-28'-3'91'0,"3"3"-88"16,4 0 40-16,1 0-15 15,6 0-8-15,3 0-19 16,-3 0-1-16,1 5 12 0,-7 4-11 16,1-3 9-16,-1 4 2 15,0 0-5-15,4 2-2 16,3 1-2-16,2 2-3 16,5-3 5-16,0 1 2 15,1 0-1-15,-1-2 0 16,6 0-7-16,0 0 0 15,0-3-1-15,0 0-4 16,0-3 6-16,0-3-7 16,0-2 0-16,6 0 2 15,8 0-5-15,2 0 4 16,7-12 1-16,1-8 2 16,-1 0 5-16,2-4-5 0,-7 1 3 15,0 2 1 1,-7 2-1-16,-7 10 3 0,-4-2-3 15,0 10 10-15,0 1 8 16,0 0-8-16,0 0 1 16,0 0 5-16,0 0-8 15,0 6 12-15,0 18-14 16,0 2-4-16,0 2 7 16,0 2-7-16,0-1 1 15,0 3-1-15,0 0-5 16,3 4 1-16,3 0-7 15,-1 2-10-15,4-6 1 16,-4-2-3-16,1-1 6 16,-6-1 6-16,0 0 2 0,0-6 2 15,-9 0-2-15,-13 1 4 16,-3-6 4-16,0 0-6 16,-2-7 5-16,2-1 0 15,-2-9 2-15,5 0 4 16,2 0 3-16,6-19-8 15,3-8 12-15,11-10-15 16,0-6 1-16,11-7-1 16,23 5-2-16,4 5 5 15,7-6-5-15,5 6 2 16,-1 0 2-16,1 1-13 16,-3-1 2-16,-9 3-5 15,-4-4 6-15,-5 4 11 16,-6 1-3-16,-1-4 3 0,-6 0 4 15,0-3-9-15,-1 1 4 16,-1 3-2-16,-3 4 1 16,0 7 3-16,-6 12-3 15,-2 5 4-15,-3 9 12 16,0 2-3-16,0 0-6 16,0 0 8-16,0 0-4 15,0 0 2-15,-8 9 0 16,-1 14 1-16,3 2 13 15,4 4-15-15,2 4-3 16,0 4-2-16,0 3-2 0,0 0-2 16,0-4 1-1,6-3-8-15,8-3 5 0,-1-5-6 16,4-8 5-16,-4-2-8 16,4-8 5-16,-3-2 0 15,-3-2-5-15,3-3-1 16,-3 0 0-16,0 0 4 15,-3-12 3-15,1-6 1 16,-1 1 2-16,-1-8 0 16,5-3-1-16,-3-7-1 15,-1 2 6-15,-1-4-5 16,-3-1 2-16,1 5 4 16,-2 8-5-16,-3 5 6 15,0 14 3-15,0 2 11 16,0 4-2-16,0 0-13 0,0 0 0 15,0 0 2-15,0 0-6 16,0 10 5-16,0 8-5 16,0 7 6-16,0 5 7 15,0 5-8-15,0-3 1 16,0 4-3-16,0-5 1 16,0-4-3-16,0-4-2 15,2-4-1-15,7-4 3 16,-1-5-9-16,-3-2-2 15,1-4 9-15,0 0-5 16,0-4 0-16,-1 0-1 16,3 0 3-16,3 0 3 15,1-8-12-15,-3-7 1 0,6 0 6 16,-5 3 4-16,1 4 1 16,1 0-3-16,-3 6 3 15,-5 2 5-15,3 0-2 16,1 0-5-16,0 2 6 15,3 8-4-15,0 3 5 16,3-6-9-16,-1 3 3 16,1-4 7-16,4-4-11 15,0-2 3-15,4 0-1 16,1 0-8-16,-1 0-70 16,3-5-52-16,-6-6-82 15</inkml:trace>
  <inkml:trace contextRef="#ctx0" brushRef="#br0" timeOffset="3558">2828 239 165 0,'6'-3'53'0,"9"-7"-17"0,2 8 21 16,2-1-19-16,4-2-15 16,2 3 1-16,2-3-21 15,3-1 1-15,1 3-4 16,2-3-15-16,-3 3-35 15,4-2-76-15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43.42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108 251 68 0,'-3'-3'44'0,"1"0"2"0,2 0 25 16,0 3-16 0,0-2-27-16,0 2-5 0,0 0 6 15,0-2-8-15,0-2-7 16,0 4-10-16,0-1-2 15,0 1-2-15,0 0-1 16,0 0 2-16,0 0-2 16,0 0 0-16,0 0 3 15,0 0-5-15,10 0 4 16,8 0 0-16,-3 0-1 16,2 0 3-16,0 0-6 15,-6 0 3-15,-6-3 4 16,-2 0-4-16,-3 3 12 0,0-1-3 15,0 1 2 1,0 0 1-16,0 0-4 0,0 0 0 16,0 0 8-16,0 0-12 15,0 0 7-15,-8 0 10 16,-1 0-13-16,-6 0-2 16,-6 0 0-16,6 0-2 15,-3 1 4-15,2 5-2 16,2 1 0-16,3-2-5 15,0 2 2-15,0 1-1 16,3 0-4-16,-3 2 2 16,3 2 1-16,2-2-2 15,0 0 2-15,6 3-1 0,-3-1-2 16,3 0 3-16,0 1-1 16,0-3-4-16,3 0 5 15,13-4-4-15,4 0 6 16,0-1-2-16,-1 2-1 15,0 3 3-15,4-1-5 16,-2 7-1-16,-1-3 8 16,-4-4-4-16,-7-1-1 15,-1-6 1-15,-5 0 1 16,-3 1 1-16,0-3-3 16,0 3 0-16,0 0 3 15,0 2-2-15,-14-1 2 16,0 1-2-16,-3-2 0 15,-2 1 1-15,2-4-4 0,3 0 1 16,7 0 4 0,-1 0-5-16,-7 0 1 0,2 0-3 15,-4 0-7-15,1 0-29 16,2 0-46-16,2 0-27 16,4 0-15-16</inkml:trace>
  <inkml:trace contextRef="#ctx0" brushRef="#br0" timeOffset="602">552 272 73 0,'-21'-12'143'16,"-7"8"-117"-16,13 4 7 15,7 0 5-15,3 0-17 16,5 0-5-16,-2 0-3 0,2 0 12 15,-6 0 17-15,0 0-22 16,0 8-4-16,-3 6-2 16,-9 2-3-16,2 7-4 15,-1 0-6-15,0-1-2 16,4 0 8-16,4-2-10 16,4-1 4-16,5 1-1 15,0 1 2-15,0-6-3 16,11-5 0-16,12-3-7 15,6-2 6-15,3-5-11 16,2 0 8-16,-3 0-4 16,-1-14-3-16,-5-4 13 15,-8-1-2-15,-6-2 0 16,-3 3 7-16,-8-3-2 0,0 1 1 16,0 3 1-16,-6 1-1 15,-7 2 1-15,-1 5-4 16,1 0-3-16,-2 4 2 15,1 1-3-15,-2 4-3 16,2 0 0-16,1 0-1 16,2 0-13-16,2 0-60 15,4 0-14-15,1 0-137 16</inkml:trace>
  <inkml:trace contextRef="#ctx0" brushRef="#br0" timeOffset="1644">966 335 81 0,'-16'-3'33'16,"2"3"5"-16,4 0 20 0,-7 0 2 15,2 0-43-15,4 0 2 16,1 0 2-16,4 0 11 15,-3 0 3-15,2 0-10 16,-5 0-3-16,-3 0-5 16,-3 0-5-16,-4 0 5 15,-3 8-12-15,4 2 2 16,-1 3-4-16,4 5 0 16,5 2-3-16,5 2 2 15,5-4-7-15,3 0 12 16,0-6-14-16,0-4 4 0,17 0 4 15,10-1-6-15,7-5 7 16,2-2-2 0,2 0-9-16,1 0 8 0,-1-7-26 15,-2-9 5-15,-7 0-11 16,-6-4 21-16,-6-1 13 16,-12 2 1-16,-5-1 5 15,0 3 13-15,0 1-8 16,-9 4 5-16,2 4 9 15,-1 7-13-15,-1 1 3 16,1 0-8-16,2 0-8 16,2 0 2-16,4 0-2 15,0 9 3-15,0 3 2 16,0 4 1-16,2 1-2 0,20-1-1 16,3 2-10-16,4-2 9 15,5-4-15 1,0-1 8-16,-1-9-8 0,-1-1 4 15,-4-1-4-15,3 0 2 16,-1-1 6-16,-2-12 7 16,-1-4-9-16,1-1 3 15,-3-5 6-15,-4-2-2 16,0 1-3-16,-14 2 3 16,-1 2-5-16,-4 5 20 15,-2 3-14-15,0 5 10 16,0 2 1-16,0 5 3 15,0 0-3-15,0 0-6 0,0 0-5 16,0 0-1 0,0 0 3-16,0 13 0 0,0 13 3 15,0 1-7-15,0 3 5 16,0 4-1-16,0 1-2 16,3 6 3-16,0-4-1 15,-3-2-5-15,3 2 5 16,3-2-6-16,2 2 0 15,-3 1-4-15,3-12 1 16,1 2 1-16,-4-6-4 16,-2-7 3-16,1 0 0 15,-2-7-13-15,-2-4-1 0,0-4 4 16,0 0 13-16,0 0-11 16,0-4-34-16,0-16-24 15,-11-5-42-15</inkml:trace>
  <inkml:trace contextRef="#ctx0" brushRef="#br0" timeOffset="1985">1319 353 254 0,'0'-27'23'15,"0"11"15"-15,0 0 6 16,0 8-15-16,18-6-20 0,7 6-3 15,0 1-1-15,2 2-4 16,3 5 6-16,-2 0-2 16,2 0 10-16,-3 0 3 15,2 8-3-15,-4 10 8 16,-4-2-4-16,-1 7-19 16,-10 0-1-16,-4-1 4 15,-6 0-4-15,0-5 5 16,0-2-3-16,-25-2 3 15,-5-5 0-15,-6-2-5 16,3 3 2-16,-3-8 0 16,0 3-9-16,6-4-25 0,3 0-49 15,7 0-13 1,11-4-40-16</inkml:trace>
  <inkml:trace contextRef="#ctx0" brushRef="#br0" timeOffset="2582">2283 109 178 0,'0'-20'98'15,"9"-6"-80"-15,-1 15 16 16,7-2 19-16,-8 4-25 15,1 1-6-15,-5 3 13 16,0 2 6-16,-3 0 1 16,0 3-24-16,0-2-11 15,0-4-3-15,-3 6-4 16,-8 0 0-16,-5 0 7 16,-4 0-9-16,1 0 3 0,2 6-1 15,1 15 1-15,0-2 1 16,2 8-3-16,5 6-1 15,7 1 6-15,2 1-2 16,0 5-2-16,0-1 4 16,11 4-4-16,3 4 0 15,-3-2 1-15,-3 2-4 16,0-3 5-16,-3 4-7 16,-1-4 2-16,-4-3 0 15,0-4-3-15,0-5 5 16,0-4-2-16,0-4-4 0,-7-4 2 15,-9-2-10 1,-6-3-16-16,-3-8-55 0,0-3-28 16,3 0-31-16</inkml:trace>
  <inkml:trace contextRef="#ctx0" brushRef="#br0" timeOffset="3015">1993 441 166 0,'-5'-25'99'0,"5"10"-92"15,0 6 36-15,0 1-18 16,0 4-15-16,25-2-7 0,11 2 7 16,2-4-8-16,4 0 1 15,0 4 1-15,-6-2-5 16,-4 3 7-16,-4 3-8 15,-1 0 3-15,1 0-1 16,1 0 1-16,0 0 1 16,-1 0-4-16,2 0 1 15,-3 0 4-15,1-1-4 16,-8-7 0-16,-9 6 4 16,-9 2 1-16,-2 0 34 15,0 0 10-15,0 0-31 16,0 5 0-16,0 13-12 15,0 0 2-15,0 3 6 0,0-2-5 16,0-1-3-16,3-1-1 16,3-4-6-16,2-3 7 15,1-3-17-15,-5 0 6 16,2-7-16-16,-1 4-2 16,1-4-23-16,0 0-57 15,0 0-136-15</inkml:trace>
  <inkml:trace contextRef="#ctx0" brushRef="#br0" timeOffset="3197">2562 149 128 0,'0'-13'180'0,"0"6"-176"0,0 5 0 15,3 2-3-15,8 0-1 16,-2 0-27-16,-4 0-104 16</inkml:trace>
  <inkml:trace contextRef="#ctx0" brushRef="#br0" timeOffset="4440">2698 529 140 0,'0'0'50'16,"0"0"-6"-16,4 0 25 15,11 0-42-15,2-7-11 16,8-3-1-16,-6-8 1 16,2-3-6-16,-1 0-5 0,0-8-4 15,-1-1 0 1,-6-1-1-16,-2-8-1 0,-5-2 1 16,-3-1 3-16,-3-2-7 15,0 1 0-15,0 6 7 16,0 4-5-16,-3 13 6 15,-8 9 6-15,1 6 6 16,-2 5 4-16,-1 0-7 16,-1 0-11-16,-1 15 6 15,-1 6-2-15,5 7 0 16,3-2 1-16,4 4-2 16,4 6 16-16,0-6-14 15,0 5-6-15,4-1 7 16,4-1-6-16,-2 3-4 15,-1 0 3-15,6-6-4 16,0 0 6-16,1-1-10 0,-1-4-6 16,-1-7 4-16,5-6-5 15,-8-6-3-15,7 3 6 16,-3-6 6-16,3-3 5 16,8 0-4-16,-3 0 0 15,1-6 7-15,2-12-5 16,-5-5 6-16,2 0-4 15,0-5-2-15,-2 0 6 16,0 1-7-16,-1 4 0 16,0 10 7-16,-5 4-6 15,-5 5 3-15,-1 0 0 0,-2 4-2 16,-3 0 10-16,6 0-10 16,-6 8 7-16,2 13 4 15,1 3-8-15,-3-1 3 16,0-1-2-16,0-1 2 15,0-9 5-15,0 6-10 16,0-8-1-16,4 1-3 16,-4-3 0-16,0-4-1 15,0 2-4-15,0-6 7 16,0 0-1-16,2 0 1 16,3 0 8-16,1 0-6 15,6-15-6-15,1-8 7 16,6-3-5-16,0 0 6 0,-2-4-5 15,-4 9 0 1,-4 4 9-16,-4 10-5 0,1 7 0 16,-3 0-9-16,3 0 11 15,-2 0-2-15,2 15 9 16,5 4-10-16,-2-2 8 16,-3-1-7-16,-2 2 3 15,-1-2-3-15,-3 0-5 16,3-2 4-16,0-2 3 15,0-5-2-15,0-2-7 16,-1-3-9-16,2-2 4 16,0 0 8-16,7 0 4 15,1 0-1-15,4-17 2 16,-2-6-5-16,-3 2 3 0,0-2 4 16,0 1-7-16,-2 5 3 15,-2 1 2-15,2 11-5 16,-4 3 7-16,4 2-8 15,-3 0 5-15,-1 0 9 16,-3 13 9-16,2 0-10 16,1 5 2-16,-3-2-6 15,4-2-1-15,2 2-8 16,1-4 1-16,2-5 1 16,3-1-4-16,1-6 6 15,8 0 2-15,4 0 0 16,4 0-9-16,5-18 5 15,0-3-16-15,-6 1-15 0,-6 1-71 16,-1 5-85-16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3:52.0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25 189 49 0,'-3'0'52'0,"-1"0"-48"15,-2 0 14-15,6 0 2 16,0 0-6-16,0 0 6 16,0 0 1-16,0 0 12 15,-3 0-8-15,1 0-14 16,-1 0 5-16,0 0-8 15,0 0 4-15,3 0 0 0,0 0-3 16,0 0 7 0,0 0-3-16,0 0-1 0,0 0 1 15,0 0-2-15,0 0-4 16,3 0-6 0,8 0 2-16,6-3 6 0,-3 1-9 15,4-3 0-15,2 5 4 16,2-3 0-16,3 0-2 15,-2 3 1-15,1 0-3 16,1 0 8-16,-6 0-8 16,-2 0 2-16,-1 11 5 15,0 2-6-15,4-2 2 16,-1 4-5-16,3 0 1 16,-2 4 6-16,4-1-7 15,-1 3-1-15,-1 1 9 0,3 0-11 16,-8 0 4-1,-7 3 0-15,-2-5-4 0,-8 1 7 16,0-3-6-16,0-5 2 16,0-3 6-16,0 0 1 15,0-5-1-15,-3 0-4 16,-2-5 5-16,-3 2 0 16,-3-2-5-16,-6 0-1 15,4 0 3-15,-1 0 2 16,5-2-4-16,1-8-2 15,3-5 0-15,-1 5 6 16,0-5-4-16,0 4 0 0,2-5 7 16,4 2-7-1,0-7 5-15,0 4 0 16,0-5-4-16,0-1 2 0,0 1-3 16,2-5-1-16,9 2 6 15,5-5-8-15,7 3 9 16,1-3-7-16,5 2 4 15,1-2 4-15,1 5-10 16,1 6 0-16,-1 1 7 16,-4 6-5-16,-2 2 1 15,-5 2 1-15,-6 4-3 16,-7 1 3-16,-4 3-2 16,-3 0-7-16,0 0-15 0,0 0-44 15,0 7-85 1</inkml:trace>
  <inkml:trace contextRef="#ctx0" brushRef="#br0" timeOffset="1448">1434 257 177 0,'-6'-24'21'0,"1"2"36"16,-4 4 1-16,4 9-27 0,-3 1 5 15,-1 3-6-15,1 2-4 16,-3 2 3-16,0 1-6 15,-3 0-11-15,1 0-4 16,-4 0-6-16,-2 4-1 16,2 11 5-16,3 0-10 15,1 5 3-15,1 0-1 16,1-1-3-16,6-1-1 16,5 0-7-16,0-4 8 15,0 2 1-15,0-2-4 16,19-1 1-16,5-4 4 15,7-3-2-15,-1-2 3 16,1-4-5-16,-6 0 6 16,-11 3 0-16,-10 5-10 15,-4 3 8-15,0 5 1 0,-2 2 1 16,-17 1 4 0,0-2-1-16,-1 1-4 0,4-6 8 15,-1-2-7-15,6-5 4 16,-2-5-3-16,1 0-1 15,6 0 0-15,1 0-8 16,3 0-14-16,2-7-5 16,-4-6-27-16,4 3-62 15,0 0-68-15</inkml:trace>
  <inkml:trace contextRef="#ctx0" brushRef="#br0" timeOffset="2656">1585 278 198 0,'0'-8'25'0,"0"8"-6"16,0 0 14-16,0 0 10 15,0 8-23-15,0 7-12 16,0 5-5-16,0-1 11 16,0-1-10-16,0 2 5 15,0-4-4-15,0-3 3 16,9 0-1-16,-4-5-3 15,2 0-3-15,6-4 6 16,6-4-11-16,3 0 1 16,2 0 1-16,1 0-1 15,-2-12-2-15,-10-6 5 0,-4 6-3 16,-4-1 6-16,-5-2-7 16,0 3 2-1,0-3 4-15,0 3-3 0,0-1 2 16,0 6 0-16,0 0-1 15,0 4 8-15,0-2-7 16,0 5 4-16,0 0 0 16,0 0-3-16,0 0-1 15,0 0-2-15,0 12 5 16,0 6 3-16,0 4-9 16,9-5 2-16,4 3 3 15,5-5-2-15,-2-2 0 16,3-2 1-16,3-7-5 15,3-4 7-15,3 0-9 16,2 0 1-16,-8 0 8 0,-3-4-4 16,-4-13-1-1,-5 8-1-15,-1-4 4 0,-3-2 0 16,-2 3-2-16,3 2-1 16,0 2 2-16,-1 6-2 15,6-1 1-15,-3 3-1 16,6 0-1-16,-5 0 6 15,1 0-5-15,1 8 1 16,-4 7 4-16,1 0-6 16,-7 3 1-16,-2-3-1 15,0-3-6-15,0-2 6 16,0-6-7-16,0 4 12 16,-8-6 2-16,-6 1-7 15,5-3 5-15,2 0-6 0,1 0 6 16,6-5-1-16,0-11-4 15,0-10 1-15,0 1 5 16,6-2-8-16,10 2 6 16,0 2-3-16,1 3 0 15,0 3 3-15,-1 2-4 16,1 0-4-16,-1 0-5 16,4 4-17-16,-4-5-12 15,0 2-22-15,1-4 17 16,-2-2 38-16,-4-2 4 15,2-3 1-15,-1 3 6 0,-4 4-5 16,-3 6 15 0,-5 4 9-16,0 6 12 15,0 2 2-15,0 0-20 16,0 0 4-16,0 0 9 0,0 10-5 16,0 9-1-16,0 6-3 15,0 2-2-15,0 1-1 16,0 2-13-16,0 2-1 15,0 4 8-15,0-3-5 16,2 3 1-16,1-5-8 16,-3 4-2-16,3-3 5 15,3 2-6-15,-4-3 2 16,5-4-7-16,-3 3-1 16,0-4 5-16,-2-7-4 0,1 1 2 15,-1-3-8-15,1-4-24 16,-3-4-30-16,0 2-12 15,0-6-50-15</inkml:trace>
  <inkml:trace contextRef="#ctx0" brushRef="#br0" timeOffset="2933">2221 405 132 0,'0'-18'67'0,"15"1"-63"15,14 4 17-15,1 4 9 16,4-1-24-16,-7 4-8 16,-3 4 2-16,-1-1 7 15,-1 2-1-15,0-2-3 16,6 0 5-16,-1 1-9 15,7-3 1-15,2 2-6 16,-3-2-12-16,-3 0-25 16,0 1-37-16</inkml:trace>
  <inkml:trace contextRef="#ctx0" brushRef="#br0" timeOffset="3368">2773 260 60 0,'8'-7'58'15,"-3"2"-33"-15,3-2 7 16,1 2 4-16,-3-1-5 0,-4 3 7 15,-2 3 17-15,0 0-9 16,0 0-14-16,-2 0-2 16,-17 0-10-16,-6 0-5 15,0 6-3-15,3 12 1 16,5-3-7-16,3 6-2 16,7-5 1-16,-2 4-8 15,6-3 5-15,3-1-1 16,0-2-17-16,0-7 19 15,0 2-6-15,12-5 3 16,6-4 0-16,4 0-2 16,1 0-1-16,-1-3-4 0,-3-7-7 15,-6-2 11 1,-4 3 0-16,-6-4 2 0,-3-3 5 16,0 4-9-16,0 2 5 15,0 2 8-15,0 4-3 16,0 1-2-16,0 3-1 15,0 0 0-15,0 0 8 16,0 13-6-16,0 7-4 16,2 2 5-16,4-2-8 15,3-2 4-15,-5-3-3 0,5-1-10 16,3-4-5 0,-5-3-32-16,10-7-50 0,-1 0-38 15</inkml:trace>
  <inkml:trace contextRef="#ctx0" brushRef="#br0" timeOffset="3946">3206 206 150 0,'-17'0'64'0,"-2"0"-63"15,2 0 39-15,3 0-15 16,3 10-22-16,7 4 8 0,-5 2-2 16,3-2 4-1,-2 4-1-15,1-3 0 0,-2 2 1 16,6-1 2-16,0 1-10 16,3 0 9-16,0-2-13 15,0-3 0-15,6 0 3 16,12-4-3-16,5-3 1 15,-1-1-4-15,5-4-3 16,-2 0 7-16,0 0-10 16,0 0-3-16,-3-9 3 15,1-4 8-15,1-1-1 16,1-4 1-16,-2-1 0 16,-1-4 1-16,-6-1-4 0,-5 1-1 15,-2 3-3-15,-9 3 4 16,0 2 3-16,0 5 5 15,0 5-2-15,-4 0-3 16,-6 5-5-16,-1 0-3 16,2 0 12-16,0 0-2 15,2 12 10-15,1 8-9 16,1 0 11-16,2 0-4 16,3 3-3-16,0-4-5 15,0 4-4-15,0-5 1 16,0-6 1-16,10-3-2 15,13 0-1-15,4-8 1 16,6-1-8-16,6 0-16 16,3 0-7-16,2-7-51 0,5-5-29 15</inkml:trace>
  <inkml:trace contextRef="#ctx0" brushRef="#br0" timeOffset="6668">1417 720 99 0,'0'-4'34'0,"0"-2"-34"16,-3 6 7-16,-2 0-2 15,5 0 10-15,0 0 11 16,0 0 2-16,0 0 6 16,0 0 2-16,0 0-16 15,0 0-5-15,0 0-8 16,0 0 17-16,0 0 2 16,0 7 6-16,0 6 4 15,3 3-17-15,-3 0-3 16,2 7 3-16,1 4-13 15,-3 3 3-15,6 2 0 16,-1-2-8-16,4 5 4 16,4-3-3-16,-4-2-4 15,2 0 10-15,-6-3-10 0,-3 1 2 16,-2-4-3-16,4-1 2 16,-4-6 1-16,0-4-5 15,0-4-5-15,2-1 2 16,-2-6-9-16,3-2-26 15,-3 0-12-15,0 0-11 16,0 0-56-16</inkml:trace>
  <inkml:trace contextRef="#ctx0" brushRef="#br0" timeOffset="8355">1240 996 166 0,'6'-5'15'0,"7"3"7"15,2 2 18-15,10-3-16 0,0 3-9 16,-1 0 6 0,12 0-4-16,-3 0-9 0,-2 0 1 15,-2 0-6-15,3 0-1 16,1 0 0-16,-3 0-2 16,0-8-3-16,1-1 6 15,-1-4-8-15,6-2 3 16,-3-2 2-16,-6-3 0 15,-5 8 1-15,-8-4-2 16,-10 7-1-16,-4 4-2 16,0 0 5-16,-7 2 9 15,-20 3 8-15,-3 0-7 0,2 0 3 16,-2 0-5 0,8 3-2-16,5 7 0 0,0 2-5 15,6 1-1-15,0 4 5 16,3 1-7-16,5 4 1 15,3 0 5-15,0 3-5 16,0 0 6-16,0-6-7 16,11 2 0-16,9-4 5 15,2-4-2-15,6-6-4 16,2-2 2-16,0-2-4 16,0-3-11-16,-5 0 1 15,4 0-2-15,-5-3 7 16,1-9 2-16,-6-6 6 15,-6 3 2-15,2-3-2 16,1 1 5-16,1 1-4 16,0 0-2-16,2 3 4 0,-2 4-4 15,-7 4 4-15,1 2-2 16,-3 3-4 0,1 0 8-16,-1 0-2 0,-2 8-1 15,-1 12 6-15,-1-1-6 16,-4-1 1-16,2-1-3 15,0-2 0-15,1-3 2 16,3-2-2-16,-1-4-2 16,1-1 3-16,0-5-7 15,-2 0 9-15,5 0-5 16,2 0 5-16,0 0-3 0,3-8 0 16,-3-7-2-16,-2-5 8 15,4 1-9-15,1-7 9 16,0 9-5-16,-6 4-1 15,-3 6 7-15,-2 7-5 16,-3 0 0-16,0 0 5 16,3 0 0-16,0 12 1 15,0 6-6-15,3-1 1 16,1 1 2-16,4-3-6 16,3-5 5-16,3-3-2 15,2-2 3-15,3-3-3 16,-2-2-1-16,-1 0-1 15,0 0-3-15,-2 0 0 16,2-9-4-16,0-4 9 16,-6-2-3-16,2-2 2 0,-7 0-1 15,-2-1-1 1,-3 3 5-16,-1 5-4 0,-2 3-1 16,0 1 5-16,0 6-7 15,0 0-4-15,0 0 5 16,0 0 3-16,0 11 3 15,0 1-4-15,6 0 1 16,2 4 6-16,3-7-5 16,2 1 1-16,2-2-1 15,-1 0-1-15,0-4 3 16,2-4-4-16,0 0 1 16,2 0 2-16,-3 0-6 0,2 0 6 15,-2 0-2-15,-5 0-3 16,-2 0 6-16,1 0-7 15,-7 0 1-15,1 0-1 16,-3 0-1-16,0 7 1 16,0 9 4-16,0 1-4 15,-11 3 1-15,-8 0 2 16,-6-3-7-16,-2 1 6 16,1-6-1-16,7-2 0 15,6-8 4-15,4-2 1 16,4 0-3-16,5 0-2 15,0-12-1-15,0-6 11 16,0 6-8-16,0 0 2 0,11 4 0 16,-4 4-2-1,7 4 1-15,-3 0 0 0,3 0-2 16,1 0 3-16,-1 0-1 16,-4 0-1-16,-2 0 3 15,6 0-2-15,-3 0 4 16,7-3-7-16,0-9 2 15,0 1 2-15,0-1-4 16,2-3 3-16,-1-1-3 16,2-5 1-16,2 1 1 15,-3 1 0-15,-4 1 0 16,-5 2 4-16,-6 7 3 0,-5 7-1 16,0 2-1-1,0 0 0-15,0 0-1 0,0 0-2 16,0 0 3-16,0 2 5 15,0 13-8-15,0 0 3 16,0-2-1-16,0 1-3 16,6-4 1-16,2-3-3 15,0 1-4-15,3-3 3 16,-5-3-18-16,0 1-65 16,-1-3-51-16</inkml:trace>
  <inkml:trace contextRef="#ctx0" brushRef="#br0" timeOffset="8560">2878 818 210 0,'0'-9'32'0,"0"7"-31"16,0 1-3-16,9 1-17 16,-2 0-65-16</inkml:trace>
  <inkml:trace contextRef="#ctx0" brushRef="#br0" timeOffset="9376">3229 866 139 0,'0'-7'118'16,"0"5"-85"-16,0 2 8 16,0 0 7-16,0 0-34 15,-12 0-7-15,-5 9 3 16,-4 9-9-16,2 2 4 15,-2 3 0-15,6-1-1 16,6-2 0-16,6-6-4 0,3 2-2 16,0-7 5-16,0 1-4 15,12-2 1 1,12-8-2-16,3 0 1 0,2 0-6 16,-1-5-7-16,-7-8 6 15,-4 1 11-15,-6 2-6 16,-6-3 5-16,-5 4-2 15,0-1 0-15,0-1 1 16,0 2-5-16,-5-6-12 16,-11 2 5-16,-2 4-8 15,5-1 10-15,2 2 0 16,2 3 4-16,9 0 6 0,0 3-2 16,0 1 9-1,0-3-2-15,6 4-6 0,14-3-2 16,1 3 4-16,4 0-2 15,-1 0 4-15,1-2 0 16,4 2 1 0,-8 0 8-16,-1 0-5 0,2 0-2 15,-3 0 6-15,1 15-8 16,-4 2-1-16,-2 3 0 16,-6-2-1-16,1-2 5 15,-9 2-11-15,0-2 8 16,0-2 0-16,0-2 0 15,0 1-4-15,0-6-2 16,0-4-4-16,0-3 12 16,0 0-8-16,0 0 5 0,0 0-9 15,0-19 10 1,19-11-2-16,5 0-2 0,9-3-3 16,1 8 7-16,0 5-6 15,-7 8 5-15,-2 4-2 16,-3 8 3-16,-3 0 2 15,-2 0-2-15,2 0-2 16,0 10 5-16,0-2-7 16,1 1 0-16,0-1 2 15,1-5-1-15,1-1 0 16,5-2-1-16,-2 0-2 16,1 0-1-16,-12-5-33 0,-9 0-52 15,1 2-128 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4:03.35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72 14 83 0,'0'-4'30'15,"0"2"-11"-15,0-1-10 16,0 0 3-16,2 1 1 15,4 2 11-15,-6 0 4 16,3 0 1-16,-3 0-4 0,0 0 1 16,0 0-9-1,0 0 0-15,0 0-1 0,3 0 6 16,-3 12-12 0,2 2-5-16,-2 8 7 0,0 0 12 15,0 5-10-15,0 3-5 16,0 4-3-16,0 1-4 15,-2 5 0-15,-4-1-4 16,-2 4-2-16,-1 0 8 16,2-3-12-16,-2-3-5 15,0-5 13-15,2-5-2 16,-4-5-5-16,-1-5-6 0,6-4 8 16,4-5-2-16,2-6 1 15,0-2-2-15,0 0 2 16,0 0-10-1,0 0-13-15,0-16-45 0,0 4-19 16</inkml:trace>
  <inkml:trace contextRef="#ctx0" brushRef="#br0" timeOffset="451">185 38 106 0,'3'-6'19'16,"-3"4"-6"-16,3 2 15 15,0-4 4-15,-1 4-18 16,0 0 2-16,5 0 11 15,3 0 3-15,-2 0 17 16,7 4-30-16,-2 16 3 16,4 4 0-16,-1 6-6 15,-1 0 3-15,1 0-7 0,0 0-1 16,4 0 7 0,-4 2-11-16,4-2-1 0,2 2 10 15,-6-2-8-15,0 0-4 16,-5-2 0-16,1-4-1 15,-3 3 7-15,-7-2-10 16,0-4-1-16,-2-5 3 16,0-4-3-16,0-1-8 15,0-6-3-15,0-1-12 16,0-1-18-16,0-3-34 16,0 0-54-16</inkml:trace>
  <inkml:trace contextRef="#ctx0" brushRef="#br0" timeOffset="805">116 390 118 0,'0'-2'18'0,"0"2"11"16,12 0 1-16,4 0-11 0,0 0-2 16,-3 0-5-1,8 0 7-15,-2 0 8 0,2 0-8 16,4 0 3-16,0 0-13 15,0-3-7-15,4 1 4 16,3-3-6-16,1-1 0 16,1 2-1-16,-4-2-4 15,-6 2-6-15,-6-1-52 16,-5 2-25-16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4:06.43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212 60 165 0,'4'0'27'0,"5"0"-12"0,-4 0 9 15,1 0-14-15,-3-7-9 16,3 4 1-16,-6-2 3 16,0 2 7-16,0 2 7 15,0-5-7-15,-6 4 0 16,-10-1-6-16,-9 3 3 16,-3 0-2-16,-2 0-5 15,-4 0 4-15,7 15 2 16,2 3 3-16,5 4-3 15,6 2-1-15,1 2 2 0,8-2 3 16,5 1-9 0,0-5-2-16,0-3 7 15,0-4-9-15,0-3 2 0,16-8 2 16,9-2-5-16,9 0 8 16,4-4-7-16,2-17 1 15,-1 1 1-15,-3-5-7 16,-7 3 6-16,-13 3-2 15,-7 1 1-15,-9 3 1 16,0 8 4-16,0 2-3 16,0 5 13-16,0 0-10 15,0 0 10-15,-4 0 2 16,1 0-15-16,-2 0 13 16,-1 2 5-16,3 13-17 0,3 5 13 15,0 2-6-15,0 0-8 16,0-1 0-16,12-1-2 15,8-3 1-15,1-4-1 16,1-6-2-16,0-2 6 16,1-5-8-16,-1 0-3 15,-1 0 4-15,-1 0-5 16,0-5 3-16,-1-10 2 16,-2-3-10-16,-1-1 15 15,0-4-9-15,-2 1 3 16,1 5 2-16,-2 1 3 15,-5 6 1-15,1 6-3 16,-7 1 2-16,4 3 6 0,-1 0-8 16,6 0 6-16,0 0-2 15,0 5 2-15,0 19 3 16,3-3-4-16,0 1-4 16,-3 1 8-16,-2-6-9 15,-4-2 2-15,-3-2 1 16,0-6-2-16,-2-2 0 15,0-3-3-15,0-2-3 16,0 0 11-16,0 0-8 16,0 0 4-16,-4 0-3 15,-7-2 3-15,-1-16 1 16,5-2-4-16,3-4 2 0,-1-1 3 16,3-3-5-1,2 6 3-15,0 7 2 0,0 5 4 16,0 8 0-1,0-1-2-15,0 3-2 0,0 0 2 16,0 0-10-16,0 0 3 16,5 0 7-16,20 0-8 15,2 0 1-15,6 5 2 16,1-2-2-16,-1-1 0 16,-1-2-3-16,-3 0 1 15,-4 0 2-15,-1 0-4 16,-3 0 4-16,0-7-2 15,-6-4-5-15,6 3 8 16,-8-6-9-16,4-1 4 16,-7 1 5-16,1 1-1 0,-4 3 3 15,-5 5 1-15,-2 5 10 16,0 0 0-16,0 0-9 16,-24 0 6-16,-4 12 7 15,-3 9-9-15,4-4 2 16,2 4-3-16,3-2-5 15,5 0 5-15,6 4-9 16,9-3 4-16,2-3 0 16,0-2 1-16,0 0 3 15,0-2-4-15,16-1-11 0,9-2 8 16,4-8-4 0,7-2 4-16,7 0-5 0,1 0-13 15,-6 0-6 1,-2-2 1-16,-3-8 2 0,-2 0 10 15,-4-3-6-15,0 1 3 16,5-3 10-16,4 0 7 16,-4-5-3-16,-1 3-33 15,-6-3 23-15,-7 5 15 16,-6 0-6-16,-6 6 11 16,-6-1 13-16,0 4 9 15,0 1 0-15,-6 5-16 16,-13 0-4-16,-1 0 12 15,-2 0-9-15,-3 11 0 16,3 4 0-16,1 2-6 0,0 3 6 16,2 2 0-1,5 3-1-15,7-6 3 0,1-1-14 16,6-3 0-16,0-5-2 16,0 0-3-16,2-7 2 15,15-3 3-15,2 0-4 16,4 0 7-16,-2-3-12 15,2-15 3-15,-4 1-4 16,-2-1 0-16,-6-1 7 16,0-1-5-16,-5 5-1 15,-4 3 13-15,-2 9-3 16,0 2 2-16,0 1 11 16,0 0-7-16,0 0 7 0,0 16-5 15,0 6-3-15,0 1 4 16,0-1-8-16,2-5 0 15,9-2-1-15,1-4-4 16,5-7 5-16,4-4 0 16,7 0-3-16,2 0 0 15,4-4-5-15,-1-14 0 16,3 1 2-16,-1-4-19 16,-2 2-22-16,-8 6-138 15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4:10.49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14 146 48 0,'-11'-8'26'16,"8"-5"2"-16,3-2 15 15,0 3-4-15,0 2-11 16,0 1 0-16,3 3 13 16,5-1-3-16,-8 2-9 15,0 0-2-15,0 5 3 16,0 0 0-16,0 0-7 16,0 0-15-16,0 0 2 0,0 0-1 15,0 0-9-15,0 0 2 16,0 15 6-1,0 9-3-15,6 6 0 0,0 0-2 16,-1-2-6-16,1 2 11 16,-1 0-13-16,0-1 5 15,1 1 1-15,-3-5 1 16,-3-2-4-16,0-1 1 16,0-5-3-16,0-4 11 15,0-5-13-15,0 0-6 16,0 0 0-16,0-3-20 15,0-5-45-15,-3 0-25 16,3 0-87-16</inkml:trace>
  <inkml:trace contextRef="#ctx0" brushRef="#br0" timeOffset="794">19 33 109 0,'0'-10'35'16,"0"3"-16"-16,9-1 13 15,-7 4-4-15,-2 1 17 16,0 3-3-16,0 0-19 16,0 0 1-16,0 0-13 15,0 0-7-15,-4 0 1 16,-3 10-6-16,5-2 8 16,-1-1-10-16,3-5 3 15,0 3 5-15,0 0-2 16,0 1 1-16,0 3 3 15,0 4-1-15,5 0 9 16,6 3-9-16,9 2 0 0,0-1 2 16,-1 2-7-16,0 0 4 15,-5-2-5-15,-3-2-2 16,0-2 7 0,3-1-5-16,0 0-4 0,-6-2 6 15,2-5-2-15,-1 3 0 16,0-6-2-16,2-2-5 15,0 0 12-15,0 0-11 16,2 0-2-16,4 0 2 16,-4-17-8-16,1-3 5 15,-5-2 2-15,-1-3 6 16,-8-4 5-16,0 8-6 16,0-1-1-16,0 5 8 0,0 11-2 15,0 2 0-15,0 1-2 16,0 3-2-16,0 0 3 15,0 0-6-15,0 0 3 16,0 0 4-16,0 0-2 16,0 0 7-16,0 7 0 15,0 11 2-15,0 6 0 16,3 4-8-16,2 4-3 16,1 3 9-16,-3-3-9 15,-3-2 6-15,5 0-8 16,1-2 3-16,2-1 5 15,0-5-9-15,3-1-1 16,0 0 7-16,3-6-9 16,-3 0-4-16,2-3-8 0,-6-4-19 15,-2-3-60-15,-2 0-64 16</inkml:trace>
  <inkml:trace contextRef="#ctx0" brushRef="#br0" timeOffset="3162">685 265 139 0,'-6'0'17'15,"1"0"11"-15,2 0 8 16,-3 0-23-16,-1 0-1 16,-4 0-7-16,-3 0 5 15,-1 0 5-15,-1 7 4 16,5 5-10-16,-3 3 0 0,0 0 7 15,6 5-2 1,5 2-2-16,3-4-3 0,0 4-8 16,0-5 2-16,0 1-6 15,17-3 0-15,2-5 5 16,9-5-5-16,0-5-2 16,5 0-8-16,0 0 1 15,-3-13 1-15,-2-4-5 16,-5-5 8-16,-8 2 16 15,0-1-9-15,-7-1 8 16,-6 0 3-16,-2 3-5 16,0 1 5-16,0 6 0 15,-2 4-1-15,-9 3 16 16,-1 3-15-16,1 2 6 16,3 0-9-16,-3 0 3 15,-1 9-2-15,8 11-6 16,1 1-2-16,3-2 7 0,0 2-6 15,0 1-3-15,5-3 3 16,9-1-2-16,3-3 2 16,2-3-13-16,5-2-2 15,1-5 13-15,6-5-9 16,-3 0-12-16,2 0 3 16,0-5-2-16,1-7 14 15,-1-6-1-15,-3 4 3 16,-2-4 10-16,3-2-5 15,0 0 2-15,1 0 0 16,5 1-2-16,0 1 5 16,-9 3-7-16,-3 5-1 0,-14 2 7 15,-2 4-5-15,-6 1 2 16,0 3 0-16,0 0 7 16,-9 0 1-16,-7 0 1 15,-1 0-6-15,-5 0 2 16,2 10-6-16,1 5 5 15,0 5-1-15,-1 2 5 16,4 4-1-16,3-4-4 16,1 0-4-16,6-4 9 15,6-4-13-15,0-2 7 16,9-1-6-16,15-10 5 16,-1-1 1-16,2 0-8 15,-1 0-3-15,-1-6 12 16,-4-10-9-16,-2 0 5 15,-6-2 0-15,-3 2 0 0,-2-2 0 16,-4 2 4-16,-2 4-2 16,0 0 8-16,0 7-3 15,0 2 6-15,0 3 0 16,0 0-5-16,0 0-3 16,0 0 2-16,0 17-3 15,0 8 8-15,0 5-6 16,0 0 0-16,0 2 9 15,11 2-10-15,0 4-2 16,3 4-4-16,-1 3 0 0,4 2 7 16,2 8-9-16,4 2 4 15,-4-2-1-15,0 2-2 16,-5-6-1 0,-5-3 1-16,-4-6-12 0,-3-4 13 15,-2-13-9-15,0-8 5 16,0-2-1-16,0-8 0 15,-13-1 6-15,-8-6-4 16,-6 0-7-16,-3-11 7 16,-3-16 0-16,3-8-2 15,0-7 6-15,4-5-5 16,8-7 8-16,7 3-9 16,4-3 3-16,7 0 10 0,0 9-9 15,14-3 2-15,19 8 1 16,3 2-1-16,7-1 1 15,3 5 0-15,-4-1-6 16,-1 2 11-16,-8 7-9 16,-10 4 0-16,-8 10 6 15,-6 8-3-15,-6 4 0 16,2 0 3-16,1 0-2 16,5 15 15-16,-3 10-12 15,3 5 0-15,-3 2 2 16,1-5-5-16,-1 1 3 15,-2-6-2-15,-1-8-5 0,-5-2 7 16,2-6-3 0,2-4-6-16,-2-2 6 0,3 0-2 15,4 0 1-15,0-4 1 16,4-16-5-16,1-6 12 16,-3-1-16-16,-2 0 7 15,-4 5 2-15,-3 5-3 16,4 4 7-16,-6 5-9 15,3 8 8-15,0 0-1 16,-1 0-5-16,7 0 15 16,-1 0-16-16,3 13 2 15,1 4 8-15,-3 1-9 16,6-1 5-16,-1 1-3 16,0-5 1-16,0 4-5 15,1-5 5-15,3-5-9 16,0-2 6-16,5-2-1 0,-1-3-6 15,5 0 7-15,0 0-10 16,2-10 6-16,-1-10 4 16,-1 0 1-16,-3 0-2 15,-1-2-4-15,-10 1 2 16,-4 5 1-16,-9-2-2 16,0 3-3-16,0 3 3 15,0 1 3-15,-17 7 3 16,1 2-1-16,0 2 2 15,-1 0 7-15,0 0-9 16,-2 0-2-16,4 10 8 0,2 4 1 16,5 4-1-1,2 2-1-15,6-1 0 0,0 4 5 16,0-3-10 0,0 2-1-16,3-3 4 0,14-1-7 15,2-6 0-15,5-1-3 16,1-10 6-16,1-1-5 15,2 0 1-15,-3 0-6 16,-4-9 1-16,-4-6 3 16,-1-3 5-16,2-1-4 15,-8-3-14-15,1-3-5 16,2-2-10-16,-1-5 3 16,7-8 9-16,-2 0-10 0,2 0 16 15,-5 3 13 1,-3 7 5-16,-8 2 0 0,-3 9 0 15,0 4 0-15,0 2 11 16,0 6-7-16,0 2-2 16,0 2 0-16,-3 3 7 15,3 0 5-15,0 0-8 16,0 0 5-16,0-2 21 16,0 2-15-16,0 0-1 15,0 0 3-15,0 0 2 16,0 0-4-16,0 0-1 15,0-4-3-15,0 4-2 0,0 0-1 16,0 0 6 0,0 0 0-16,0 0-6 0,0 29 21 15,0 10-3-15,0 6-17 16,0-2-2-16,0-2-6 16,0-3 0-16,0-6-3 15,5 0 1-15,6-7 5 16,1-2-9-16,-2-1 1 15,4-4 6-15,-5-3-11 16,0 0 6-16,-5-6-9 16,-4 1-11-16,0-5-5 15,0 1-71-15,0-4-42 16</inkml:trace>
  <inkml:trace contextRef="#ctx0" brushRef="#br0" timeOffset="3400">2239 334 212 0,'0'-2'25'0,"0"2"-12"15,22 0 54-15,6 0-29 16,7 0-16-16,4 0 0 15,3-3-14-15,0 1-5 16,-6-1-1-16,-1-2-6 16,-5-2-10-16,-2 5-79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4:18.86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1092 409 108 0,'-9'0'22'0,"7"-5"-13"0,2-3 7 16,0 1-5-1,4 1 2-15,11-3-6 0,-1 4 11 16,-4-3-2-16,-4 6-1 16,-6 0 1-16,0 2 13 15,0 0 0-15,0 0-14 16,0 0-1-16,0 0 5 16,0 0-16-16,0 0 4 15,0-4-3-15,-2-2 5 16,-5-2 0-16,0 1-2 15,-1-2-3-15,-6-2 4 16,0 1-9-16,0 1 1 16,-5 1 1-16,2 3-2 15,-2 5 3-15,-1 0 0 16,2 0-2-16,0 0 7 0,4 0-8 31,1 7 1-31,1 8 1 0,5 6 1 0,-1 0 3 16,1 4-5-16,2 2-2 15,0-2 8-15,1-2-9 16,4-1 3-16,0-2-3 16,0-5 3-16,0-3 0 15,9-5-3-15,11-3 2 16,5-4 9-16,2 0-6 16,-2 0-2-16,0-18 0 0,-6-2-3 15,-4 0 4 1,-5-2-2-16,-5 1 0 0,-5 2 3 15,0 4-4-15,0 0-2 16,0 6 5-16,0 1-1 16,-5 4 3-16,1 1-2 15,2 3-1-15,2 0 5 16,0 0-2-16,0 0-3 16,0 0-3-16,0 0 6 15,0 3 0-15,2 11 0 16,13 6-4-16,-1 0 11 15,5-1-7-15,-2 4 1 16,-1-6-2-16,0-4-2 16,2-4-1-16,-2-1-3 15,-3-3 0-15,1 0 4 0,-3-5-5 16,0 0-1-16,-2 0 4 16,-4 0-5-16,2 0 0 15,-3 0-12-15,3-12-8 16,-5-8 12-16,3-5-12 15,-2-1-2-15,5 4 19 16,1-2 6 0,-2 6 8-16,2 6-1 0,-9 4 16 15,0 4 5-15,0 4-2 16,0 0-9-16,0 0-10 16,0 0-3-16,0 0 1 15,0 0 7-15,0 12 0 16,3 10 3-16,3 4-1 15,-1 0 5-15,-1 6-1 0,0 3-6 16,-1 1-3-16,-1 0-5 16,2-1 1-16,1 0 4 15,1 2-7-15,-1 1 2 16,0-3 1-16,1-2-2 16,-4-7 0-16,5-4-3 15,-5-4-1-15,1-3 5 16,-3-3-10-16,3-5-12 15,-3-4-22-15,0-3-45 16,0 0-20-16</inkml:trace>
  <inkml:trace contextRef="#ctx0" brushRef="#br0" timeOffset="789">1329 354 141 0,'11'-10'14'16,"-2"3"2"-16,-4 2 17 0,-3 2-3 15,6 1-16 1,4-1-2-16,4 2 11 0,9-2-1 15,6 3-8-15,2 0 2 16,-3 0-5-16,-3 0 2 16,-7 12-12-16,-6 6 0 15,-8-1 6-15,-6 0-4 16,0 3 4-16,0-3-5 16,0 3 2-16,-11-3-4 15,-12-4-1-15,-4-3 1 16,-3 0 1-16,-6-5-7 15,0-3-1-15,0-2 3 16,3 0-6-16,9 0 10 16,6 0-9-16,13 0-8 15,5-7 13-15,0-1 3 0,23 4 2 16,6-1-2-16,1 2 5 16,4 1-2-16,-1 2-3 15,0 0-4-15,-3-3 9 16,-3 1-4-16,-2-1-5 15,-5-2-1-15,2-2-14 16,1-1-9-16,-2-4-10 16,3-3 7-16,5-8 16 15,3-1 3-15,0-4 9 16,-3-1 7-16,-4 6-1 16,-10 6 11-16,-8 7-2 15,-7 7 17-15,0 3 10 0,0 0-18 16,0 0-3-1,-2 10 1-15,-3 8-8 0,1-1 8 16,4 5-5-16,0 4 8 16,0 3 6-16,0 6-2 15,0 0-7-15,0 7-3 16,0-2-18-16,0 0 6 16,11-1-4-16,3-4-3 15,0-3 3-15,-4-7-10 16,-1 0 3-16,-6-8-1 15,-3-4 0-15,0-3-9 16,0-3 12-16,0-2-9 16,-8-5-1-16,-6 0-36 15,-3 0-34-15,2 0-2 16</inkml:trace>
  <inkml:trace contextRef="#ctx0" brushRef="#br0" timeOffset="1710">1745 359 150 0,'0'-17'20'0,"0"2"-1"16,0 3 13-16,4 4 4 0,21-2-19 15,5 0 0 1,8 3 4-16,0 2-2 0,2 2-5 15,-8 3-6-15,-3 0 2 16,-10 0-2-16,-6 15-6 16,-6 5 5-16,-7 2 9 15,0 2-11-15,0 2 1 16,-11 2-6-16,-12-4 1 16,-4 1 3-16,-1-7-4 15,-2-4 1-15,5-1-2 16,0-8 2-16,5-2 2 15,6-3-11-15,3 0-4 16,7 0 10-16,4-15-3 16,0 2 7-16,0 1 1 15,4 4-3-15,13 3 5 0,0 2-7 16,-1 3-3-16,4 0 9 16,-1 0-7-16,-2 0 4 15,2 0-1-15,-2 0-7 16,2-4 5-16,2-9-6 15,2-2 0-15,-1-7-1 16,1-3-5-16,-5-2 9 16,2-5 5-16,-6-6-1 15,-1 1-1-15,-4-3-2 16,-4 4 4-16,1-2 5 16,-6 5-4-16,0 11 3 15,0 5 12-15,0 7-4 0,0 4 18 16,-3 6-15-1,-5 0-11-15,-5 0 0 0,1 13-4 16,6 14 4-16,3 8 3 16,3 0 0-16,0 3 2 15,0 1-4 1,0 1-2-16,0 0 4 0,6-3-9 16,2 0 2-16,3-7-1 15,3-5 1-15,0-6-4 16,-4-3 3-16,5-6-5 15,-4-3 7-15,2-7-8 16,5 0 6-16,-3 0 4 16,0 0-6-16,-5-15 1 15,1-3-6-15,-2 1-7 16,-3 2 12-16,0 1-4 16,-2 3 4-16,5 2 2 0,-4 5 1 15,1 0 0 1,0 4-2-16,2 0 1 0,-1 0 6 15,-1 0 2-15,6 16-11 16,-7 6 11-16,1-3-7 16,-1 3 2-16,1-4-2 15,-4-3 0-15,4-3 2 16,0-4-7-16,-4-6-3 16,1 1-1-16,-3-3-13 0,0 0-46 15,0 0-47-15</inkml:trace>
  <inkml:trace contextRef="#ctx0" brushRef="#br0" timeOffset="1938">2394 186 188 0,'0'-11'32'0,"0"0"-21"16,0 0 20-16,15 6-13 16,-5 3-18-16,-4 2-10 15,-3 0-16-15,3 0-34 0</inkml:trace>
  <inkml:trace contextRef="#ctx0" brushRef="#br0" timeOffset="2406">2561 407 11 0,'-3'0'190'16,"3"0"-184"-16,0 0 9 0,0 0 0 15,0 0-14-15,0 0 12 16,11 0-2-16,5 0-4 16,0 0-5-16,4-3-1 15,-4-6-3-15,-2-2 3 16,-3-1-2-16,-2-3 1 16,-5 2-3-16,-4 1 6 15,0 3 7-15,0 1 1 16,-6 3 6-16,-12 2 2 15,2 3-2-15,-1 0 3 16,0 0-12-16,1 0 4 16,0 8 3-16,2 9-4 15,-1 4-5-15,6 0 3 16,-3 0-5-16,3 1-3 0,9-3 5 16,0-2-3-16,0 1 7 15,3-6-7-15,15 1-5 16,3-3 9-16,3-3-15 15,7 0-9-15,-1-3 2 16,2-4-23-16,-3 0 1 16,-4 0-25-16,-5 0-15 15,-4-4-25-15</inkml:trace>
  <inkml:trace contextRef="#ctx0" brushRef="#br0" timeOffset="2941">3083 307 188 0,'-21'-2'82'0,"-3"2"-83"0,-1 0 35 16,0 0 10-16,3 10-13 16,-3 7-7-16,0 4-15 15,0 0-7-15,3 1 7 16,8 3-11-16,7-2 4 15,1-1 1-15,4 0-3 16,2-4 2-16,0-4-7 16,0-3-6-16,0-9-4 15,13-2 6-15,10 0-6 0,1 0 12 16,-1-15-6 0,-5-5-1-16,-4 3 9 0,-6-6 1 15,1 1 3-15,-4-1-7 16,-2-6 2-16,3-2-2 15,-4-7 4-15,-2-2 3 16,0 0-3 0,0-1-1-16,-11-2 10 0,-3 10-2 15,6 8 14-15,1 13-2 16,3 7-2-16,1 5-12 16,3 0-4-16,-2 13 1 15,2 14 5-15,0 5 0 0,0 0 1 16,0 3-1-1,0 0-1-15,5 2 1 0,12-1-6 16,-3-6-2-16,-1 1 8 16,1-1-12-16,-5-5-1 15,-4-3-4-15,3 0-11 16,-6-9-31-16,5 0-19 16,1-4-78-16</inkml:trace>
  <inkml:trace contextRef="#ctx0" brushRef="#br0" timeOffset="3398">3743 91 68 0,'0'-30'209'0,"0"13"-197"15,0 6 23-15,0 7 29 16,-9 2-29-16,-5 2-22 16,-6 0-2-16,-7 0-11 15,2 17 10-15,-2 5 7 0,7 1-7 16,4 4-1-16,-2 0 2 15,8 3-2-15,-1 2 4 16,3 5-8-16,3 3-5 16,5 2 8-16,0 1-11 15,0-6 7-15,7 0-7 16,10-2 1-16,2-2 7 16,1-1-7-16,-4-2 1 15,-2 2 4-15,-5-5-8 16,-7 0-2-16,-2-1-5 15,0-7-4-15,0 4 8 16,-9-5-16-16,-16-2-19 16,-4-5-48-16,4-2-22 15</inkml:trace>
  <inkml:trace contextRef="#ctx0" brushRef="#br0" timeOffset="3782">3320 506 189 0,'0'-10'56'0,"0"-3"-58"16,17 4 23-16,15-4 5 16,6 1-11-16,7 2-3 15,2-6-7-15,-4 7-4 0,0-4 1 16,-10 3-1-1,-1 3-2-15,0 0 2 0,-5 2-2 16,-2 2 6-16,-6 1-3 16,0 2 14-16,-6 0 1 15,2 0 19-15,-4 5-1 16,-1 10-12-16,2-1-9 16,-6 6 3-16,-1 0-4 15,-2 3-6-15,-3-4-2 16,0 1-6-16,0-3 4 15,0-4-4-15,0 0-4 16,0-5-1-16,0-4-20 16,0-2-30-16,0-2-21 15,0 0-70-15</inkml:trace>
  <inkml:trace contextRef="#ctx0" brushRef="#br0" timeOffset="3981">3855 275 283 0,'0'-15'42'16,"0"3"-42"-16,0 1 10 16,5 4-11-16,13 4-7 0,-7 3-30 15,2 0-56 1</inkml:trace>
  <inkml:trace contextRef="#ctx0" brushRef="#br0" timeOffset="4470">4079 444 244 0,'0'5'25'0,"0"2"-11"16,0-2 6-16,3 0-7 16,18-2-6-16,2-3-4 15,-4 0 2-15,-2 0-2 0,-4 0 2 16,-1 0-6-16,-1 0 0 16,2-11-2-16,1 0 0 15,-1-2 0-15,2-2-1 16,-5-3 2-16,-4 1 5 15,-6-2-6-15,0-2 3 16,0 6 1-16,-8 1 11 16,-11 4 12-1,0 7 1-15,-2 3-8 0,6 0 4 16,-4 0-11-16,-1 10 1 16,0 13 0-16,-1 3-5 15,4 2-1-15,3 0-4 0,5-1 0 16,9-2 9-16,0-6-10 15,0 2-8-15,6-6 9 16,13-3-11-16,1 0 2 16,4-5-4-16,8-4-6 15,0-3 21-15,1 0-11 16,1 0-12-16,-4 0-10 16,-5-8-5-16,-6-1-30 15,0-1-1-15,-2-1 9 16,-3 2-38-16</inkml:trace>
  <inkml:trace contextRef="#ctx0" brushRef="#br0" timeOffset="4806">4526 128 162 0,'-3'-5'40'0,"-7"5"-38"15,1 0 25-15,7 0-7 16,-1 0-4-16,-3 0-6 16,6 0 11-16,-3 3 12 15,3 11-11-15,0 2 10 16,0 3 9-16,0 3-26 16,0 8 3-16,0 3-3 0,0 1-4 15,0-1 0 1,0-3-8-16,3-4 0 0,8-2 2 15,0-5-7-15,0-1 2 16,1-4 0-16,-1 2-3 16,-4-7-1-1,2 2-17-15,-3-4-7 0,-6-2-19 16,0 2-16-16,0-2-58 16</inkml:trace>
  <inkml:trace contextRef="#ctx0" brushRef="#br0" timeOffset="5444">4954 347 196 0,'0'-18'53'0,"0"6"-41"16,0 5 44-16,0 2 8 15,0 5-24-15,0 0-29 16,-14 0-8-16,-8 0 2 16,-3 12-1-16,3 3 0 15,-3 6 1-15,7-2 2 16,3 0 7-16,5 4-7 16,3-3-4-16,7 2 6 15,0-4-10-15,0-4-4 16,0-4 2-16,14-5-2 0,11-2 7 15,4-3-7-15,-2 0 6 16,-2-3-2-16,-3-9-2 16,-3-5-3-16,-6-1 9 15,-1 1-6-15,-6-5 4 16,1-4 1-16,1 0-3 16,4-10 5-16,-3-6-7 15,2-3 2-15,-4 0 6 16,-1-4-5-1,-3 5 1-15,-3 1-1 0,0 13 5 16,0 10 7-16,0 10-2 16,-6 10 0-16,-4 0-4 15,-7 0-6-15,2 15 2 0,2 13-4 16,5 2 5-16,5 2 2 16,3 5 0-16,0 3 9 15,0 1-1-15,0-2-12 16,0 0 4-16,5-4-4 15,6-5 2-15,3-2-3 16,3-6-2-16,2-3 0 16,-2 1 7-16,2-7-12 15,0-1 6-15,6-7-3 16,-3 0 3-16,1-2-18 16,-7-3-38-16,-5 0-104 15</inkml:trace>
  <inkml:trace contextRef="#ctx0" brushRef="#br0" timeOffset="6898">0 337 121 0,'11'-5'24'0,"4"-3"-6"0,2 4 8 16,-6-4-3-16,3 6 6 16,-12-3-16-16,4 2-5 15,-3 3 2-15,-1 0-6 16,-2 0 4-16,2 0 11 16,-2 0-3-16,0 0 5 15,0 0-1-15,0 0-3 16,0 0 7-16,0 0-8 15,0 0-6-15,0 0 1 16,0 0 0-16,0 0 9 16,0 0-12-16,0 0 3 15,0 0 0-15,0 0 4 0,0 0-8 16,0 0-4 0,0 0-2-16,0 0 5 0,0 0-9 15,0 0 3-15,0 8 15 16,0 17-3-1,0 7-5-15,3 0-4 0,0 5-3 16,5-2 6-16,-4 3-6 16,1-1-1-16,4 1 5 15,1-5-7-15,2 3 5 16,-5-6-3-16,0 0 0 16,-5-6 3-16,-2 1-4 15,0-6-4-15,0 3 0 16,0-9-1-16,0 4-4 0,0-9-6 15,0-1-15-15,0-4-8 16,0-3-33-16,0 0-31 16,0 0-145-16</inkml:trace>
  <inkml:trace contextRef="#ctx0" brushRef="#br0" timeOffset="7405">415 367 128 0,'0'0'27'0,"0"0"-5"16,0 0-1-16,0 0 8 0,0 0-6 15,0 0 22 1,0 7-8-16,0 14-14 0,0 1-6 15,0 5-8-15,0 0 2 16,0-2 5-16,0 3-7 16,0-2-3-16,0 2 0 15,0-3-4-15,0 5 6 16,6-6-6-16,3 2-3 16,-2-4 7-16,2-2-7 15,0 1 2-15,0-3-2 16,-3 3-3-16,3-7-3 15,-6 2-10-15,2-7-1 16,-5 0-1-16,0-3-12 16,0-4-28-16,0 0-27 15,0-2-106-15</inkml:trace>
  <inkml:trace contextRef="#ctx0" brushRef="#br0" timeOffset="7714">117 719 68 0,'0'-9'114'0,"14"4"-108"15,10 0 33 1,7 2-28-16,5 1-4 0,-4 2-5 16,4 0-4-16,-2 0 0 15,-4 0-1-15,3 0-2 16,-1 0 10-16,-5 0-10 16,3 0 1-16,-2 0-13 15,-1 0-7-15,1-3-127 16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4:28.38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47 143 134 0,'8'-14'19'0,"-2"4"1"0,-4-3 15 16,-2 4 8-16,0 2-10 16,0-1 21-16,0 3-16 15,0 0-7-15,0 5-1 16,0-3 0-16,0 3-13 16,0 0-1-16,0 0-7 15,0 0-5-15,0 3 6 16,0 18-4-16,0 13-2 15,0 0 4-15,0 1-3 0,0 0 2 16,0-2-4 0,0 5-1-16,0-2-1 15,3-4-3-15,-1-2 3 0,-2-1 2 16,0-1-6-16,0 2 4 16,0-5 1-16,0-4-5 15,-5-5 0-15,3-6-1 16,2-6-8-16,0-1-3 15,0-3-18-15,0 0-5 16,0 0-11-16,0-12-49 16,0-9-13-16,0 1-74 15</inkml:trace>
  <inkml:trace contextRef="#ctx0" brushRef="#br0" timeOffset="695">0 106 190 0,'0'-2'25'0,"0"2"-9"16,0-3 21-16,2 1-2 15,7 0-25-15,3-2-8 16,3 4 2-16,2 0 4 0,2 0-2 16,-2 0 10-16,-4 0 11 15,5 8 1-15,-5 13 4 16,1 3-10-16,0 6-10 16,5 0-3-16,4 0-3 15,-2-2-6-15,4 2 6 16,-1-1-8-16,-1-8 1 15,-4 0 0-15,-2-6 1 16,-4-5-2-16,1-5 1 16,-3-3-6-16,6-2 5 15,0 0-3-15,-4 0 4 16,5 0-4-16,-9-13 6 0,3-6 1 16,-3-4-4-16,-5-3 3 15,3-8 6-15,-5 0-11 16,0-1 4-1,-2 1 0-15,4-2 0 0,1 5 4 16,4 2-10-16,-4 2 8 16,-3 8 4-16,5 4-11 15,-7 5 10-15,2 5-5 16,-2 1 0-16,0 4 1 16,2 0 1-16,2 0-3 15,6 0 7-15,5 0-4 16,-2 19 5-16,4 3 3 15,-1 8 1-15,2 5 1 16,-5 2-3-16,-5 2-4 16,-2 2 1-16,3 1-6 0,-2-2 0 15,1-4 5-15,1 0-7 16,-4-6 5-16,4-6-6 16,-5-1-5-16,3-8 2 15,-2 0-32-15,-5-8-19 16,3-2-79-16</inkml:trace>
  <inkml:trace contextRef="#ctx0" brushRef="#br0" timeOffset="1754">1207 256 231 0,'0'0'16'0,"-6"4"11"0,6 8 24 16,0 6-19-1,0 8-11-15,0 2 1 0,0 5-9 16,0-3-7-16,0 0-3 16,0-3-3-16,0-2 0 15,0-8-2-15,0-2 1 16,0-7 1-16,0-6-1 16,0 0-1-16,0-2 5 15,0 0-9-15,0 0 3 16,0-4 2-16,0-16-3 15,0-6 6-15,0-4-7 16,0-3 3-16,0-4 4 16,2 1-2-16,4 5 0 0,-1 5 0 15,-1 11 3 1,-2 4 2-16,-2 7-3 0,3 4-4 16,2 0 4-16,6 0-2 15,3 0 7-15,1 22 3 16,1 7 2-16,-2 0 4 15,-6 3 2-15,-1-4-7 16,-3-5-4-16,-4 0-4 16,0 0-3-16,0-9 2 15,3-3-1-15,-3-8-2 16,2-1-6-16,1-2 1 16,3 0 7-16,-1 0 1 0,1-2 3 15,1-15-9-15,5-6 7 16,1-3-7-16,7 2-9 15,-4-3 2-15,1 7 10 16,-2 2-3-16,-8 8 3 16,-1 4 5-16,-4 4-6 15,1 2 5-15,3 0-1 16,-1 0 0-16,4 0 8 16,-1 18-8-16,3 2 6 15,4 2-8-15,-2-2 5 16,-2-1-1-16,0 0-10 15,-6-2 5-15,1-4-1 16,-1-3-15-16,-2-1-4 16,0-3-18-16,0-4-47 15,8 1-72-15</inkml:trace>
  <inkml:trace contextRef="#ctx0" brushRef="#br0" timeOffset="4170">1869 260 137 0,'0'-9'66'0,"0"0"-55"0,0 8 31 16,0-2 24-1,0 3-36-15,0 0-12 0,-8 0-9 16,-9 0-4-16,-10 0-2 16,-4 3 4-16,-5 12 2 15,3 1-1-15,1 6 0 16,7 1-7-16,5 2 0 16,8 0 4-16,8 0-2 15,4-1-3-15,0-3-2 16,0-1-3-16,4-5 3 15,17-4-1-15,3-3-6 16,1-5-2-16,2-3-1 16,1 0 5-16,0 0-1 0,-7-5 2 15,-3-8 9-15,-7-2-5 16,-7 0 2-16,3-2 5 16,-7 1-4-16,0-5 3 15,0-1-2-15,0 2-2 16,0 0 9-16,0 7 6 15,0 8-5-15,0 5 8 16,0 0-6-16,-4 0-7 16,-1 0-1-16,-1 8-2 15,4 14 6-15,2 1-8 16,0-2 3-16,0 0-1 16,0-1-2-16,10-3 1 0,11 0 2 15,1-4-10-15,5-4 7 16,7 2-10-16,0-11-2 15,8 0-3-15,-3 0-10 16,2 0 4-16,-7-11 1 16,-4 0 3-16,-5-4 2 15,-6 0-15-15,-2 2 3 16,0-2 12-16,-4 1 5 16,-5-3 5-16,0-1 7 15,-4 0 1-15,-4-3 8 16,0 0-6-16,0 2 2 15,0-3 6-15,-12 6-4 16,-1 1-1-16,-2 8 0 0,1 5 6 16,-4 2-4-16,-2 0-9 15,-5 0 5-15,1 18 7 16,1 4-3-16,7 7 3 16,2-2-6-16,3-3-2 15,5 2-1-15,6-4-7 16,0-4 0-16,0-5 1 15,9-5-1-15,7-2 1 16,10-6 1-16,-1 0-2 16,5 0 4-16,-3-10-7 15,-3-7 2-15,1 2 4 16,-8-3-9-16,-2 6 9 0,-11 3 1 16,-4 6-1-1,0 0 8-15,0 3-2 0,0 0 3 16,0 0 5-16,0 0-9 15,-7 0-2-15,1 6-1 16,0 12 5-16,3 5 1 16,0 3 0-16,3 4-6 15,0 4 7-15,0 3-5 16,0 0-3-16,0 1-1 16,0-2-1-16,14 3 0 15,1-3 0-15,-5 0-6 16,-1 8 3-16,-3-4 3 15,-1 0-2-15,-5 1 6 0,0-1 0 16,0-5-3 0,0-2-4-16,0-9 0 0,-17-6 6 15,-4-9-2-15,0-6 3 16,3-3 0-16,0 0-2 16,5-6 4-16,2-20-3 15,8-9-12-15,3-9 4 16,0-7-2-16,0-3-5 15,9-3-1-15,7-3 6 16,4 3 7-16,1 2 1 16,-1 6-2-16,-4 3 5 15,4 7-1-15,-1 9-2 16,0 3 1-16,4 10 2 16,-4 4-3-16,0 3 0 0,-2 3 0 15,0 0 4-15,-4 4-3 16,3-3 6-16,4 4-1 15,0 0 0-15,-4 2-3 16,0 0-4-16,-2 0 7 16,-6 0 4-16,-2 20-5 15,-3 4 2-15,-3 6-5 16,0 0-1-16,0-1 4 16,0-3-4-16,0-6-3 15,0-6 5-15,-3-4-6 16,0-4-1-16,3-6 8 15,0 0 0-15,0 0-4 16,0-10-5-16,0-12 5 16,3-6 2-16,5 3-9 0,1-2 6 15,-1 6-8-15,-3 6 2 16,4 6 3-16,-4 7 5 16,2 2-8-16,-5 0 14 15,2 0-8-15,-1 0 2 16,3 0 1-16,0 9 2 15,2 8 3-15,-3 4-7 16,3-5 3-16,-1 0-2 16,4-3-1-16,-1-6-4 15,7-2 1-15,2-5 1 16,1 0 2-16,2 0 0 0,3-3-5 16,-3-15 6-1,-1-2-4-15,-1-4-1 0,0 2-4 16,-6-1 7-16,-7 4 1 15,2-2-2-15,-7 1 4 16,-2 6 4-16,0 0-2 16,0 8 1-16,0 2 7 15,0 0-6-15,-5 4 0 16,-8 0-7-16,1 0 2 16,-5 0 5-16,1 5-9 15,0 16 4-15,5 3 4 16,2 0-3-16,6 3 1 15,3-6-1-15,0-2-5 0,0 0 9 16,6-8-11 0,9 3 0-16,0-9 2 0,-1-4-4 15,6-1 1-15,1 0-2 16,2 0-5-16,-1-12 5 16,-2-5-5-1,-7-5 12-15,1-1 2 0,0-2-2 16,-4-2 1-16,2-6-2 15,-7 0 4-15,-3-6 2 16,-2 0-5-16,0 0-2 16,0-2 7-16,0 1-1 15,0 9-1-15,0 5 4 16,-2 12 5-16,-3 5 3 16,2 8-2-16,3 1-13 0,-3 0 4 15,0 0 2 1,3 28-3-16,0 9 8 0,0 5-8 15,0 2 12-15,0 0-10 16,0 1 4-16,0-1 1 16,0-6-5-16,0-2-3 15,0-4 1-15,0-1-1 16,0-2 1-16,3-5-4 16,3-4-3-16,1-4 0 15,-3-7 0-15,-1-4 1 16,-1-2-2-16,-2-3 4 15,2 0 1-15,2 0-6 16,1 0 3-16,7-17 1 0,1-6-3 16,3-7 0-1,1 2-2-15,0 4 3 0,-4 3 0 16,1 9 5-16,1 5 1 16,-2 5 5-16,-2 2-5 15,3 0 4-15,-3 0-2 16,3 0 0-16,0 9 3 15,-6 7-3-15,0-2 3 16,-2 2-2-16,-1-2-1 16,-3 2-1-16,-2-2-2 15,0-2-3-15,0-1 0 16,0-7-5-16,0-1-32 0,0-3-35 16,0 0-57-1</inkml:trace>
  <inkml:trace contextRef="#ctx0" brushRef="#br0" timeOffset="4373">3288 127 278 0,'0'-15'17'0,"0"4"10"15,0 7 3-15,0-1-6 0,0 5-37 16,0 0-12 0,0 0-19-16,0 0-91 0</inkml:trace>
  <inkml:trace contextRef="#ctx0" brushRef="#br0" timeOffset="5792">3398 320 215 0,'0'-3'34'0,"9"-2"-11"16,5 1 20-16,-1-2-10 15,-1 4-28-15,1 2-5 16,4 0 4-16,4 0 2 16,0 0 0-16,-3 0-5 15,0 0 0-15,-7 0 9 16,-7 5-5-16,3 13 10 16,-7-1 3-16,0 5-11 15,0-1-4-15,-7 0 2 16,-12-2-5-16,2 2 5 15,4-1-8-15,-1-2 4 16,5-3-2-16,7-3-1 0,2-2-2 16,0-3-3-1,0-4 2-15,2 1 8 0,13-1-5 16,2-3 0-16,-6 6 4 16,3-1-1-16,-7 2 2 15,4 5-1-15,1 3-4 16,1 0 9-16,4 5-8 15,6-3 1-15,-5 0 0 16,2 7 1-16,-9-6 4 16,-3 8-10-16,-6-1 2 15,-2-1 5-15,0 3-15 16,0-1 9-16,-25-3-5 0,-2 6-1 16,-6-8 13-1,0 3-3-15,0-4 0 0,0-8 6 16,12-5-6-16,3-7 1 15,2 0 4-15,5 0-8 16,2-15 7-16,9-17-13 16,0-7 5-16,3-14 4 15,27-2-10-15,6 0 3 16,8 1-2-16,3 6 2 16,-5 9 8-16,-12 6-2 15,-5 9-8-15,-12 4 7 16,-1 3-4-16,-4 2-1 15,1 0 3-15,-2-4-3 16,2 0 4-16,2-2 1 16,3-8-3-16,-3 5 7 0,0 2-2 15,-6 7-1-15,-1 4 7 16,-4 7-7-16,0 4 2 16,0 0 2-16,0 0 1 15,-17 16 9-15,0 13-6 16,4 2 4-16,1-1-1 15,4-1-4-15,5-8-2 16,3 2-1-16,0-6 0 16,0-4-4-16,0-6-2 15,3-2-3-15,3-2 0 16,2-3 0-16,0 0-1 16,6 0-7-16,0 0-4 0,-3-13 12 15,-3-4 2-15,-3-3 2 16,1 5 3-16,-3 1-1 15,0 7 7-15,-1 5-1 16,-2 2-1-16,0 0 4 16,0 0-4-16,0 0 27 15,0 8 0-15,0 10-15 16,0 1-7-16,0 4 0 16,0-6-8-16,0 1 5 15,0-2-8-15,0-2-1 16,11-7-1-16,0-2-7 15,3-5 3-15,3 0-10 16,2 0-14-16,-2-3 13 0,-3-14-14 16,-1-9 0-1,4 0 10-15,-6-8 2 0,2 3-2 16,-4-8-6-16,0-6 6 16,-2-6 8-16,-5 6 2 15,-2 6 15 1,0 3 7-16,0 8 22 0,0 8 14 15,-13 7 9-15,2 11-39 16,1 2 0-16,-1 0-13 16,2 0 10-16,0 18 2 15,4 3-2-15,5 2 6 16,0 5 8-16,0 2-18 0,0 2 1 16,0 2-4-16,8 2-1 15,-2 0 4-15,-1-3-8 16,-1-1 3-16,-2-2-3 15,3 0 3-15,-5-5-3 16,4-4-4-16,-2 0 0 16,1-9 1-16,-1-5-7 15,-2-1 1-15,0-4-6 16,0-2-27-16,0 0-9 16,0 0-79-16</inkml:trace>
  <inkml:trace contextRef="#ctx0" brushRef="#br0" timeOffset="6142">3899 400 205 0,'0'-3'44'15,"0"3"-37"-15,0 0-3 16,4 0 17-16,19 0-12 15,-1 0 2-15,0 0 3 16,-3 0-1-16,1 0-1 16,2 0-7-16,-4 0-1 15,3 0-1-15,-2 0-2 16,-2 0-2-16,-6 0 3 16,0 3 5-16,-6 11 15 0,-3 3-8 15,-2 4 5-15,0-1-14 16,0-3 0-16,0 0-6 15,0-4-1-15,0-3-1 16,0-6 0-16,0 2-18 16,0-6-6-16,0 0-9 15,0 0-60-15</inkml:trace>
  <inkml:trace contextRef="#ctx0" brushRef="#br0" timeOffset="7205">4351 298 123 0,'20'0'22'0,"-15"0"4"16,1 4-9-16,-6 2 16 15,0 6 4-15,0 6-13 16,0-2 0-16,-15 4-8 16,-1-2 7-16,2 0 1 15,3-1-4-15,3-2-7 16,5-4-6-16,1 3-5 15,2-7 6-15,0 2-14 16,0-1 5-16,0-2 10 16,13-4-10-16,4-2 2 15,0 0-3-15,-1 0 8 0,-3 0-6 16,-2-2-5-16,1-6 5 16,-3-1 1-16,-7-2-3 15,-2 3 1-15,0-1-17 16,0 1-10-16,-6 1 19 15,-13-3-7-15,0 3 1 16,2-3 0-16,4 0-12 16,7-4 7-16,6 5 10 15,0 2-2-15,0-3 8 16,0 3 3-16,17-2 0 16,2 5 4-16,2-1 0 0,4 2 2 15,0 3 3 1,-3 0 2-16,-1 0 7 0,-12 0 0 15,3 12 3-15,-4 4 7 16,-1 1-11-16,-3-2-5 16,5-3-3-16,-1 4 1 15,-2-5 0-15,-4 4-5 16,-2 0 3-16,0 0-5 16,0 0-1-16,0 0 0 15,0-4-2-15,0-4-1 16,0-5 4-16,0 1-9 15,0-3 7-15,0 0 4 16,0 0-13-16,0 0 2 0,0-16 1 16,14-6 0-1,8-5-7-15,0 0-13 16,1 3-6-16,-2 3 19 0,-4 6 6 16,-6 10 7-16,-5 5 6 15,0 0 8-15,-6 0-1 16,0 0 27-16,0 12-9 15,0 5-13-15,0 2-15 16,0-5 0-16,0-2-1 16,4 3 0-16,-1-4 0 15,-1-1-3-15,2-1 0 16,-2 2 7-16,-2-4-10 0,3 1 4 16,0-1-2-1,-3 0-9-15,0-2-19 0,0 1-17 16,0-1-13-16,0-1-51 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5:46.54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17 59 117 0,'-9'-7'68'0,"1"-5"-57"16,8 12 4-16,4 0 21 16,6 0-6-16,-10 0-2 15,0 0-7-15,3 0-5 16,-3 0 2-16,0 0 5 15,0 0-6-15,0 0 2 16,0 0-8-16,0 0-4 0,0 0 2 16,0 0-2-16,0 0-4 15,0 0 1-15,0 0 0 16,0 0 2-16,0 0-8 16,0 0 3-16,0 0 6 15,8 0-4-15,3 0 2 16,3 0 1-16,1 0 0 15,0 4-2-15,2-3-4 16,5 2 1-16,5-1 3 16,7-2-6-16,-1 0 2 0,-1 0 1 15,0 0-1 1,-7 0 3-16,-6-5-6 16,-2 5 2-16,-4 0 6 0,-5 0-9 15,0 0 5-15,-1 7 2 16,-3-5-6-16,0 1 6 15,-4-3-6-15,3 0 3 16,-1 0 3-16,0 0-6 16,1 0 2-16,0 0-1 15,-3 0-3-15,3 0-5 16,2 0-23-16,-1 0-131 16</inkml:trace>
  <inkml:trace contextRef="#ctx0" brushRef="#br0" timeOffset="543">230 95 151 0,'0'-8'40'16,"0"5"-33"-16,0 1 16 15,0 0 12-15,2 2-3 16,2 0 0-16,-2 0 1 16,1 0 5-16,-3 0-16 15,2 0-6-15,4 0-2 16,-1 0 1-16,4 7-9 16,2 11-1-16,-4 4 5 15,8 6-1-15,-5-2-4 16,5 8 1-16,-1-3-5 0,0 1 4 15,-4 1-3 1,2-3-4-16,-5 0 7 0,0-6-4 16,-3 1-1-16,-1-8-1 15,0-2 0-15,0-2 4 16,-3-8-5-16,0-3-3 16,0-2 0-16,0 0-6 15,0 0-12-15,0 0-89 16,0 0-242-16</inkml:trace>
  <inkml:trace contextRef="#ctx0" brushRef="#br0" timeOffset="1426">575 0 113 0,'0'0'32'16,"0"8"-6"-16,0-2 5 15,0 0-6-15,-6 6-11 16,0 6 1-16,3 7-1 15,3-1 0-15,0 4 5 0,0-4 1 16,0 2-1 0,0 1-4-16,0-2-8 0,7 2 7 15,-2-2-4-15,4 2-4 16,-5-4-3-16,3-1 0 16,-5 0-4-16,-2-4 3 15,0 5-4-15,0-4 3 16,0-2 0-16,0 1-2 15,0-6 3-15,0-2-3 16,0-2 1-16,0-1-2 16,0-7 0-16,0 0 5 15,0 0-7-15,5 0-5 0,4 0 10 16,0 0-1-16,2-17 0 16,0-8 0-16,3-5-1 15,-3-1 2-15,-1 4-3 16,1 10 1-16,-5 1 7 15,3 5-8-15,-5 4 2 16,5 1 2-16,-4 6-1 16,6 0 1-16,0 0-2 15,-2 0-1-15,-1 13 5 16,0 7-5-16,1 1 1 16,-1 0 3-16,3 0-6 15,0-2 3-15,-3 1 3 16,4-5-6-16,-1-3 6 0,-1-2-3 15,7-5-2 1,-1-2 2-16,-2-3 2 0,3 0-2 16,0 0 0-16,-2 0-3 15,3 0 1-15,-2-8-3 16,0-2 4-16,-1-2 0 16,-2-1-1-16,-1-4 0 15,-1 5-2-15,-4 0 3 16,-4 1 4-16,3 1-4 15,-3-2-1-15,-3 0 3 16,2-1 1-16,-2-1 0 16,0 1 0-16,0 0 0 15,0 1 4-15,0 4-7 0,0 6 2 16,0 2 0-16,0 0 2 16,0 0-3-16,0 0 2 15,-5 0-4-15,-4 0 1 16,4 0-25-16,-6 12-116 15</inkml:trace>
  <inkml:trace contextRef="#ctx0" brushRef="#br0" timeOffset="2152">1055 344 101 0,'-3'0'52'16,"3"0"-21"-16,-3 0-7 16,3 0-8-16,0 0-3 15,0 0-3-15,-2 0 5 16,-1 0 29-16,1 0-15 0,-4 0-1 15,3 0-2 1,1 0-12-16,-2 0-6 0,-1 6-6 16,2 4 4-16,-3 1-3 15,4 1 0-15,2 0-1 16,0 0 1-16,0 3-1 16,0 0 0-16,0 3-2 15,0 4-2-15,0 1 6 16,2-1-6-16,2-3 2 15,4-3-2-15,0-4 4 16,3-2-4-16,12-2 1 16,-2-3-3-16,7-5 8 0,2 0-9 15,1 0-8-15,-3-3 0 16,-4-15-6-16,-5-1-13 16,1-1-26-16,-7 3-37 15,1 2-54-15</inkml:trace>
  <inkml:trace contextRef="#ctx0" brushRef="#br0" timeOffset="3240">1398 345 132 0,'0'0'64'0,"0"-1"-38"15,0-7 2-15,-7 8-13 16,5 0-4-16,0 0 4 15,-1 12 5-15,-1 6-8 0,2 2-4 16,0-1 0 0,-1 4 0-16,3-4-5 0,0 4-5 15,0-6 3-15,0 3-1 16,0-2 0-16,-3-6 0 16,3 0-3-16,0-7 5 15,0-2-8-15,0-3 4 16,0 0 4-16,0 0 0 15,8-5-5-15,5-17 4 16,-1-4 1-16,1 1 1 16,-2 1-4-16,1 3 4 15,-1-1 2-15,0 3 2 0,-2 6-1 16,-4 4 2-16,0 1 2 16,-1 5-4-16,0 1-3 15,5 2 2-15,-1 0-1 16,0 0-2-16,1 0 3 15,0 0-3-15,-2 13 2 16,2 4-1-16,0 0-2 16,-2 3-1-16,1-3 3 15,-2-4-4-15,-3-1 2 16,0-5-2-16,-1 1 0 16,1-3 6-16,-3 3-6 15,0-8-2-15,0 2 4 16,0 1 1-16,0-3-4 0,0 0 0 15,4 0-2 1,-2 0-2-16,3 0-8 0,3-10-8 16,-2-8-4-16,5 1 2 15,-3-1 18-15,1 1 0 16,1 2 4-16,-1 3 7 16,-1 2-1-16,1 1 2 15,-1-2 1-15,0 6 9 16,-5-3-2-16,3 6 1 15,-4 2-2-15,3-3-3 16,1 3-6-16,0 0 0 16,0 0 9-16,-2 0-12 0,-1 18 3 15,-1 2 1-15,2 4-3 16,-2-1-1-16,1-1-2 16,0-2-1-16,-3-2 6 15,0-4-5-15,0 1 2 16,0-2-2-16,0-4 2 15,0-1 0-15,0-3-3 16,0-5-1-16,0 0 9 16,0 0-8-16,3 0 2 15,3 0 0-15,4-7 0 16,4-13-1-16,2-10 3 16,1-5-7-16,0 3 10 15,-6 7-7-15,0 10 2 16,-6 5 1-16,4 10-1 15,-3 0 1-15,1 0-1 0,2 0-1 16,0 0 6 0,4 0-5-16,-2 0 2 0,1 13 0 15,1-1 1-15,-2 3 2 16,-1 2-5-16,1-2 0 16,1 3 2-16,1-6-3 15,2 1 3-15,2-4-3 16,4-4 1-16,2-2 1 15,7-3-2-15,0 0-2 16,1 0 5-16,2-10-13 16,-6-2-10-16,3-4-31 15,-5 2-37-15,-3 1-9 16,0 0 8-16</inkml:trace>
  <inkml:trace contextRef="#ctx0" brushRef="#br0" timeOffset="3626">2387 405 10 0,'2'0'76'0,"-2"0"-5"16,0 0-13-16,0 0-13 15,0 0 4-15,0-1 2 16,0-3-18-16,0 2-7 16,0-1-7-16,0 1-7 15,0 2 1-15,-2 0-2 16,-10 0-10-16,-1 0 4 16,-5 0-5-16,2 5-1 15,0 13 5-15,-2 1-6 16,7 3 5-16,4-2-3 0,-2 3-1 15,7-1 3-15,2-3-3 16,0-3 0-16,0-2-1 16,0-6-1-1,7-3 0-15,11-5 1 0,4 0-4 16,-4 0 8-16,5-9-5 16,-4-12 3-16,-2-1 2 15,-4-3-3-15,-4 0 3 16,-1-2-2-16,-2 0-1 15,-4-1 7-15,-2 5-4 16,0 9-1-16,0 4 5 16,-4 10-5-16,-21 0 1 15,-4 0 0-15,4 21-9 16,3-2 1-16,-3 0-115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5:50.7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143 367 74 0,'0'-12'111'15,"0"-2"-101"-15,-6-7 9 16,1 12 11-16,2 3-3 15,-1 6 1-15,0 0 0 16,-1 0-1-16,-4 0-1 16,-5 0-15-16,1 0 5 15,-5 10-7-15,5 5-2 16,-1 5 4-16,-2 1-8 16,5 3-1-16,5 3 3 15,6 3-2-15,0 0-4 16,0 0 1-16,0-6 0 15,20 0 1-15,7-8-3 16,9-2 2-16,4-8-5 0,-4-6-6 16,0 0-25-16,-7 0-42 15,-1-18-23-15,-1 3-14 16</inkml:trace>
  <inkml:trace contextRef="#ctx0" brushRef="#br0" timeOffset="413">443 392 155 0,'0'-7'60'0,"-7"-1"-27"0,-2 2 34 15,-2 2-10-15,-3 4-28 16,3 0-11-16,-5 0-2 16,3 0-5-16,1 0-3 15,-1 0-3-15,-1 4-1 16,-1 10 2-16,1 5-6 15,3 4 6-15,4 2-3 16,3-1-4-16,4 0 2 16,0-5-3-16,0-2 0 15,18-7 4-15,6-2-9 16,3-8 1-16,1 0 2 16,3 0-8-16,-1-3 4 15,-2-15 4-15,-3 1 4 16,-9-3 3-16,0 3-4 15,-12-3 2-15,-2 4 9 16,-2-2-4-16,0 6 0 0,0 0 3 16,0 1 2-16,-11 4 0 15,-5-2-6-15,-4 6-4 16,1-1 1-16,2 4-10 16,1-2-8-16,-1-3-52 15,6 5-181-15</inkml:trace>
  <inkml:trace contextRef="#ctx0" brushRef="#br0" timeOffset="1273">783 353 107 0,'-19'4'75'16,"2"-4"-68"-16,1 3 7 15,5 1 10-15,0 5-7 16,2 3-5-16,4 4 8 15,0 0-9-15,-1 1-4 0,3 4 2 16,3-5-8-16,0 6 3 16,0-9-4-16,0 2-3 15,0-3 8-15,14-3-10 16,6-5 3-16,1-4 2 16,-1 0-4-16,-4 0 7 15,-3 0-6-15,-1-8 2 16,-1 0 6-16,-5-7-3 15,-3 0 6-15,-3-3 17 16,0-1 15-16,0-1-18 16,0-1-9-16,-3 2-7 15,-11 3 4-15,-3 3-5 16,4 10-5-16,-4-3 2 16,4 6-1-16,4 0-2 0,6 0 0 15,3-1-12-15,0-3-9 16,3 1 11-16,17 3 3 15,1-4 5-15,1 1-3 16,3 0 6-16,2 3-1 16,2-2-3-16,-2 2 0 15,0 0-14-15,-2 0 10 16,-5 0 3-16,2 0 3 16,-3 8 2-16,-2 6-2 15,0 4 4-15,-2 0 3 16,-3-2-3-16,-3 1-1 15,2 2 1-15,-4-4-4 0,-1-6 3 16,-3 1-1 0,-3-3-2-16,0-2 13 0,0 0-4 15,0-2 1-15,0-3-4 16,-5 0-2-16,-2 0 1 16,3 0 2-16,1-4-6 15,3-14 6-15,0-6-6 16,0-5 0-16,5-2 2 15,15 1-5-15,-2 10 3 16,3 2-2-16,-6 11-5 0,-1 7 8 16,0 0-11-1,-3 0 4-15,3 0-8 0,-3 0-13 16,14 0-7-16,11 0 39 16,8 0-177-1</inkml:trace>
  <inkml:trace contextRef="#ctx0" brushRef="#br0" timeOffset="2040">1587 341 101 0,'-22'0'57'15,"-1"0"-34"-15,4 0 19 16,2 0-9-16,1 0-4 16,0 0-20-16,-9 14 10 15,0 5-1-15,-3 8-7 16,3-1 0-16,6 4 1 0,6-5 1 15,4-1-7-15,9-4-4 16,0-4-1-16,0-2-10 16,0-4 9-16,22 0 1 15,3-10-2-15,2 0-1 16,5 0 4-16,-5-4-3 16,-3-14 2-16,-1-3-2 15,2 0 0-15,-7-6 3 16,0-6-3-16,-5-4 2 15,-2-5-1-15,-3-8-2 16,-2-5 4-16,-6 5-2 16,0 5 1-16,0 12 7 0,0 9-2 15,0 12 11 1,0 7-5-16,0 5 3 16,0-3 6-16,0 3-9 0,0 0-6 15,0 0-2-15,0 0-5 16,0 0 2-16,0 0 2 15,0 0 1-15,0 0 4 16,0 17-2-16,0 6-2 16,0 11 7-16,0 4-7 15,0 8-1-15,5-2-1 16,3 1-1-16,-2-5 3 16,3-4-4-16,-1-3-4 15,-1-9 11-15,5 0-14 16,1-8 5-16,2-6 1 15,-4-3-2-15,-1-4-5 0,5-3-1 16,2 0-4-16,-4 0 1 16,7-20-2-16,-4-3 3 15,0-7 1-15,-3-2 1 16,2 2 9-16,-7 0 1 16,-2 9-2-16,-3 8 7 15,-3 11 3-15,0 2-5 16,0 0 1-16,0 0 5 15,0 18-1-15,0 2-3 16,0 4-4-16,0-2 3 16,4 2-5-16,3-8 0 15,1 0 3-15,2-4-3 16,-3-5 0-16,4-5-2 0,-4-2-12 16,4 0-16-16,4 0-126 15,-1 0-125-15</inkml:trace>
  <inkml:trace contextRef="#ctx0" brushRef="#br0" timeOffset="2244">1979 143 132 0,'-9'-9'83'0,"4"4"-77"0,5 1 10 15,0 1 11-15,0 3-10 16,11-4-11-16,1 2-8 16,-5-1-1-16,-3 1-34 15,-2 2-80-15</inkml:trace>
  <inkml:trace contextRef="#ctx0" brushRef="#br0" timeOffset="2699">2064 457 189 0,'0'9'35'0,"9"0"-17"0,2-2 37 16,-3 4-26-16,2 1-13 15,-6 2-8-15,1-2-4 16,-5 3-4-16,3-5 1 16,-3-5 3-16,3-3-6 15,0-2 0-15,2 0 4 16,8 0-2-16,-1-3-2 16,1-15 2-16,-2-3 8 15,-2 1-6-15,0 1 21 0,-4 0-8 16,-3 1 0-1,1 6 3-15,1 4-7 0,-2 5-4 16,0 3 1-16,1 0-4 16,6 0 4-16,0 0-3 15,-2 14 0-15,4 7-2 16,0-2-2-16,-2 1-2 16,2 0 3-16,0-3-3 15,-3-1-4-15,3-4 1 16,3-5-13-16,1-7-36 15,3 0-82-15,4 0-25 16</inkml:trace>
  <inkml:trace contextRef="#ctx0" brushRef="#br0" timeOffset="3481">2810 353 192 0,'0'0'66'0,"-16"-6"-54"16,2-6 19-16,-8 5 14 16,-1 7-32-16,-7 0-11 15,0 0 0-15,2 6-4 16,-3 10 2-16,6 5 3 16,3 3-3-16,6 3-1 15,0 3 3-15,7-3-3 16,4-5 2-16,5 1-2 0,0-9-2 15,2-3 5-15,21-6-2 16,2-5-6-16,-1 0 3 16,6 0-13-16,-5-5-12 15,0-11 6-15,-3 2 10 16,-8 0 17-16,-3-2-6 16,-2-2 1-16,-9 2 7 15,2-5-4-15,-2 2 8 16,0 5 22-16,0 5 4 15,0 7-12-15,0 2-11 16,0 0-7-16,0 0 5 16,0 7-1-16,0 15-3 15,6 4-1-15,0-5-5 16,5 2 0-16,2-6-3 0,3-4 0 16,4-6 2-16,5-3-1 15,2-4-2-15,1 0 0 16,-6 0-3-16,-2-9-4 15,-1-7-18-15,2-4-9 16,2-8-11-16,-3 4 12 16,-2-6 35-16,-4-8 2 15,-3-4 0-15,0-11 8 16,-8-3-1-16,-3 0-7 16,4 8 8-16,-4 5-8 15,0 11 5-15,0 11 19 0,0 12-4 16,-4 4 1-1,-1 5-6-15,-4 0-6 0,-2 2-2 16,0 23-3-16,1 4 0 16,1 7 3-16,9 1 2 15,0 7 1-15,0-2-3 16,0 6-6-16,14-6 15 16,-1-4-14-16,-1-4-3 15,-3-4-1-15,-2-3 0 16,-3-4 2-16,-4-1-6 15,2-5-2-15,-2-4 2 16,0-1-12-16,0-7-15 16,0-1-27-16,0-4-131 15</inkml:trace>
  <inkml:trace contextRef="#ctx0" brushRef="#br0" timeOffset="4153">2984 371 209 0,'-6'0'49'15,"6"0"-10"-15,0 0-1 16,0 0-2-16,12 0-20 16,15 0-16-16,9 0 5 15,0 0-5-15,0 0 1 16,0 0-1-16,-6 0-4 0,6 0 8 15,0-6-8 1,2 5 0-16,2-6 2 0,-2 3-4 16,0 1 7-16,-4-4-4 15,2-1-1-15,-9-2 3 16,-5 0-4-16,-8 2 4 16,-9 6 2-16,-5 1-1 15,0 1 4-15,0 0-3 16,-13 0-3-16,-12 0 7 15,0 9-7-15,3 13 2 16,-3 0 5-16,8 6-5 16,4 2 0-16,4 0-1 0,7 0-2 15,2-5 7 1,0-6-8-16,5-5 0 0,20-2 5 16,5-11-2-16,0-1-6 15,9 0-5-15,-3 0-11 16,6-10-1-16,-6-10 10 15,0 0 13-15,-4-5-2 16,-7 1 2-16,3 2 3 16,-7-8 4-16,5 6 6 15,-2-2-4-15,-2 6 5 16,7 8 11-16,-8 4-8 16,4 8-4-16,0 0-2 15,0 0 5-15,-1 2-4 16,-1 14 7-16,-1 4-8 15,-2 1-2-15,-7 0 0 0,4 1-5 16,-7-2 3-16,-1 2-3 16,-9 0 2-16,0 1-1 15,-2 2-4 1,-24-2 0-16,-1-4 1 0,1-4-3 16,5-5-19-16,-4-5-179 15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5:59.00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1452 37 94 0,'0'-13'42'0,"0"6"-27"16,0-2 9-16,0 3 8 16,0 4-12-16,0 2 4 15,0 0 6-15,0 0 9 0,0 0 8 16,0 0-10-16,0 0-14 16,0 0-5-16,-2 0-6 15,-1 0-9-15,-2 0 2 16,-1 0-1-16,-3 0 0 15,0 0 6-15,-9 0-5 16,-4 0-2-16,-6 2 7 16,-1 13-8-16,-5 5 4 15,-2-1 2-15,0 6-3 16,0 1 1-16,3 4-3 16,1 0 0-16,0 0 3 15,3 4-5-15,-5-2 1 16,1 5 0-16,-3 3-1 15,-3 2 1-15,-2 0-1 16,-3 3-2-16,-3 2 6 0,-3 0-8 16,-5-2 4-16,0-2-1 15,-4 1-1-15,2-2 5 16,2 1-7-16,2-5 2 16,4 0 5-16,2 0-6 15,8-8 3-15,1-1 0 16,2-1-3-16,2-3 6 15,4 5-7-15,0 0 1 16,5-1 6-16,0 1-7 16,9 0 2-16,1-11 2 0,10-6-4 15,3-4 3 1,-1-5 0-16,3 0-1 16,0-1 3-16,0-2-4 0,0 3 2 15,0-4 0-15,0 0-2 16,0 0 1-16,0 0 0 15,0 0-2-15,0 0 1 16,0 0-12-16,0 0-34 16,0 0-149-16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6:00.68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89 288 118 0,'-19'5'47'15,"2"1"-43"-15,2-5 12 16,7 5 1-16,6-1-7 16,-1 0 6-16,-2 2 0 15,-1 0 4-15,3 1 0 16,-3-2 4-16,3 3-13 16,3 2 1-16,-2-4 3 15,2 2-9-15,0 0-3 16,0-6 5-16,0 1-1 0,9-4 3 15,5 0 17-15,1 0-7 16,6-7-12-16,1-18-2 16,-1-3-3-16,2 0-6 15,-4 1 10-15,-5 3-8 16,-1-1 1-16,-2 2 0 16,-2 3-1-16,-4 1 4 15,-2 4-5-15,-1 2 0 16,-2 0 7-16,0 6-8 15,0 2 5-15,0 3 1 16,0-1-1-16,0-2-1 16,0 2-2-16,-5 3-4 15,-9 0 9-15,3 0-7 0,1 0 3 16,-5 0 3-16,0 0-3 16,-3 15 3-16,4 8-5 15,4 5 1-15,2 4 4 16,1-1-5-16,5 6 1 15,2-1 1-15,0-1-1 16,0-5-1-16,0-5 1 16,14-3-1-16,6-7 5 15,5-2-6-15,-1-7 3 16,3-6 0-16,1 0-1 16,3 0 0-16,-1 0-1 15,3-9-4-15,-8-8 4 16,-1-1-10-16,-5-1 9 15,-4-2 1-15,-1 1-3 0,0 1 5 16,-6-2-1-16,0 5 0 16,-6 0 8-16,-2 7-7 15,4 5 11-15,-4 3 0 16,0 1 3-16,3 0-8 16,-3 0 1-16,0 0-4 15,8 0 5-15,-1 0 0 16,11 0 1-16,3 12 5 15,-6 13-9-15,1-1 3 16,0 3-8-16,1-1-1 16,4-6 4-16,-3-6-5 0,-2-2 0 15,0-6 2 1,2-6-5-16,0 0 0 0,2 0-20 16,-4-15-17-16,-5-9-132 15</inkml:trace>
  <inkml:trace contextRef="#ctx0" brushRef="#br0" timeOffset="281">683 115 133 0,'-14'7'56'0,"3"13"-55"15,2 2 12-15,0 3 11 16,2 3-1-16,-2-1-3 16,-2 3 1-16,3 2 11 15,0 0-10 1,-1-2-4-16,4 3-14 0,-6-5-4 16,2 1-2-16,4-1-4 15,-1-5-12-15,4 0-8 16,2-7-54-16,0-4-54 15</inkml:trace>
  <inkml:trace contextRef="#ctx0" brushRef="#br0" timeOffset="691">820 0 201 0,'-8'0'24'16,"8"0"-5"-16,0 0 22 15,0 13 8-15,0 2-16 0,0 7-3 16,0 6 2-16,3 1-7 16,5 9-12-16,0 2 7 15,1 5-6-15,-1 1-1 16,0 1-6-16,3 1-7 16,0-6 0-16,-2-7 3 15,-2-5-5-15,0-5-2 16,-5-4 6-16,3-3-10 15,-1-6-5-15,-2-4-23 16,1-8-77-16,0 0-87 16</inkml:trace>
  <inkml:trace contextRef="#ctx0" brushRef="#br0" timeOffset="969">755 356 140 0,'0'0'43'0,"0"0"-12"0,21 0 23 15,3 0-7 1,7 0-20-16,-3 0-14 15,3 0-1-15,1 0-6 0,-1 0-2 16,5 0-8-16,0 0-5 16,-6 0-2-16,0-6-12 15,-2 0-60-15,-8-2-141 16</inkml:trace>
  <inkml:trace contextRef="#ctx0" brushRef="#br0" timeOffset="2497">1160 470 191 0,'0'9'11'15,"0"-6"10"-15,0-3 17 16,9 0-25-16,4 0-12 16,4 0-2-16,-2 0 5 15,3 0-4-15,-5-14 0 0,-2-4 0 16,-3 1 3-1,1 0-1-15,-3-3-1 0,-4 0-2 16,-2 0 3-16,0 0-3 16,0 6 7-16,0 3 8 15,0 6 15-15,-10 3 6 16,-7 2-20-16,-2 0-6 16,-2 4 1-16,0 18-5 15,4-2-1-15,4 3 1 16,4 0-2-16,3-1 5 15,4 3-6-15,2 0 0 16,0 0 3-16,0 0-7 16,5-4 0-16,13-3 2 15,3-3-2-15,1-10-1 16,3-3-3-16,-3-2 5 0,0 0-2 16,1-2 2-16,-2-15-2 15,-1-4 6-15,2 0-3 16,-6-3 0-16,1 3 1 15,-7-4-2-15,1 3 4 16,-4 4 0-16,1 6 0 16,-5 5 1-16,-3 4 2 15,0 3-2-15,0 0 2 16,3 0-7-16,1 0 9 16,5 0-8-16,0 12 5 0,-2 10-2 15,2 6-1 1,-3-1 3-16,-1-2-5 0,3-1-1 15,0-3 2-15,3-6-3 16,-4-6 3-16,-3-3-2 16,5-6 0-16,0 0 2 15,7 0-1-15,3-13-3 16,3-12 4-16,0-4-4 16,-2-1-1-16,-4 0 4 15,-7 2-2-15,-4 6 2 16,-2 4 1-16,0 11-4 15,-3 2 7-15,0 5-6 16,3 0 3-16,-3 0-1 16,2 10 1-16,-2 10 0 15,0-2-2-15,0 4 2 0,3-2 2 16,0 1-1 0,2 3-5-16,4-4 6 0,-1-4-5 15,2-2 5-15,1-5-6 16,1-4 1-16,4-5 3 15,4 0-2-15,2 0 0 16,3-14 6-16,-3-9-9 16,-6 1 6-16,1 0-3 15,-4-5 0-15,2 2 0 16,-5 4-1-16,1 0 2 16,-2 9 2-16,-1 5-3 15,0 2 1-15,3 3 1 16,-3 2-1-16,7 0 2 0,0 0-3 15,6 0 0-15,0 0 4 16,2 0-4-16,2 0 2 16,-7 12 1-16,0 2-5 15,-2 4 10-15,-8 1-9 16,0-2 3-16,-4 0 3 16,-4-1-4-16,0 5 4 15,0 2-3-15,-12-4-1 16,-12 1 2-16,-5 1-4 15,4-11-2-15,4 2 8 16,4-10-9-16,6-2 5 16,6 0 0-16,2 0-1 15,3 0 0-15,0 0 1 16,0-10-1-16,17 3 2 0,2 0-3 16,0-1 4-16,1 2-3 15,-2-1 2-15,2 2-2 16,-4 1 1-16,2-4-7 15,-2 0-4-15,0-2-21 16,-3-2 13-16,8 0 9 16,-6-3 10-16,3 0 2 15,-4-2 1-15,-1-1 5 16,1 0 0-16,-5 4-4 16,-2 0 7-16,-1 8 4 0,-1 3-6 15,2 3 2 1,1 0-2-16,-1 0-7 0,2 0 12 15,0 15-12-15,-4 3 6 16,4-1-2-16,-2 0-4 16,2-3 0-16,0 0-4 15,-3-3 0-15,3-3 1 16,-3-2-18-16,0-6-7 16,-4 0-103-16,5 0-105 15</inkml:trace>
  <inkml:trace contextRef="#ctx0" brushRef="#br0" timeOffset="2699">2402 125 325 0,'-8'0'61'0,"8"0"-35"16,0 0 21-16,0 0-37 15,0 0-9-15,0 0-3 16,0 0 0-16,0 3-17 16,0 2-103-16,0 4-193 15</inkml:trace>
  <inkml:trace contextRef="#ctx0" brushRef="#br0" timeOffset="3448">2624 446 175 0,'0'13'33'0,"0"3"-23"16,0 3 33-16,0 6-7 15,2 1-14-15,3-2-13 16,3-1-2-16,1-6 4 16,3-3 4-16,-5 0-7 15,-1-4-1-15,5-5-5 0,-3 0 11 16,5-5-8-16,7 0-2 16,-4 0-6-16,2-16 1 15,-5-2 4-15,1-6-2 16,-3-3 0-16,0-3 5 15,-6-3-2-15,-5-1 1 16,0 2 0-16,0 2-4 16,0 7 8-16,0 11 1 15,0 5-2-15,0 7 5 16,0 0-6-16,0 0-3 16,0 0-1-16,0 0-1 0,0 0 4 15,0 15-8 1,0-3 1-16,12 0 9 0,9-2-9 15,4-2-3-15,1-3 5 16,1-5 0-16,3 0 2 16,6 0-4-16,3 0 1 15,0-13 7-15,-1 1-12 16,-4-4 4-16,-10 4 0 16,-8 0 1-16,-5 3 1 15,-8-2 1-15,-3 1-1 16,0 2 3-16,0 5-5 15,-16-1 2-15,2 4 3 16,1 0-3-16,-5 0 0 16,4 7 0-16,-1 16-2 15,-2 0 5-15,4 2 1 0,-2 2-3 16,7 1 3-16,4-2 1 16,4 1-2-16,0-1-2 15,0-7-1-15,23-4 5 16,2-1-5-16,8-10-2 15,3-4 8-15,-3 0-8 16,3 0-2-16,3-3-4 16,5-16-18-16,9-7-91 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6:05.80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16 250 0,'0'0'32'0,"0"0"-20"15,0-6 41-15,0-4-1 0,0 10-22 16,0 0-15 0,0 0-1-16,2 0 11 0,7 0-12 15,3 0 3-15,-1 0-11 16,5 0 8-16,4 3-2 15,9 6-1-15,10 7-2 16,8 2 0-16,11 1-3 16,6 1 7-16,7-3-9 15,10-1 2-15,7-2 1 16,5 0-3-16,4 2 1 16,-5 4-2-16,-4 3-3 15,-5 3 1-15,-9 8 0 16,-2 3-2-16,-6 1 4 15,-3 2-3-15,2 3 0 16,-2-4 4-16,-3-4-3 0,9-3 1 16,0-4-3-16,9-3 1 15,2 0 4-15,3-3-5 16,8 4 2-16,0 0 3 16,2 1-2-16,-1 6-2 15,-9-1 3-15,-3 1-6 16,-6-2 7-16,-7-2-2 15,-10 0-4-15,-3-5 4 16,-14-1-3-16,1-3 6 16,-1-5-5-16,-8 3-1 0,8-4 5 15,-5 2-4-15,1 0 0 16,-3-4 1-16,-2 2 0 16,-6-6 0-16,-6-1 1 15,-8-1-4-15,-3 3 7 16,-3-5-7-16,-2 1 1 15,0 1-2-15,0-5 6 16,-3 1-4-16,3-2 5 16,-3 0-4-16,0 0 2 15,2 0-5-15,-2 0-6 16,0 0-14-16,9 0-80 16,10 0-245-16</inkml:trace>
  <inkml:trace contextRef="#ctx0" brushRef="#br0" timeOffset="979">3112 1670 250 0,'-6'-8'21'0,"-8"7"-12"16,9 1 38-16,5 0 15 15,0 0-28-15,0 0-16 16,8 0-1-16,-2 5 2 16,1 6-7-16,2 4-1 0,-3 5-2 15,-1 3-6-15,1-1 0 16,2 0-2-16,-2-2-1 15,-1 0 2-15,1-2-3 16,-4-4-2-16,-2-2 1 16,0-1-15-16,0-6-16 15,6-5-61-15,0 0-76 16</inkml:trace>
  <inkml:trace contextRef="#ctx0" brushRef="#br0" timeOffset="1240">3176 1451 191 0,'-7'0'60'16,"7"0"-40"-16,0 0 12 16,0 0-11-16,0 0-20 15,0 0-8-15,7 0-12 16,-3 0-39-16,2 0-44 0</inkml:trace>
  <inkml:trace contextRef="#ctx0" brushRef="#br0" timeOffset="1809">3376 1661 112 0,'-5'1'97'16,"5"3"-92"-16,0-3 45 15,0 2-1-15,0 4-10 16,0 4-12-16,3 4-4 16,-1 4-5-16,2 4-4 15,-4 1-9-15,0 0-5 16,0-3 1-16,0 0-3 15,0-7 1-15,0-1-1 16,0-6 2-16,0-2-3 16,3-2 0-16,1-1-1 15,3-2-3-15,3 0 5 16,2 0-3-16,2-8 4 16,-1-12 0-16,1-2 3 0,-1-5-1 15,1 0 4 1,0-1-2-16,-3 10 0 0,-2 6 11 15,-4 7-7-15,-1 3-1 16,0 2 3-16,2 0-3 16,5 0 3-16,4 0-2 15,-2 0 3-15,-2 7 2 16,3 9-10-16,-3-2 0 16,0 4 1-16,-1-4-3 15,-2 2 0-15,1-4-5 16,-1-2 1-16,-2-1-6 15,-1-3-16-15,3-6-42 0,4 0-94 16</inkml:trace>
  <inkml:trace contextRef="#ctx0" brushRef="#br0" timeOffset="2292">3920 1309 196 0,'-8'23'20'0,"6"-10"9"15,-1-1 18-15,3 6 1 16,0 1-16-16,0 4-2 0,0 7-9 15,0 1-1 1,0 8-8-16,0 0-1 0,0 3-7 16,0-3 2-1,0-3-8-15,0-4 1 0,7-2 4 16,2-2-3-16,-6-7-3 16,0-3 4-16,0-3-6 15,-3-3-5-15,0-4-17 16,0-1-79-16,0-4-28 15</inkml:trace>
  <inkml:trace contextRef="#ctx0" brushRef="#br0" timeOffset="2584">3752 1727 203 0,'-5'-1'62'15,"1"-3"-53"-15,4-1 41 16,0 3-15-16,15-3-15 16,12 2-3-16,-2-1 9 15,-2 4-16-15,-1 0-3 0,-1 0-5 16,4 0 1-1,3 0-8-15,2 0 4 0,1 0-11 16,-1-4-17-16,-3 1-73 16,-4-5-69-16</inkml:trace>
  <inkml:trace contextRef="#ctx0" brushRef="#br0" timeOffset="4158">4202 1856 205 0,'-2'0'30'0,"2"0"-21"16,0 2 27-16,0 3 3 15,2 1-24-15,18-4 1 16,5-2 1-16,-4 0-6 16,-1 0-8-16,-4 0 8 15,-2-4-2-15,-4-8-6 16,-1-4-4-16,0-2 5 0,-1 2-6 15,-2-5 0-15,2-4 3 16,-3 1-1-16,-5 1 3 16,0 7-2-16,0 5 2 15,0 3 9-15,-13 8 2 16,-4 0-10-16,-2 0 2 16,2 0-4-16,6 0 2 15,1 11-2-15,-2 4-3 16,-1 8 5-16,2 2-5 15,2 1 2-15,3 2-1 16,3-1-1-16,3-3 3 16,0 1-3-16,0-5 0 15,9 1 2-15,13-9-2 16,5-5 0-16,5-5-1 16,0-2-4-16,-1 0-2 0,2 0-5 15,-6-15 6-15,0-5 4 16,-2-2-2-16,-5-2 5 15,-6 1 0-15,-1-2-1 16,-4 0 1-16,-4 5 0 16,-2 8 0-16,-3 6 1 15,4 2-1-15,-4 4 0 16,0 0 1-16,2 0-1 16,0 0 7-16,5 5-2 15,-3 12-1-15,2 3 5 16,0 3-8-16,-1 0 3 15,-1-3-2-15,0-1-3 0,-1-1 2 16,3-3-2-16,2-7 0 16,0-5 3-16,1-3-3 15,4 0 1-15,1 0-1 16,-1 0 3-16,4-11-1 16,-2-10 0-16,-2-2-2 15,1-1 3-15,-1-6-2 16,2 0-1-16,-2 7 2 15,-5 2-1-15,-5 12 2 16,-3 5 2-16,0 4-3 16,0 0 2-16,0 0-2 15,0 0-3-15,0 15 5 16,0 5 0-16,0 5-2 0,0-5 1 16,0 3-2-1,9-7 1-15,2 1-2 0,0-1 0 16,3-9 3-16,2-2-4 15,0-5 2-15,4 0 1 16,-6 0-5-16,3 0 7 16,-4-5-3-16,1-5-3 15,0-5 3-15,0 0 1 16,-1-1-1-16,-2-7 0 16,3-2 1-16,3-1 0 15,-7 1-2-15,8 4 0 16,-5 8 2-16,1 6-1 0,2 4 0 15,4 3-1 1,-4 0 0-16,4 0 3 0,-1 0-1 16,0 6-4-16,4 13 6 15,-4 7-3-15,0-2 0 16,-6 1 1-16,-1-2-1 16,-6-3 1-16,-6-4-1 15,0-1-1-15,-6 0 4 16,-21 0-3-16,-7 0 1 15,-4 0 2-15,4-8-6 16,5-2 6-16,6-5-6 16,12 0 1-16,6 0 3 15,5 0-4-15,0 0-3 16,11-3 5-16,14-4 1 16,2 4 1-16,-2-4-2 0,-6 6 1 15,0 1 3-15,-5-3-5 16,-1 0-1-16,2 3 1 15,-1-4-3-15,0-5-8 16,-6-2-1-16,2-4 7 16,4-3 7-16,1-1-3 15,6-7 2-15,8-4 0 16,-4 0-6-16,-1 6 2 16,-8 5 2-16,-7 5 8 15,-7 12 3-15,-2-1-6 16,0 3 9-16,0 0-1 15,0 0 3-15,0 0-6 0,0 3-3 16,0 16-2 0,0 8 5-16,6-2-6 0,5-4-1 15,-3 0 3-15,1-5-3 16,2 0 0-16,-3-6-1 16,0-4-2-16,-3-3-2 15,1-3-32-15,6 0-91 16,-5 0-157-16</inkml:trace>
  <inkml:trace contextRef="#ctx0" brushRef="#br0" timeOffset="4362">5441 1443 168 0,'-18'0'138'15,"9"0"-122"-15,9-1 41 16,0-3-14-16,0 4-31 16,0 0-8-16,9 0 1 15,4 0-11-15,1 0-20 16,-5 0-163-16</inkml:trace>
  <inkml:trace contextRef="#ctx0" brushRef="#br0" timeOffset="5129">5699 1707 234 0,'-6'8'57'0,"6"-2"-42"16,0 0 47-16,0 9-13 16,0 6-28-16,0-2-13 15,3 4 1-15,8-3-5 16,0-4 1-16,0 5-2 16,3-4-2-16,-3-3-2 0,0 0 3 15,5-6-3-15,-2-7 1 16,6 1 0-16,-7-2-1 15,1 0-2-15,-5 0 4 16,-1-14-2-16,-6-4 3 16,-2-5-2-16,0-1 1 15,0-6 0-15,0 0-1 16,0-2-1-16,-2 6 0 16,-6 4 1-16,1 11 3 15,7 5-4-15,0 4 0 0,0 2 2 16,0 0-1-1,0 0 0-15,0 0 0 0,17 0-2 16,6 0 4-16,2 0-3 16,2 8-2-16,0-4-3 15,0 1 3-15,-1-5 2 16,-1 0-3-16,0 0 0 16,3 0 3-16,8-6-5 15,4-9 1-15,5 0 0 16,-1-3-30-16,-8 3-4 15,-11 5 25-15,-14 5 4 16,-5 2 10-16,-6 3 11 16,0 0 39-16,-23 0-35 15,-13 0-3-15,-8 10-4 16,5 7-5-16,6 1-4 0,5 0 3 16,13 0-4-1,6-2 2-15,4 10 5 0,5-2-7 16,0 6 7-16,0-5-2 15,0 0-2-15,5-6 2 16,12-1-1-16,4-6-3 16,4-1 4-16,6-7-4 15,5-4-1-15,8 0 1 16,5 0-22-16,2-16-81 16,6-7-96-16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6:28.91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239 211 99 0,'7'-7'48'0,"-7"0"-25"16,0-1 19-1,0 6 15-15,0 2-32 16,0-2-14-16,0 2 4 16,0 0 5-16,0-4 5 0,0 4 4 15,0 0-2-15,0 0-4 16,0-2-4-16,0 2-1 15,0 0 9-15,0 0 14 16,0 0-36-16,-3 0 3 16,-12 0-3-16,2 0-4 15,-6 0 6-15,-10 0 1 16,2 0-3-16,0 2-1 16,3 8-6-16,1-2 10 15,7 2-11-15,2-2 2 16,5-1 4-16,1 0-4 0,6-2-1 15,-1 0 2-15,0 2-5 16,0-1 8-16,3 4-6 16,0-1-1-16,0 2 3 15,0-2-3-15,0 5 0 16,0-5-1-16,13 1-4 16,7-3 8-16,2 0-10 15,4-1 3-15,-5-4 0 16,4 6-12-16,-2-5 10 15,-5 5 6-15,-4-5-1 0,-5 4 10 16,-1 2-9 0,-5-2 4-16,-3 0 1 15,2-1 0-15,-2-2 0 16,0 2 2-16,0 1-2 0,0 0 14 16,-16 0-8-16,-6 8-6 15,-6-1 4-15,4-6-5 16,-5 0 5-16,10-5-6 15,6-3-6-15,-2 0 8 16,7 0-8-16,0 0 0 16,3 0 0-16,1-3-3 15,0 0-11-15,1 3-45 16,-3 0-81-16,-2 0-94 16</inkml:trace>
  <inkml:trace contextRef="#ctx0" brushRef="#br0" timeOffset="513">469 264 170 0,'-2'-7'38'16,"2"4"8"-16,0 0 3 0,0 3-25 15,0 0 9-15,0 0 4 16,-6 0 10-16,0 0-6 15,-5 0-16-15,0 0-14 16,-3 6 5-16,-1 8-12 16,0-1 0-16,1 4-3 15,3 0 1-15,0 2 0 16,3-6-2-16,2 4-1 16,1-7 7-16,3 6-7 15,2-2 1-15,0-1-2 16,0 1 2-16,0 0 0 0,0-2-6 15,2 1-2-15,17-7 7 16,6-3-10-16,3-3-2 16,-1 0 0-16,1 0-2 15,-4 0-10-15,1-9-8 16,-2 0-31-16,-2-7-34 16,0 4-4-16</inkml:trace>
  <inkml:trace contextRef="#ctx0" brushRef="#br0" timeOffset="1704">676 316 99 0,'0'-9'102'0,"0"1"-45"16,0 5 22-16,0 0 9 16,0 1-33-16,0 2-26 15,-5 0-9-15,-4 0 1 16,-2 0-13-16,-5 0-2 15,-6 0 4-15,-3 12-5 16,5 3 2-16,4 0-3 16,3 2-3-16,7 1-3 15,0-3 5-15,6 2-6 16,0 1 3-16,0-2-4 16,0-7-2-16,0 3 4 0,3-7-6 15,10-1 0 1,10-4-2-16,1 0 5 0,-1 0-6 15,-1 0-3-15,-3-14-5 16,-5 1 13-16,-1-4 1 16,-2 3 7-16,-2-2 1 15,-6 2 3-15,-3-2 1 16,0 4 0-16,0 2 2 16,0 9 6-16,0-3 2 15,0 4-6-15,0 0-7 16,0 0-6-16,0 0 5 15,0 0-6-15,0 11 4 16,0 5 2-16,0 4-4 16,0-2 2-16,0-3 2 15,2 0-5-15,9-6-2 0,4 0-5 16,1-5-10-16,3-4 9 16,1 0 0-16,5 0 2 15,-4-2 1-15,-2-16 2 16,1-2 7-16,-4 0-2 15,-1-3-2-15,-1-6 7 16,-7-1-3-16,-1-7-1 16,-1 0 4-16,-2-3 4 15,-3 3 1-15,3-1-2 16,-3 3-2-16,0 9 6 0,0 3-5 16,0 8-5-1,0 5 6-15,0 3-3 16,0 7-1-16,-6-3-4 0,1 3-1 15,3 0 11-15,2 0-10 16,0 0 4-16,-4 0-6 16,4 3 8-16,-2 17-2 15,-1 7-2-15,1 0-2 16,2 6 6-16,0 0-9 16,0 3 4-16,0-2 1 15,0 0-3-15,0-4 1 16,0-4-2-16,0-3-1 15,11-3-1-15,-1 1-3 0,7-8-2 16,-6-3 2 0,0 0 0-16,-3-3 0 0,3-4-6 15,-2 3-5-15,-4-6 4 16,4 0 2-16,-1 0 3 16,-1 0 6-16,2 0-6 15,0-6 8-15,2-6 2 16,-4-9-2-16,2 3 3 15,0-4-2-15,-6 1-3 16,-1 6 7-16,0 1-4 16,5 0 3-16,-5 5 3 15,0-1 1-15,1 3 2 16,-3-1-4-16,0 3 3 16,0-2 2-16,0 4-2 15,0 0 5-15,0 3-6 0,0 0-3 16,0 0 1-16,0 0 1 15,0 0-5-15,-3 0 3 16,-8 3-5-16,4 14 5 16,-5 6-1-16,6 0-4 15,2 0 4-15,1 4-3 16,3-4-3-16,0 0 5 16,0-2-6-16,0-9 1 15,0 0 1-15,0-4-7 16,11-7 1-16,3 2-11 15,0-3-7-15,2 0-14 16,6 0-61-16,3 0-74 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6:32.02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0 204 80 0,'0'-3'76'16,"0"3"-48"-16,0-2 46 16,0 2-10-16,0 0-33 15,0 0-7-15,0 0 4 16,0 7 2-16,0 8 0 16,0 0-5-16,2 0 0 15,4 6-10-15,0-5-4 16,5 4-11-16,0-3 2 15,0 0 6-15,3 1-9 16,2-6 0-16,-3 1 1 16,2-5-3-16,2-3 0 0,-2-5 0 15,-1 0 4-15,3 0 4 16,-3-3-3-16,2-15 1 16,-2 1-3-16,1-2-2 15,-8-2 9-15,2-3-8 16,-7 1-1-16,-2 6 6 15,3-1-2-15,-3 9 1 16,3 6 5-16,-3 0-3 16,0 3 3-16,0 0-8 15,0 0-5-15,0 0 4 16,0 0 2-16,0 15 1 16,6 5 2-16,-1 3-3 15,5 1 2-15,2-1-2 16,-1-1-5-16,2-4 8 0,5-6-7 15,0-4 0-15,3-3-4 16,-6-3-1-16,3-2 2 16,-2 0 5-16,-2 0 1 15,2-7 3-15,-5-9-3 16,-2 4-2-16,-4-7 1 16,-1-2-2-16,-2-1 1 15,-2-1 1-15,0 4-5 16,0 5 9-16,0 3-6 15,0 6 3-15,-2 2 1 16,-10 1-2-16,1 2 1 16,-2 0-1-16,1 0-2 15,1 0 9-15,9 0-9 0,2 0 1 16,0 0-6-16,0 0-9 16,7 0 11-16,18 0-4 15,6 0 7-15,-1-3 1 16,1 1-6-16,-7 2 2 15,-5 0 4-15,-2 0-3 16,-3 0 5-16,-1 0 1 16,-1 0 0-16,-1 2 8 15,0 9-4-15,0-2-1 16,1 4 2-16,-5 2 2 16,-1 0 2-16,-1 2-2 15,-2 0-2-15,0 1-1 0,0-6-5 16,-1-2-1-16,1 0 1 15,3-4 0-15,-1-5-8 16,1 2-12-16,-4-3-20 16,4 0-58-16,0 0-24 15,1 0-107-15</inkml:trace>
  <inkml:trace contextRef="#ctx0" brushRef="#br0" timeOffset="213">626 87 269 0,'-3'-12'72'16,"3"8"-49"-16,0 0 50 0,0 2-30 16,0 2-26-16,0-3-10 15,9 3-6-15,3 0-3 16,-5 0-12-16,-3 0-34 15,-2 0-55-15,0 0-54 16</inkml:trace>
  <inkml:trace contextRef="#ctx0" brushRef="#br0" timeOffset="1044">896 77 328 0,'0'0'42'0,"0"0"-24"16,0 0 60-16,0 4-30 16,0 17-24-16,0 1-13 15,0 6-2-15,0-4 0 16,0 4-7-16,0-1-1 15,0 3 0-15,0-3-1 16,4 0 1-16,1-1-2 16,1-7-3-16,0 1 7 15,2-7-5-15,-3-1-2 0,1-4-4 16,2-8-9-16,1 2-24 16,4-2 9-16,-2 0 16 15,1-2 5-15,1-16 1 16,1-5 7-16,-3-4 4 15,0-7-1-15,0-4 2 16,0-4-2-16,-4 0 0 16,2 2 5-16,-3 2-1 15,0 6 1-15,-4 7 2 16,-2 8 10-16,0 5 4 16,0 4-2-16,0 3 4 15,0 5-3-15,0 0-13 0,0 0-3 16,0 0-4-16,0 0 0 15,0 7 7-15,0 19-3 16,0 4 0-16,0 4 4 16,0 1-12-16,0-1 8 15,0 0-5-15,0-3 2 16,0-1-1-16,0-5-4 16,6-5 1-16,-1-3 3 15,4-2-6-15,2-2-6 16,-4-5-1-16,2-7-7 15,0-1-6-15,-1 0 11 16,2 0-2-16,1 0 11 16,1-14-4-16,-3-3 7 15,-1-6 4-15,2 3 1 16,-1 0-1-16,0 5 1 0,-2 8 2 16,-3 2 3-16,-2 5 2 15,0 0 2-15,4 0 8 16,0 0-12-16,0 7-1 15,-3 8 0-15,1 0-5 16,5-1 5-16,-4 2-6 16,4-2-3-16,-7-4 9 15,5 1-11-15,-3-4-6 16,5-4 1-16,-1-3-35 16,7 0-6-16,-2 0-48 15,-2 0-29-15</inkml:trace>
  <inkml:trace contextRef="#ctx0" brushRef="#br0" timeOffset="1323">773 268 151 0,'11'-2'151'15,"8"-6"-142"-15,0 3 44 0,6 3 8 16,3-1-38 0,5 1-12-16,3-1-4 0,0 2-8 15,-3-3 0-15,-3 2-20 16,-2 0-28-16,-3-3-63 15</inkml:trace>
  <inkml:trace contextRef="#ctx0" brushRef="#br0" timeOffset="2647">1733 119 210 0,'-13'-8'128'0,"2"-1"-125"16,8-1 63-16,3 7 7 15,0 1-27-15,0 2-26 16,0 0-8-16,0 0 0 16,0 0-10-16,0 5 10 0,0 19 2 15,0 9-4 1,0-4-1-16,0 6-7 0,0 0-2 15,3-5 1-15,8 0-3 16,0-5-3-16,3-3-2 16,0-6 0-16,2-7 0 15,-3-1-8-15,4-8-4 16,-5 0-3-16,-1 0 0 16,0 0 13-16,3-13 4 15,-3-9-6-15,2-3 7 16,-1-5-1-16,-1-5 3 15,-1 1 1-15,-1-1 0 16,-3 2 3-16,-4 6 10 16,-2 4-12-16,0 6 8 15,0 2 1-15,0 7 8 0,0 2-3 16,0 3 0 0,0 3-5-16,0 0-1 0,0 0-4 15,0 0-1-15,0 0-1 16,0 0-5-16,0 0 7 15,0 22 1-15,0 8-4 16,0 5 5-16,3-2-6 16,1-2 0-16,3-1 3 15,-2-1-3-15,4-3 0 16,-1-6-2-16,3-3-1 16,0-7 3-16,-1-2-6 15,5-6-5-15,-1 1 4 16,0-3-1-16,-1 0-8 0,-1 0-8 15,3-13 11-15,-3-7 1 16,-1-2 11-16,0 0 0 16,-6-1 6-16,-2 7 4 15,0 3 3-15,-3 5 0 16,0 5-3-16,0 1 7 16,0 2-14-16,0 0-3 15,0 0 1-15,0 0 7 16,0 18-4-16,0 1-2 15,0 3 0-15,0-4 3 16,0-3-7-16,3 0 0 16,10-5 5-16,7-2-9 15,-2-1-6-15,8-5-3 16,-4-2-2-16,0 0-4 0,1 0 6 16,-1 0 4-16,-4-8 10 15,2-2-1-15,-1-9 2 16,-5 2-2-16,-3-1-6 15,-3 3 9-15,1-2-3 16,-7 2 3-16,-2 5 7 16,0 2-1-16,0 3 5 15,0 1 3-15,-4 4-5 16,-14 0 6-16,4 0-14 16,-1 0-1-16,-3 4 8 15,7 14-11-15,1 2 2 16,1 0 6-16,7 0-4 0,2-1-3 15,0 1 5-15,0-4-13 16,0-4 6-16,8-2-9 16,11-5-10-16,0-5-2 15,3 0-22-15,3 0-20 16,-3 0-37-16,0 0 14 16</inkml:trace>
  <inkml:trace contextRef="#ctx0" brushRef="#br0" timeOffset="2956">1664 229 205 0,'0'-6'83'15,"6"1"-68"-15,13 5 60 16,10 0-31-16,-2 0-16 16,9-2-13-16,5-1-1 15,3 2-10-15,3-5-4 0,-3 4-6 16,1-3-17-16,-9 0-40 15,-7 0-86-15</inkml:trace>
  <inkml:trace contextRef="#ctx0" brushRef="#br0" timeOffset="3556">2923 167 132 0,'11'-11'12'16,"-5"9"7"-16,-3 0 8 15,-3 2 8-15,0 0 17 16,0 0-26-16,0 0-6 16,0 0 21-16,-9 0-18 15,-7 0-6-15,-4 2-9 16,1 5-8-16,-2 6 4 0,4-1-4 15,2-2-4-15,5 2 8 16,2-2-7-16,1 1 1 16,5 2 2-16,2-4-3 15,0 1-1-15,0-3-3 16,14-2-2-16,14-3 15 16,2 1-13-16,6 0-7 15,-3-3 19-15,-5 5-2 16,-6 0-1-16,-8 2 0 15,-10 3 0-15,-4 0-4 16,0 0 11-16,0 3-3 16,0-1-3-16,-4 3-2 15,-19 0 3-15,1-3-4 0,-5-2-1 16,0 0 4 0,1-5-10-16,5-3-9 0,0-2-23 15,6 0-54 1,3 0 0-16</inkml:trace>
  <inkml:trace contextRef="#ctx0" brushRef="#br0" timeOffset="3905">3175 176 36 0,'0'-7'280'16,"0"5"-258"-16,0 2 5 16,0 0 19-16,0 0-14 15,0 7-2-15,0 13-12 16,0-1-8-16,0-1 3 15,0 4-10-15,0-2 1 16,0 0 0-16,0-2-4 16,0-4-1-16,0-4-3 0,0 0-5 15,0-2-9 1,0-6-49-16,0 1-32 0,0-3-50 16</inkml:trace>
  <inkml:trace contextRef="#ctx0" brushRef="#br0" timeOffset="4140">3141 42 132 0,'-2'-17'186'0,"0"3"-180"15,2 8 17-15,0 3 14 16,0 1-24-16,0 2-16 16,0 0-5-16,0 0-7 15,0 0-25-15,0 0-63 16,0 0-36-16</inkml:trace>
  <inkml:trace contextRef="#ctx0" brushRef="#br0" timeOffset="5287">3141 42 89 0,'158'149'88'16,"-152"-149"-92"-16,2 0 25 15,0 0-6-15,-3 0-9 16,1 0-1-16,0 0-3 16,0 0 27-16,1 0-9 15,4 0-9-15,1 0-2 0,1 0 2 16,-2 0-5-1,3 0 2-15,3 0-5 0,0 0 2 16,2 0-5-16,0 0 1 16,-2 0-2-16,-6 0-3 15,-3 0 2-15,-2 0-1 16,-1 0-7-16,-5 0 10 16,0 10 0-16,0 2 3 15,-3 6-2-15,-16-1-2 16,-4 3 4-16,-2 0-5 15,7-3 2-15,-2 1-4 16,4 0 1-16,7-6 3 16,4-2-4-16,3-2-4 0,2-4 2 15,0 1-9-15,0 0-1 16,0-2-10-16,10-1 8 16,5-2 4-16,0 3-3 15,6-3 7-15,-8 5 8 16,1 4 4-16,-1 1 0 15,-8 8 1-15,-1-1 1 16,-4 5-2-16,0 1 0 16,0-3-2-16,0 2 0 15,2-2-4-15,4-3-2 16,0 3 0-16,1 0-7 16,2 2 5-16,2-2 5 0,0 0 2 15,-2 0 1 1,-2-2-1-16,-4-3 2 0,-3 2 5 15,0 0 13-15,0-4 1 16,-10 1 17-16,-13-1 10 16,-1 0-18-16,-5-4 7 15,4-1-7-15,7-8-1 16,0 0 3-16,9 0-12 16,-3-5-6-16,9-12 3 15,3-4 0-15,0-4 3 16,0-2-19-16,22-2 9 15,11-4-3-15,3 4-4 16,0-4-1-16,3 1-2 16,-1 2-1-16,-2 0-1 15,-3 3-2-15,-5-1 3 16,-5-2-6-16,-8 6-1 0,-3-3 2 16,-1 2-10-16,-5 3 7 15,-4 4 3-15,1 6 11 16,-1 3 2-16,-2 3-2 15,0 3 6-15,0 1-2 16,0 2-5-16,0 0-2 16,0 0-4-16,0 0-1 15,0 0 3-15,0 0 4 16,-5 5 0-16,-5 10 1 16,-2 2-4-16,3 3 1 15,2 3 0-15,-1 1 0 0,1-2 4 16,5 0-4-1,-1-4-1-15,3-2 4 0,0 2-5 16,0-8 4-16,0 1-3 16,14-6-2-16,5 0 3 15,6-5-5-15,3 0-4 16,-1 0 1-16,4 0-35 16,-1-3-30-16,-2-7-56 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6:40.64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267 614 139 0,'0'-27'12'15,"-17"3"31"-15,1 3 12 16,7 12-13-16,-2-2-9 16,3 7 0-16,-6 1-11 15,-2 0-12-15,-3 3 0 0,-3 0 2 16,2 0-7-16,1 0-2 16,-3 8 0-16,4 6-2 15,3 6 6-15,1 3 1 16,3 0 0-16,2 1 1 15,4-1-7-15,5-1 3 16,0-5-5-16,5-2 2 16,20-5 3-16,6-5-9 15,7-5 3-15,7 0 1 16,-4-12-7-16,0-10 6 16,-2-7 3-16,-7 0 0 0,0-5 3 15,-5-5-6 1,1-2 2-16,-9-2 1 0,-5 1-2 15,-5-2-4-15,-7 2 7 16,-2 2-5-16,0 10 8 16,0 8 3-16,-14 7-7 15,-3 4 8-15,1 7-6 16,4 0-2-16,5 4 4 16,4 0 1-16,0 0-1 15,-2 0-5-15,2 6 0 16,0 18 10-16,3 6-5 15,0 6-1-15,0 1 4 16,11 0-3-16,0 5-2 16,0-1-2-16,-2-4-4 15,1 0 8-15,1 0-9 0,1-5 3 16,1 0 3 0,2-6-4-16,1-4 2 0,-3 0-2 15,1-6-2-15,0-2 6 16,0 2-5-16,-3-9-2 15,2 0-2-15,-4-5-5 16,0 1-4-16,-7-3-12 16,1 0-26-16,-1 0-44 15,4 0-36-15</inkml:trace>
  <inkml:trace contextRef="#ctx0" brushRef="#br0" timeOffset="435">802 566 182 0,'0'-3'30'0,"0"0"27"15,0 3-4-15,0 0-31 16,0 0-11-16,-5 0 3 16,-9 0 11-16,1 0 1 15,-1 0 3-15,3 3-16 16,0 6 2-16,-1-1-4 15,4 4-7-15,1 3-1 16,-2 2-1-16,6 0-1 16,3 4 5-16,0-1-7 0,0-3 0 15,0 0 1 1,12 1 0-16,6-6-1 0,4-5-3 16,1-1-2-16,-5-6 3 15,5 0 4-15,-1 0-1 16,0-2 4-16,-3-14-2 15,1-3 1-15,-6-2 2 16,-6-1-4-16,-3-1 9 16,-5 4-7-16,0-1 5 15,-5 3 3-15,-17 1-2 16,-3 7-3-16,0 4-9 16,-2 5 0-16,2 0-12 15,3 0-24-15,8 0-66 16,5 2-179-16</inkml:trace>
  <inkml:trace contextRef="#ctx0" brushRef="#br0" timeOffset="1316">1295 566 195 0,'0'-21'27'0,"0"0"-1"15,0 15 17-15,0 0-17 16,0 4-15-16,0 2 0 16,2 0 21-16,3 0 26 0,3 2-22 15,-2 22-23 1,0 4-6-16,-4 0-3 0,5 2-2 16,0-5 2-16,1-3-9 15,4-8 5-15,-7-4-2 16,3-4 0-16,-5-6-3 15,-1 0-2-15,2 0 7 16,1 0 3-16,4-2-5 16,-2-18 1-16,8-4 2 15,-4 1-3-15,-1-5 2 16,-2 3 1-16,4 2-1 16,-3 3 2-16,-2 6-2 15,1 4 1-15,-2 4 3 16,3 6-2-16,-1 0 0 0,3 0 2 15,6 0 2-15,-4 11-3 16,1 4 1-16,-3 2-4 16,0 2 9-16,-3-1-9 15,1 1 1-15,-3 0-1 16,-2-8-1-16,0 3-2 16,-2-8-9-16,3 1-17 15,1-7-21-15,2 0-66 16,7 0-68-16</inkml:trace>
  <inkml:trace contextRef="#ctx0" brushRef="#br0" timeOffset="1727">1847 450 194 0,'-9'-6'94'0,"3"6"-70"16,-2 0 13-16,-3 0 27 16,0 0-37-16,-1 14-7 15,5 2-3-15,-1 2-10 16,-1 2 0-16,4 1-5 0,2-3 0 16,3 3 4-1,0-9-7-15,0 4-2 0,0-9-1 16,19-3 1-1,0-1-7-15,7-3-12 0,-1 0 2 16,-7 0 12-16,2-7 7 16,-12-6 2-16,0-1 5 15,-8-2-3-15,3-1 1 16,-3 3 3-16,0-4 0 16,0 0 10-16,0 1-10 15,-14 3 2-15,-2 3-6 16,-7 6-3-16,2 5-3 15,-1 0-6-15,2 0-23 16,9 0-46-16,6 0-101 16</inkml:trace>
  <inkml:trace contextRef="#ctx0" brushRef="#br0" timeOffset="2070">2072 204 190 0,'0'-4'77'0,"0"4"-72"15,0 0 39-15,0 0 12 16,0 21-29-16,0 7-6 0,0 4 2 15,0 3 7-15,0-4-20 16,0 5-8-16,4-1 3 16,-2-3-4-16,3 3 1 15,-1-2-5-15,1-6 4 16,-3 0-6-16,1-5-5 16,-3-2-10-16,4-4 4 15,-4-7-19-15,0-1 0 16,0-3-7-16,0-1-75 15</inkml:trace>
  <inkml:trace contextRef="#ctx0" brushRef="#br0" timeOffset="2342">2036 467 157 0,'-7'-23'132'16,"4"16"-129"-16,3 6 27 15,-4-1 12-15,4 2-27 16,0 0-9-16,0 0-3 0,20 0 20 16,0 0-15-1,8 0-2-15,1 0-5 0,5-3-5 16,-7-3-8-16,-2 2-22 15,0-1-34-15,-3-1-69 16</inkml:trace>
  <inkml:trace contextRef="#ctx0" brushRef="#br0" timeOffset="2866">2975 383 133 0,'-14'-12'46'15,"12"6"-17"-15,-3 4 38 16,-1-2-15-16,-6 1-26 15,-3 3 5-15,-3 0-5 16,0 0 9-16,-3 0-11 16,6 0-8-16,-6 13 0 15,8 1-9-15,-1-2 1 16,3 6-3-16,0-3-4 16,6 1-2-16,2 1 3 0,3-4-2 15,0 3-8 1,0-6 4-16,25 2-2 15,3-4 3-15,1-6-4 0,5 0-3 16,-7 1 3-16,2 0-1 16,-4 0 7-16,-4-3 0 15,-6 3 1-15,-8 1 2 16,-4-2 1-16,-3 3-2 16,0-1 11-16,0 8 2 15,-14-5-9-15,-5 3 1 16,-3-3-5-16,2 0-5 15,2-1 0-15,-3-4-10 16,3-2-8-16,0 0-42 16,5 0-6-16,2 0-62 15</inkml:trace>
  <inkml:trace contextRef="#ctx0" brushRef="#br0" timeOffset="3255">3293 371 212 0,'0'-6'56'0,"0"4"-6"15,0 2 26-15,0 0-44 16,0 0-17 0,-3 0-2-16,-13 0 0 0,-1 2 1 15,-2 14-2-15,2 4-8 16,0 0 3-16,1 2 0 16,3 1-7-16,2-4 3 15,5-1-4-15,6-1 1 16,0-4 0-16,0-1-6 15,0-6 1-15,13 0-9 16,10-3-5-16,1 0 0 16,1-3-27-16,4 0 5 0,0 0-40 15,5 0-31-15</inkml:trace>
  <inkml:trace contextRef="#ctx0" brushRef="#br0" timeOffset="4418">3731 407 160 0,'0'-6'137'0,"-2"0"-106"16,-11 6 40-16,-4 0-15 16,0 0-16-16,1 0-14 15,-4 0-2-15,-3 0-14 16,2 0 0-16,0 12-5 0,-2 6-3 15,3 0-4-15,6 1 7 16,1 7-7-16,2-4 2 16,3-2 2-16,2 0-5 15,6-7 0-15,0-1-5 16,0-3-7-16,14-3-17 16,3-6 5-16,2 0 0 15,5 0 2-15,1 0-7 16,0-13 13-16,3-7 13 15,-7-1-5-15,2-3 13 16,-3-3 0-16,-6 0-2 16,-3 3 6-16,-4 3 4 15,-7 7 8-15,0 6 12 0,0 3 9 16,0 5-6-16,0 0-6 16,0 0-13-16,0 0-18 15,0 0 9-15,0 7-1 16,0 13-3-16,0 1-3 15,0-3 4-15,0 0-8 16,6-6-11-16,6 2-3 16,1-10-3-16,3-1 2 15,4-3 10-15,-4 0 1 16,4 0 9-16,-1-7-19 16,-2-9 14-16,-1-2 7 15,0-1-1-15,2-2-1 16,-5-2 1-16,-2-5-2 15,-2-2 10-15,-4-4-3 0,-3-1 6 16,1-3 10-16,-3-2-2 16,0 3-7-16,0 0 5 15,0 3-1-15,0 8 2 16,0 7-8-16,-10 2-3 16,-8 9 4-16,5 0-7 15,-3 2 4-15,3 5-6 16,1 1 4-16,3 0-1 15,4 0-4-15,2 20 6 16,0 6-2-16,3 11-4 0,0 1 1 16,0 2 2-1,0 2-4-15,3 1 4 0,8-6-7 16,-2-2 5-16,2-7-1 16,0 1-3-16,0-4 2 15,0-4-3-15,3 0 0 16,2-3-2-16,-3-1-11 15,4-7 4-15,-2 2 4 16,1-6-10-16,0-2 5 16,4-2 9-16,4-2-5 15,4 0-11-15,8 0-5 16,2 0-12-16,7-12 13 16,-6-3-28-16,-9-3 36 0,3-1 2 15,-9-1 12 1,-3-2 4-16,-6 2 0 0,-9-1 5 15,-3 7 22-15,-3 4 4 16,0 0-1-16,0 5 3 16,0 2-11-16,0 1-5 15,0 0-5-15,-11 2-7 16,0 0 3-16,-6 0-7 16,0 0-1-16,1 12 2 15,2 8-6-15,4 0 5 16,1 2-3-16,9 1 2 15,0-2 3-15,0 0-6 16,0 1-1-16,3-2 0 16,13-5-7-16,4-3-3 15,1-5 5-15,4-1-20 0,4-6 3 16,1 0-16-16,-3 0-28 16,6-4-51-16,1-2-73 15</inkml:trace>
  <inkml:trace contextRef="#ctx0" brushRef="#br0" timeOffset="5850">13 1283 4 0,'0'-11'181'0,"0"4"-156"0,0 4 12 15,0 3 22 1,5 0-23-16,-3 0 0 0,5 14-5 16,-5 0 4-16,1 3-12 15,0 6 0-15,-3-7-9 16,3 8-1-16,0-4-6 15,3-4-2-15,-1 2 1 16,3-6-5-16,3 1-1 16,3-3 1-16,-3-4-4 15,3-5 0-15,0-1-2 16,2 0 4-16,-3 0 1 16,1 0-4-16,-5 0 0 15,4-12 4-15,-4-6-4 16,2-1 9-16,1-7-7 0,-8 5 0 15,3-3 5-15,-5 10-4 16,-2 2 1-16,0 7 5 16,0 0-4-16,0 2 8 15,0 3-6-15,0 0-4 16,0 0-1-16,5 3 8 16,4 19-3-16,2 3-1 15,-3 3-1-15,3-3 2 16,0-4-6-16,3-5 1 15,3-4 2-15,-2-5-5 16,6-3 2-16,-8-4 0 0,-2 0-1 16,3 0 7-1,-5-5-7-15,2-13 4 0,-6 1 4 16,0-7-5-16,-5 5-1 16,0-4 4-16,0 2-7 15,0 3-3-15,-10 3 1 16,-5 6-1-16,5 0 3 15,-1 2 1-15,2 5 4 16,1-1-1-16,5 3 0 16,1-3 1-16,2 3-2 15,0 0-6-15,0-1-2 16,5-4-7-16,20-4 24 16,11 0-6-16,6-3 1 0,-6-1-2 15,0 2 0 1,-9 5 0-16,-5 4 4 0,-8 2-5 15,-7 0 6-15,2 0 10 16,-1 14-7-16,-2 4 1 16,2 2-2-16,1-1-3 15,-2-1 3-15,2-1-5 16,0 0-2-16,-2 3 3 16,1 1-2-16,-2-4 1 15,3-1-4-15,-3-1 0 16,-1-1 1-16,-1-6-15 15,2-2-13-15,0-4-37 16,-3-2-52-16,5 0-109 16</inkml:trace>
  <inkml:trace contextRef="#ctx0" brushRef="#br0" timeOffset="6068">590 1059 191 0,'0'-7'73'16,"0"5"-67"-16,0 2 19 16,0-4-7-16,0 2-14 15,9 2-5-15,4-3 0 0,-4 2-49 16,-1 1-53-16</inkml:trace>
  <inkml:trace contextRef="#ctx0" brushRef="#br0" timeOffset="6885">946 1057 238 0,'2'0'51'0,"2"0"-35"0,1 0 43 16,1 12-13-16,-3 13-19 16,-1 0 15-16,1 5-17 15,3 0-1-15,-3 2-12 16,5-1-1-16,-1-1-7 15,5 4-2-15,-1 0 0 16,5-4-3-16,4-3 1 16,-1-3-6-16,-2-3 0 15,-1-6 2-15,-5-7-7 16,0-3-13-16,0-5-10 16,1 0 16-16,-1 0 12 15,5-13-7-15,-3-13-2 16,5-2 11-16,-4-5-9 0,-1-7 2 15,4-5 1-15,-7-2 10 16,-3-5 0-16,-5 5-2 16,-2 4 2-16,0 11 15 15,0 5 1-15,0 10-2 16,0 7 7-16,-2 1 6 16,-2 9-9-16,-1-1-12 15,5 1-1-15,-2 0 8 16,2 0-12-16,-3 0-1 15,3 7 16-15,-3 23-10 0,3 4 4 16,0 4-7 0,0 4-3-16,0-2 6 15,0 1-12-15,3-5 7 0,4-3-1 16,2-6-8-16,0-5 3 16,1-2-1-16,1-8-11 15,-3-4 7-15,4-4-10 16,-1-4-9-16,-2 0 16 15,-5 0 4-15,5 0 2 16,-1-4-2-16,0-13 2 16,1-4 12-16,2 1-7 15,-3 3-1-15,0 4 8 16,3 3-6-16,-5 8 3 16,-3 2 6-16,0 0 8 15,-1 0 4-15,-2 20-5 16,3 2-10-16,-1 3-1 0,4 0-3 15,3-4 0-15,-1-5-4 16,3-5-6-16,-1-6-8 16,2-4-16-16,2-1-23 15,-1 0-33-15,5 0-34 16</inkml:trace>
  <inkml:trace contextRef="#ctx0" brushRef="#br0" timeOffset="7168">1062 1232 211 0,'0'-16'102'15,"0"1"-98"-15,8 10 21 16,12-4 12-16,5 3-22 16,2-2-15-16,4 4 3 15,1 1-1-15,-1 3-4 16,-1 0-6-16,1 0-8 16,-6 0-26-16,2 0-95 15</inkml:trace>
  <inkml:trace contextRef="#ctx0" brushRef="#br0" timeOffset="7794">2448 1061 119 0,'-16'-15'126'0,"10"9"-99"16,6 0 7-16,0 3 28 16,-3 1-31-16,-6 2-11 15,-4 0-5-15,-10 0-6 16,-1 5-2-16,-6 11 2 16,3-5 10-16,-4 10-5 15,6-7-7-15,6 2-6 0,2-4 2 16,12-5-4-16,3 1-8 15,2 0-8-15,0-4 3 16,4 4 9-16,19-1-2 16,4 2 1-16,0-2 2 15,2 4-6-15,-4 1 7 16,-1-1-1-16,-5-4 3 16,-2 1 2-16,-3-4 1 15,-7 3 0-15,-1-2 9 16,-6 3-6-16,0-1-3 15,0 2 3-15,0 0-5 16,0-1 0-16,-2-1-1 0,-15 0-3 16,0-2 8-1,-2 1-13-15,-2-4-4 0,-2-2-10 16,1 0-10-16,2 0-10 16,4 0-48-16,11 0-20 15</inkml:trace>
  <inkml:trace contextRef="#ctx0" brushRef="#br0" timeOffset="8116">2646 1080 134 0,'0'-4'136'0,"0"4"-116"15,0 0 39-15,0 0-1 16,0 18-27-16,0 0-12 16,0 1-6-16,0 1 0 15,0-2-10-15,0-1-4 16,0-2 1-16,0 0-1 15,4-5-7-15,-4-1-5 16,0-2-9-16,0-2-31 16,5 1-20-16,1-4-63 0</inkml:trace>
  <inkml:trace contextRef="#ctx0" brushRef="#br0" timeOffset="8364">2653 887 19 0,'0'-9'184'0,"0"6"-166"0,0 3-6 16,0 0 11-1,2 0-12-15,14 0-8 0,4 0-1 16,-6 0-6-16,-3 0-39 16,-3 0-31-16</inkml:trace>
  <inkml:trace contextRef="#ctx0" brushRef="#br0" timeOffset="9419">2853 1117 275 0,'0'-5'43'16,"0"5"-14"-16,0-3 8 15,0 3-10-15,0 0-20 16,9 0-6-16,8 0 5 16,2 0-6-16,1 0 2 15,-2 0 2-15,0 0-4 16,-4 0 0-16,-4 0 1 16,-2 0-3-16,1 0 6 15,-4 0-6-15,-1 0 7 0,-4 4-3 16,0 2 0-16,0 4 2 15,0 0-4-15,0 0 2 16,0 4 4-16,-7 2-7 16,-1-2 2-16,-3 4-4 15,3-3 5-15,-1-3-2 16,5 0-6-16,1 0 3 16,-1-2 1-16,2-2-5 15,2 0-1-15,0-4 1 16,0 5-4-16,0-4 6 15,11-1-2-15,8-1 4 16,3 0 6-16,0 9-7 16,0-6 0-16,1 6 4 0,-4 6-5 15,-2 0-9-15,-6 5 2 16,-6-1-6-16,-2 2 9 16,-3 2-2-16,0-1 8 15,0-1 2-15,0 1-1 16,-8 0 2-16,-12-6 3 15,-5 4-1-15,-2-4 6 16,2-4 7-16,1 0 8 16,1-4-1-16,3-7-4 15,4-4 7-15,0 0-1 16,5 0 7-16,2-2-6 16,4-17-4-16,5-10-12 15,0-2 4-15,0-3-14 0,14-7-7 16,13 4 11-1,7 2-3-15,2 2-4 0,2 2 1 16,-2 1-6-16,0 2 7 16,-4-2-5-16,-3 4 3 15,-2-3-1-15,1 3 0 16,-7-4 7-16,4 0-6 16,-8 0 3-16,0 0 6 15,-6 0-7-15,-3 5 4 16,-2 6 2-16,-4 6-2 15,1 6 7-15,-3 7-2 16,0-3 5-16,0 3 0 0,0 0-8 16,0 0-2-16,-11 0 3 15,-3 0-5-15,0 0 2 16,0 12-2-16,3 6-1 16,0 0 2-16,6 3-1 15,2 0-3-15,3-2 4 16,0 4-1-16,0-3 1 15,0 3 0-15,0-4-3 16,6-5 4-16,3 2-9 16,0-6 2-16,6-2 7 15,1-4-18-15,3-1-2 16,3-3-1-16,1 0-11 16,-4 0-33-16,-2 0-47 15,-1 0-128-15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00.28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0 143 127 0,'0'-7'39'15,"0"-1"-30"1,0 3 10-16,0 3 8 0,0-3 9 16,0 2-11-1,0 1-5-15,0 2 3 0,0 0 6 16,0 0 6-16,0-4-4 16,0 4-10-16,0 0 3 15,0 0-10-15,0 0-5 16,0 0 7-16,0-1-10 15,0-1 4-15,0-4-1 16,0 4-2-16,0 0 8 16,0 2-7-16,0 0-2 15,0 0 2-15,0 0-5 0,0 0 0 16,0 0 1-16,0 0-2 16,0 0 4-16,0 0-5 15,5 4 1-15,1 5 0 16,2 5-1-16,0-1 1 15,1-2 3-15,1 5-2 16,-1-4 2-16,-1 5-4 16,1 1-1-16,-4-1 5 15,0 3-3-15,1-2 5 16,-1-1-3-16,1 5-2 16,-1 1 2-16,4-1-5 15,-4-2-1-15,4-1 6 16,-5-1-5-16,3 0 1 15,-2-4 0-15,1 1-1 0,-3 0 3 16,3-2-3-16,-1-1-3 16,3-2 5-16,-6-3-2 15,4 1-1-15,0-3 1 16,-3 0 2-16,-1-4-5 16,0-1 4-16,-2 0-3 15,0 0 6-15,0 0-3 16,0 0 5-16,0 0-6 15,0 0 4-15,0 0-1 16,4 0-6-16,-1 0 5 16,1-14 3-16,2-5-5 15,2-4-2-15,1 3 4 0,2-4-2 16,-3 1 6-16,4-4-6 16,-5-1-3-16,2 1 8 15,-1-5-7-15,0-1 3 16,3 1 0-16,-2-5 0 15,-1 2 5-15,-2 3-6 16,2 2-1-16,-3 5 4 16,1 3-2-16,-3 4-2 15,-1 6 3-15,-2 5 0 16,0 2-1-16,0 5 0 16,0 0 2-16,0 0 1 15,0 0-5-15,0 0-1 0,0 0 5 16,0 0-4-1,3 0 0-15,0 0 2 16,0 0-4-16,0 0 5 0,-1 0-2 16,-2 0-8-16,0 0-6 15,0 0-36-15,0 5-131 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05.79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0 602 54 0,'4'0'98'0,"-4"-1"-78"0,0-4 13 15,0 1 20 1,0 1-16-16,2 3-13 0,0 0 10 16,-2-3-1-16,3 3-3 15,-3 0-11-15,0-2-2 16,0 2 0-16,3 0-10 16,3-3 6-16,-1 1 12 15,6-1-11-15,-3 1-9 16,4 2 1-16,1 0 3 15,1 0-4-15,0 0-5 0,-1 0 2 16,-4 12 7 0,0 3-3-16,-7 5 3 0,-2 2 6 15,0 3-9 1,0 3 8-16,-2-2-13 0,-10 0 1 16,-1-4-1-16,2-7-3 15,5-3 0-15,0-2-7 16,0-2-25-16,1-3-20 15,1 0-54-15,4-3-87 16</inkml:trace>
  <inkml:trace contextRef="#ctx0" brushRef="#br0" timeOffset="17">459 586 120 0,'2'0'8'16,"7"0"16"-16,5-5 22 15,-6-2-24-15,2-1-2 16,1 1 8-16,4-1-5 16,2 1-1-16,-4-4 0 15,1-1 4-15,-1-3-8 16,-2 0-3-16,7-3 1 15,-2-3-9-15,0-1 2 0,6-8-6 16,-1-2 2 0,0-5-2-16,-2-3 0 0,4-3-4 15,-8 1 8 1,0 5-1-16,-9 5 2 0,-4 7 8 16,-2 5 4-16,0 5-5 15,0 0-3-15,-11 5-9 16,-3-2 4-16,1 4-7 15,-1-2 2-15,3 3-2 16,2 2 3-16,1 0-3 16,2 2 1-16,4 3-3 15,-5 0 5-15,7 0-5 16,-2 0 1-16,2 0 7 16,-2 0-9-16,0 0 6 0,-5 0 5 15,-4 0-9-15,0 3 10 16,0 14-11-16,-3 6 4 15,7-1 4-15,0 3-3 16,0 2-5-16,7-3 5 16,0 2-8-16,0 1 11 15,0-2-5-15,0 0-2 16,7 1 5-16,2 0-5 16,2 1 4-16,3-2-2 15,-1 2-3-15,4-1 5 16,2 1-7-16,4 0 6 15,-1-2 0-15,-1-4-3 16,4 0-1-16,-2-6 4 0,5 0-5 16,-1-6 5-1,0 2-3-15,1-6 0 0,-3 0 6 16,-1-3-9-16,-1-2 3 16,-6 0 1-16,-3 0-5 15,-7 0-2-15,-3 0-20 16,-4 0-43-16,0 6-138 15</inkml:trace>
  <inkml:trace contextRef="#ctx0" brushRef="#br0" timeOffset="2227">1430 502 117 0,'-5'0'79'0,"0"0"-63"0,-1 0 22 16,6 0 4 0,0 0-21-16,0 0-11 0,0 0-1 15,0 0-1-15,0 0-1 16,0 0 7-16,0 0-7 16,0 0 5-16,0 0 5 15,0 0 7-15,0 0-4 16,0 0-7-16,2 0 3 15,5 0 2-15,0 0-7 16,4 0-6-16,0 0-1 16,0 0-4-16,1 4 8 15,-3 2-7-15,1 1 4 16,-5 1-2-16,4-2 1 16,-4 5 0-16,2-1 0 0,-5 2 0 15,-2 6 10 1,0-1-14-16,0 1 3 0,0 1 0 15,0-1-7-15,-9-1 0 16,1-4 3-16,0-1-20 16,-3-5-15-16,0 1-98 15,-6-3-177-15</inkml:trace>
  <inkml:trace contextRef="#ctx0" brushRef="#br0" timeOffset="4256">2101 129 93 0,'0'-8'72'15,"0"-1"-46"-15,0 4 4 16,0-1 21-16,0 6-17 15,0 0-17-15,0 0 6 16,0 0-6-16,0 0 1 16,0 0-3-16,0 0-2 15,0 0 4-15,0 0-2 16,0 0 4-16,0 0 1 0,0 0-2 16,0 6-3-16,0 6-2 15,-2 8-1 1,-10 2-1-16,5 3-2 0,-4-2-2 15,-1 4-4-15,-1-2-1 16,2 2-3-16,2 0 5 16,-2-2-6-16,6 0 1 15,-3 2 1-15,5-2 1 16,-3 0-2-16,3 0 1 16,0-5-2-16,1-5 4 15,-2 0-7-15,4-2 5 16,-2-4-4-16,2-2 2 15,-3-2 1-15,3 1-1 0,0-4-6 16,0 1 3 0,0-3-7-16,0 0-5 0,0 0-5 15,0 0-14-15,-6 0-15 16,-1 0-23-16,-2 0-34 16,4 0-66-16</inkml:trace>
  <inkml:trace contextRef="#ctx0" brushRef="#br0" timeOffset="4765">2019 189 77 0,'0'-7'59'0,"0"7"-45"15,0 0 1-15,0 0 12 16,0 0-10-16,0-1-3 16,0 1 7-16,0-2 13 15,8-1-3-15,0 3-15 16,-3 0 7-16,1 0-1 15,2 0-7-15,3 0 1 16,-2 10 2-16,2 5-3 0,-3 5-4 16,4 0-8-1,-5 2 1-15,2-2 0 0,2-1-3 16,-2 2 1-16,-2-1 1 16,2-1-3-16,-4-1 6 15,4-3-6-15,-1 2 2 16,-1 4-2-16,7-4 0 15,-3 0 0-15,4-2-4 16,-5-2 0-16,-1-5 1 16,-3 1-6-16,-3-4 7 15,-1-3-2-15,0 0-4 16,-2-2-12-16,0 0-7 16,0 0-21-16,0 0-48 0,0 0-31 15</inkml:trace>
  <inkml:trace contextRef="#ctx0" brushRef="#br0" timeOffset="5122">1938 442 81 0,'0'0'65'16,"0"-2"-58"-16,0 2 18 15,9 0 5-15,10 0-16 16,3 0-3-16,3 0 1 15,0-3 1-15,0 1 1 16,-1 0-6-16,-1-3-6 16,2-1-1-16,-3 1-2 15,0 0-1-15,-1 0-11 16,-6 1-14-16,-2 1-44 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15.4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38 455 157 0,'0'-3'45'0,"0"-3"-38"16,0-2 22-16,0 4 7 16,0 4-20-16,0-1-9 15,0 1-1-15,0 0-4 16,0 0 9-16,0 0 14 16,0 0 4-16,3 0 17 15,0 12-14-15,-3 3-6 16,3 1-8-16,-3 2-11 15,0 2-1-15,0-2-3 16,0 2 1-16,0 0-3 16,-6 4-2-16,-5-4-3 15,2-1 1-15,2-3-7 0,1-8-15 16,3-3-23-16,0 0-20 16,3-5-30-16,-2 2-56 15</inkml:trace>
  <inkml:trace contextRef="#ctx0" brushRef="#br0" timeOffset="711">389 152 114 0,'0'-10'82'15,"0"2"-58"-15,0 6 13 16,0 2 11-16,0 0-19 16,0 0-14-16,0 0-1 15,0 0 17-15,0 0-13 0,0 0-1 16,0 0 4 0,0 7-3-16,0 9 1 0,0 11-5 15,3-3-1-15,2 6 2 16,-3 0-7-16,5 0-2 15,-3-1-10-15,5 4 3 16,0-5 4-16,-2 1-3 16,0-1-3-16,-3-4 6 15,2-2-5-15,0-2 1 16,0-7 1-16,-3-3-3 16,-1-6-4-16,4 2-1 15,-3-6 0-15,1 2 5 16,2-2-3-16,-3 0 4 15,2 0-3-15,-1 0-3 0,-4 0 1 16,0 0-6-16,0 0-9 16,0 0-53-16,0-5-35 15,0-2-19-15</inkml:trace>
  <inkml:trace contextRef="#ctx0" brushRef="#br0" timeOffset="1657">317 201 145 0,'0'-12'30'16,"0"5"-6"-16,0-1 24 15,0 3-19-15,3 2-13 16,8 1 1-16,0 2 6 16,3 0-3-16,0 0 4 15,-3 0-12-15,3 0 1 16,-1 0 4-16,1 0 5 15,-1 10-2-15,4 5-6 0,0 2-3 16,-1 3-1 0,-1-1-10-16,-2-1 0 15,-2 0 2-15,6-1-2 0,-6-4 0 16,8-4-2-16,-2-4 0 16,-3-2 5-16,-3 0-6 15,-7-3 2-15,3 0 2 16,-5 0-2-16,1 0 4 15,3 0-2-15,-1 0-4 16,4-6 7-16,-5-3-5 16,5-4-2-16,0-2 6 15,-2 1-4-15,2 1 2 16,-4-4-1-16,4-1 0 16,-7 1 2-16,5 2-2 0,-7-3-1 15,2 3 4 1,-2 0-4-16,2-2 3 0,1-2-1 15,3 1-1-15,3 0 2 16,-2 3-4-16,2 4 1 16,0-2 4-16,-2 3-5 15,-1-1 5-15,-1 5-3 16,2 0-2-16,-5 4 4 16,-2 2-3-16,0 0 1 15,0 0 5-15,0 0-6 16,0 0 2-16,0 0 2 15,0 0-4-15,0 0 0 0,0 0 0 16,0 0 3-16,0 0 8 16,5 14 2-1,-1 7 0-15,-2 3-4 0,0 3 3 16,1 2-8-16,3-5 1 16,-1 1-5-16,2 0 7 15,-3-2-7-15,5-1 2 16,-4 0 1-16,1-3-1 15,2 4 0-15,-2-3-1 16,1-3-1-16,2-2 2 16,-3 0-1-16,2 0-1 15,0 0 2-15,-3 0-2 16,-1-3 1-16,-2-1-4 16,1-4 0-16,0-2 2 15,-1-1-9-15,2-1-8 0,-4-3-16 16,0 0-43-16,0 0-76 15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22.009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0 390 80 0,'9'-2'58'0,"-4"-3"-52"0,-2 2 2 16,0 1 5-1,0 2 4-15,2 0-10 0,1 0 5 16,1 0 1-16,-1 0 16 16,0 0-5-16,2 0-2 15,1 0-1-15,-2 0-3 16,8 0-4-16,-1 8 5 16,-3 4-1-16,3 2-9 15,-3-1-3-15,2 0-3 16,1-5 2-16,-3-2-2 15,3-1-4-15,-5 2 1 0,-2-7 7 16,4 0-7-16,-2 0-2 16,0 0 6-16,-2 0 1 15,1 0-3-15,-2 0-1 16,0-9-2-16,-4 0 4 16,-2-2-4-16,0-1 2 15,3 1 2-15,-3 4-4 16,0 2-1-16,0 3 8 15,0 2-8-15,0 0 5 16,0 0-7-16,0 0 1 16,0-3 7-16,0 3-2 15,0 0-2-15,0 0 0 0,0 0 0 16,0 0 5 0,0 0-9-16,0 0 5 15,0 0 3-15,0 0-5 16,0 0-1-16,0 0 4 0,0 0-5 15,0 0 9-15,0 0-11 16,0 0 5-16,0 0 3 16,0 0-7-16,0 0 2 15,0 0 2-15,0 0-6 16,2 0 6-16,2 0-3 16,-2 0 4-16,3 0 0 15,-5 0 0-15,4 0-3 16,-4 0 3-16,0 0-2 15,0 0 6-15,2 0-5 0,4-2 3 16,0-3 0-16,5 0-4 16,-4-3-1-16,2 7 5 15,0-5-5-15,-2 4 3 16,1-4 0-16,1 4-2 16,-1-3 4-16,1 2-6 15,-5 1 4-15,5-1-1 16,0 2 2-16,2-2-4 15,0 3 5-15,3 0-6 16,-1-3 8-16,4 3-8 16,2 0 3-16,-2 0 3 15,2 0-3-15,-2 0 3 16,0 0-7-16,-1 0 6 16,0 0 4-16,1 0-7 15,-7 0 1-15,1 3 3 0,-4 1-2 16,1-1 1-16,0 2-3 15,1-2 0-15,-5-1 6 16,3 0-8-16,-2 1 3 16,-3 0 0-16,2-3 0 15,-4 0 0-15,0 0 1 16,3 0-4-16,1 0 13 16,7 0-12-16,3-16 5 15,1-6-2-15,4 2-1 16,-3 0 0-16,4 1 1 0,-1 7-2 15,-2 1 6 1,-4 4-6-16,1 2 1 0,0 2 0 16,0 1 0-1,3-3 1-15,-4 5-3 0,1 0 2 16,-3 0 5-16,0 0-6 16,-2 0-2-16,-1 0 6 15,-2 0-2-15,-2 0 0 16,3 0-1-16,-3 3-1 15,5-1 7-15,-4 3-9 16,6-3 2-16,-2-2 7 16,2 0-7-16,-3 0 2 15,3 0-1-15,0 0-1 16,3 0 4-16,-1 0-5 16,7 0 1-16,2 0 5 0,3 0-7 15,0 0 3-15,5 0 0 16,1 0-1-16,-1 0 3 15,6 0-4-15,0 0 1 16,0 0 3-16,6 0-3 16,-1 0 1-16,3 0-4 15,6 0 3-15,-4 3 2 16,4 3-5-16,0-3 4 16,-11 0 1-16,-3 0-5 15,4-3 7-15,2 0-3 16,5 0-4-16,6 0 5 15,-1 0-1-15,0-6-6 0,4-1 7 16,-1-3-5-16,0-3 3 16,0 2-2-16,-2 1-2 15,0-1 6-15,-7 4-3 16,1 0-1-16,-1-1 5 16,1 0-4-16,3 1 1 15,6-2 4-15,5 1-3 16,2-2 0-16,1 4-2 15,2 0 1-15,-5 3 6 16,-4 1-9-16,-4-1 3 16,-3 3 2-16,-3-2 1 15,-6 2-2-15,0 0-2 16,-1-3 1-16,-8 3 4 0,4-2-6 16,-2-4 3-1,2 3 1-15,0-3-1 0,0-2 0 16,4-2 0-16,1 4 2 15,1-5 0-15,0 1-6 16,-4 5 7-16,2-3-4 16,-11 6 1-16,-1 2 2 15,-11-2-2-15,-4 2-2 16,-4 0 5-16,-6 0-3 16,-1 0 4-16,-2 0 0 15,0 0-2-15,0 0 2 16,0 0-1-16,0 0-3 0,0 0 7 15,0 0-9-15,0-5 2 16,0 0-1-16,0 0-20 16,0 2-84-16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24.75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205 50 169 0,'-3'-9'29'0,"-3"-2"0"15,4 10 14 1,2-2-12-16,0 3-13 0,0 0-6 15,0 0 6 1,0 0 1-16,0 0 9 0,0 0 7 16,0 0 0-16,0 0-10 15,0 0-6-15,0 10-9 16,0 0 8-16,0 0-6 16,0 5-5-16,0 0 4 15,0 2-11-15,0 2 3 16,0 2-1-16,0 6-1 15,0-3 0-15,0 5-1 0,0-3 0 16,-3-1 9 0,0 0-16-16,1-3 7 0,2 4 1 15,0-7-2-15,0-2 2 16,0 1-3-16,0-9-1 16,0 1 3-16,0-2-6 15,0-8 0-15,0 3-2 16,0-3-6-16,0 0-1 15,0 0-1-15,0 0-19 16,0 0-19-16,0 0-66 16,0-7-36-16</inkml:trace>
  <inkml:trace contextRef="#ctx0" brushRef="#br0" timeOffset="600">15 103 105 0,'-11'-5'27'16,"7"-1"-6"-16,4 4 11 0,0 2-5 16,0-2-6-16,0 2 6 15,0 0 5-15,0-2-16 16,0-1-6-16,0-2-1 16,11-2 1-16,7 2 12 15,3-1-11-15,3 2 3 16,7-4-1-16,-1 3-1 15,4-2-1-15,2 0-2 16,-3-2-4-16,1 2 5 16,-4 2-8-16,-3 1-4 15,-3 0 6-15,-1 4-3 16,-7 0 0-16,1 0-2 16,-3 0 1-16,0 6 5 15,-3 7-5-15,-3-3 4 0,-3 2 1 16,-2-3 1-16,0 1 0 15,-3 1-5-15,3-4-1 16,-3 3 9-16,0-2-6 16,0-1 2-16,0 3 7 15,0-1-6-15,-6 3-4 16,-13 2-2-16,-8 2 0 16,-4-1 2-16,3 0-8 15,-2 0 0-15,3-7-5 16,-1-2-12-16,3-5-29 15,6 2-23-15,2 1-50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30.48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72 18 119 0,'0'0'34'15,"0"-5"-18"-15,0 0 6 16,0 5 5-16,0-3 2 16,0 1-12-16,0-1 2 15,0 3 6-15,0 0-6 16,0 0 2-16,0 0 4 15,0 0-2-15,3 0 4 16,1 0 4-16,-2 0-12 16,0 0 3-16,4 8-8 15,-3 7 2-15,0 3-4 0,-3-3-3 16,0 4 0 0,0 1-3-16,0 0-6 0,0 0 5 15,-9 0-3-15,-5-3-5 16,-2-2-4-16,-1 0-12 15,-5-2-36-15,5 2-88 16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35.29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443 149 9 0,'-3'-6'98'15,"0"1"-77"-15,3 4 11 16,0-2-3-16,0 3-13 0,0 0 2 16,0-3-3-16,0 1 0 15,0-1 15-15,3-2 0 16,5 3-13-16,-4-4 0 15,1 4 6-15,1-1-1 16,-4 2-6-16,1-2-3 16,-1 0 2-16,-2 3-3 15,0-2-5-15,0 2 3 16,0-3-6-16,0 3 5 16,0-2-7-16,0-1 1 15,0-2 9-15,0 3-3 16,0-2-3-16,0 1-3 0,0-3 1 15,0 3 0-15,-2-3 0 16,-3 3-1-16,-1 0 3 16,4 3 0-16,-7-2-2 15,0 2 3-15,-1 0-9 16,-5 0 8-16,1 0-9 16,1 0 4-16,-1 0 2 15,3 0-2-15,6 0 0 16,-1 5 0-16,1 0-3 15,2 2 3-15,-3 3-2 16,1 0 1-16,-1 3 4 16,4-1-7-16,-3 1 6 0,5-1 1 15,-4 0-7-15,2 2 8 16,2-2-8-16,0 2 6 16,0 3-1-16,0 1-4 15,0-3 4-15,0 0-2 16,0-1 0-16,0 2 1 15,0-2-1-15,0 4-1 16,0 0 2 0,6-1-2-16,-1 0 1 0,-1 1 1 15,2-4-4-15,-3 1 4 16,0 0-2-16,0 3 2 16,-3-3 0-16,0 2-3 15,0-3 4-15,0 2-3 16,0-2 2-16,0-1-1 15,0-3-1-15,0-3 0 0,0 1 2 16,0 2-2-16,0-2 2 16,0 1 0-16,0-2-2 15,0 1 2-15,0 1-2 16,0-8-3-16,0 2 9 16,0-1-10-16,0-2 2 15,0 0 1-15,0 0-1 16,0 0 0-16,0 0 6 15,0 0-4-15,0 0 0 16,0 0-7-16,-3 0-1 16,-5 0-2-16,-3 0-6 15,-3 0-12-15,1 0-19 0,-2-2-50 16,7-1-35 0</inkml:trace>
  <inkml:trace contextRef="#ctx0" brushRef="#br0" timeOffset="2091">51 193 113 0,'-2'-5'23'0,"-2"3"-15"0,2 2 14 15,-1 0 2-15,1 0-7 16,-4 0-4-16,-2 0-5 15,-1 0 6-15,1 0 8 16,5 0-3-16,3 0 1 16,0 0 1-16,0 0-1 0,0 0 9 15,0 0-14 1,0 0-3-16,0 0 0 0,0-3 5 16,0 3-5-16,0-2 1 15,0 0-5-15,0-2 0 16,0 4-4-16,0 0-4 15,0 0 6-15,13 0 2 16,8 0-3-16,3 0-2 16,-1 0-3-16,2 0 3 15,-1 0-3-15,6 0-1 16,3 0 5-16,1 0-6 16,-2 0 4-16,-1 0-2 15,-6 0-3-15,-6-2 4 16,1-10-3-16,-7 2 1 15,1-3 3-15,-5-1-3 0,-1-2 0 16,0 2 1 0,-6 0-1-16,2 2 1 0,-1-2 1 15,-3 1-5-15,0 1 10 16,0 0-7-16,0 3 0 16,0 3-1-16,0 4 3 15,0 2 1-15,0 0-3 16,0 0-3-16,0 0 9 15,0 0-8-15,0 0 4 16,-3 0 5-16,-6 0-6 0,-2 9 5 16,2 6-4-1,2-1 0-15,1-1 5 16,0 4-8-16,0-4 2 0,4 0 0 16,2 1 0-16,0-3 2 15,-2 1-8-15,2 0 9 16,0 1 0-16,0-1-3 15,0 3 1-15,0 3 3 16,0 2 0-16,-3 2-2 16,3 2 0-16,0 2-2 15,0 1 1-15,0-2-1 16,0-1 0-16,0 1 1 16,0-2-3-16,0 2 2 15,0-3-2-15,0-4 0 16,0-2 2-16,0 0 1 0,0-3-8 15,0-1 6 1,0 0-1-16,5 0 1 0,1 3 0 16,-1-2-2-16,1-1 6 15,-6-2-2-15,3 2-4 16,-3 1 1-16,0 0 2 16,0-4-1-16,0-1 0 15,0-1-2-15,0-2 7 16,0 0-10-16,0 0 7 15,-3 3 0-15,-12-3-1 16,4 0-2-16,1-3 4 16,-1 1-3-16,-2-3 3 15,-2 2-3-15,-1 0 0 16,2-2 3-16,0 0-3 0,3 3 1 16,3-3 0-16,0 0 0 15,-3 0 5-15,5 0-3 16,-2 0-1-16,-1 0 1 15,3 0-1-15,-5-7 0 16,1-1 3-16,-1-2-2 16,-2 0 0-16,4-2-3 15,-3-4 3-15,6 6 3 16,1-2-5-16,3 2 1 16,2 2 3-16,-2-1-5 15,2 7 4-15,0 2-4 16,0 0 0-16,0 0 2 15,0 0-2-15,0 0-6 0,0 0 2 16,0 0-6 0,0 5-26-16,0 5-98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226.01904" units="1/cm"/>
          <inkml:channelProperty channel="Y" name="resolution" value="3561.630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09-02T05:27:40.97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30 10 36 0,'-3'-2'57'0,"1"-1"-43"16,-4 3 2-16,6 0-1 15,0 0-3-15,0 0-10 16,0 0 2-16,0 0 6 16,0 0 1-16,0 0 1 15,0-3 9-15,0 3-8 16,0 0 5-16,0 0-2 0,0-2-1 15,0 2 4 1,0 0-6-16,0 0-1 0,0 0 3 16,0 0 17-16,0 0 1 15,0 0-20-15,0 0 1 16,0 0 0-16,0 0-5 16,0 0 3-16,8 0-1 15,1 0-6-15,2 0 2 16,1 0-4-16,-1 0-3 15,-1 2 6-15,1 1-3 16,-3 6 0-16,1-6-2 16,-7 7 4-16,4 5 0 0,-3-3 1 15,-3 6-3-15,0 2 5 16,0-2-6-16,0 1 6 16,-9 3-11-16,-10 0-3 15,2-6-1-15,-2-1-11 16,0-1-30-16,0-1-44 15,2-1-90-15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88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68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691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94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279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03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98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924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14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76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70C9D-25A4-4863-84AC-A93FC5A024A4}" type="datetimeFigureOut">
              <a:rPr lang="en-IN" smtClean="0"/>
              <a:t>02-09-2020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6F1BA-E633-4EA6-A89E-EE4D911635D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29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emf"/><Relationship Id="rId3" Type="http://schemas.openxmlformats.org/officeDocument/2006/relationships/image" Target="../media/image1.emf"/><Relationship Id="rId21" Type="http://schemas.openxmlformats.org/officeDocument/2006/relationships/image" Target="../media/image10.emf"/><Relationship Id="rId34" Type="http://schemas.openxmlformats.org/officeDocument/2006/relationships/customXml" Target="../ink/ink17.xml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31" Type="http://schemas.openxmlformats.org/officeDocument/2006/relationships/image" Target="../media/image15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emf"/><Relationship Id="rId30" Type="http://schemas.openxmlformats.org/officeDocument/2006/relationships/customXml" Target="../ink/ink15.xml"/><Relationship Id="rId35" Type="http://schemas.openxmlformats.org/officeDocument/2006/relationships/image" Target="../media/image17.e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emf"/><Relationship Id="rId18" Type="http://schemas.openxmlformats.org/officeDocument/2006/relationships/customXml" Target="../ink/ink28.xml"/><Relationship Id="rId26" Type="http://schemas.openxmlformats.org/officeDocument/2006/relationships/customXml" Target="../ink/ink32.xml"/><Relationship Id="rId39" Type="http://schemas.openxmlformats.org/officeDocument/2006/relationships/image" Target="../media/image38.emf"/><Relationship Id="rId21" Type="http://schemas.openxmlformats.org/officeDocument/2006/relationships/image" Target="../media/image29.emf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47" Type="http://schemas.openxmlformats.org/officeDocument/2006/relationships/image" Target="../media/image42.emf"/><Relationship Id="rId50" Type="http://schemas.openxmlformats.org/officeDocument/2006/relationships/customXml" Target="../ink/ink44.xml"/><Relationship Id="rId55" Type="http://schemas.openxmlformats.org/officeDocument/2006/relationships/image" Target="../media/image46.emf"/><Relationship Id="rId7" Type="http://schemas.openxmlformats.org/officeDocument/2006/relationships/image" Target="../media/image22.emf"/><Relationship Id="rId12" Type="http://schemas.openxmlformats.org/officeDocument/2006/relationships/customXml" Target="../ink/ink25.xml"/><Relationship Id="rId17" Type="http://schemas.openxmlformats.org/officeDocument/2006/relationships/image" Target="../media/image27.emf"/><Relationship Id="rId25" Type="http://schemas.openxmlformats.org/officeDocument/2006/relationships/image" Target="../media/image31.emf"/><Relationship Id="rId33" Type="http://schemas.openxmlformats.org/officeDocument/2006/relationships/image" Target="../media/image35.emf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59" Type="http://schemas.openxmlformats.org/officeDocument/2006/relationships/image" Target="../media/image48.emf"/><Relationship Id="rId2" Type="http://schemas.openxmlformats.org/officeDocument/2006/relationships/customXml" Target="../ink/ink20.xml"/><Relationship Id="rId16" Type="http://schemas.openxmlformats.org/officeDocument/2006/relationships/customXml" Target="../ink/ink27.xml"/><Relationship Id="rId20" Type="http://schemas.openxmlformats.org/officeDocument/2006/relationships/customXml" Target="../ink/ink29.xml"/><Relationship Id="rId29" Type="http://schemas.openxmlformats.org/officeDocument/2006/relationships/image" Target="../media/image33.emf"/><Relationship Id="rId41" Type="http://schemas.openxmlformats.org/officeDocument/2006/relationships/image" Target="../media/image39.emf"/><Relationship Id="rId54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.xml"/><Relationship Id="rId11" Type="http://schemas.openxmlformats.org/officeDocument/2006/relationships/image" Target="../media/image24.emf"/><Relationship Id="rId24" Type="http://schemas.openxmlformats.org/officeDocument/2006/relationships/customXml" Target="../ink/ink31.xml"/><Relationship Id="rId32" Type="http://schemas.openxmlformats.org/officeDocument/2006/relationships/customXml" Target="../ink/ink35.xml"/><Relationship Id="rId37" Type="http://schemas.openxmlformats.org/officeDocument/2006/relationships/image" Target="../media/image37.emf"/><Relationship Id="rId40" Type="http://schemas.openxmlformats.org/officeDocument/2006/relationships/customXml" Target="../ink/ink39.xml"/><Relationship Id="rId45" Type="http://schemas.openxmlformats.org/officeDocument/2006/relationships/image" Target="../media/image41.emf"/><Relationship Id="rId53" Type="http://schemas.openxmlformats.org/officeDocument/2006/relationships/image" Target="../media/image45.emf"/><Relationship Id="rId58" Type="http://schemas.openxmlformats.org/officeDocument/2006/relationships/customXml" Target="../ink/ink48.xml"/><Relationship Id="rId5" Type="http://schemas.openxmlformats.org/officeDocument/2006/relationships/image" Target="../media/image21.emf"/><Relationship Id="rId15" Type="http://schemas.openxmlformats.org/officeDocument/2006/relationships/image" Target="../media/image26.emf"/><Relationship Id="rId23" Type="http://schemas.openxmlformats.org/officeDocument/2006/relationships/image" Target="../media/image30.emf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43.emf"/><Relationship Id="rId57" Type="http://schemas.openxmlformats.org/officeDocument/2006/relationships/image" Target="../media/image47.emf"/><Relationship Id="rId10" Type="http://schemas.openxmlformats.org/officeDocument/2006/relationships/customXml" Target="../ink/ink24.xml"/><Relationship Id="rId19" Type="http://schemas.openxmlformats.org/officeDocument/2006/relationships/image" Target="../media/image28.emf"/><Relationship Id="rId31" Type="http://schemas.openxmlformats.org/officeDocument/2006/relationships/image" Target="../media/image34.emf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4" Type="http://schemas.openxmlformats.org/officeDocument/2006/relationships/customXml" Target="../ink/ink21.xml"/><Relationship Id="rId9" Type="http://schemas.openxmlformats.org/officeDocument/2006/relationships/image" Target="../media/image23.emf"/><Relationship Id="rId14" Type="http://schemas.openxmlformats.org/officeDocument/2006/relationships/customXml" Target="../ink/ink26.xml"/><Relationship Id="rId22" Type="http://schemas.openxmlformats.org/officeDocument/2006/relationships/customXml" Target="../ink/ink30.xml"/><Relationship Id="rId27" Type="http://schemas.openxmlformats.org/officeDocument/2006/relationships/image" Target="../media/image32.emf"/><Relationship Id="rId30" Type="http://schemas.openxmlformats.org/officeDocument/2006/relationships/customXml" Target="../ink/ink34.xml"/><Relationship Id="rId35" Type="http://schemas.openxmlformats.org/officeDocument/2006/relationships/image" Target="../media/image36.emf"/><Relationship Id="rId43" Type="http://schemas.openxmlformats.org/officeDocument/2006/relationships/image" Target="../media/image40.emf"/><Relationship Id="rId48" Type="http://schemas.openxmlformats.org/officeDocument/2006/relationships/customXml" Target="../ink/ink43.xml"/><Relationship Id="rId56" Type="http://schemas.openxmlformats.org/officeDocument/2006/relationships/customXml" Target="../ink/ink47.xml"/><Relationship Id="rId8" Type="http://schemas.openxmlformats.org/officeDocument/2006/relationships/customXml" Target="../ink/ink23.xml"/><Relationship Id="rId51" Type="http://schemas.openxmlformats.org/officeDocument/2006/relationships/image" Target="../media/image44.emf"/><Relationship Id="rId3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emf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9" Type="http://schemas.openxmlformats.org/officeDocument/2006/relationships/image" Target="../media/image67.emf"/><Relationship Id="rId21" Type="http://schemas.openxmlformats.org/officeDocument/2006/relationships/image" Target="../media/image58.emf"/><Relationship Id="rId34" Type="http://schemas.openxmlformats.org/officeDocument/2006/relationships/customXml" Target="../ink/ink65.xml"/><Relationship Id="rId42" Type="http://schemas.openxmlformats.org/officeDocument/2006/relationships/customXml" Target="../ink/ink69.xml"/><Relationship Id="rId47" Type="http://schemas.openxmlformats.org/officeDocument/2006/relationships/image" Target="../media/image71.emf"/><Relationship Id="rId50" Type="http://schemas.openxmlformats.org/officeDocument/2006/relationships/customXml" Target="../ink/ink73.xml"/><Relationship Id="rId55" Type="http://schemas.openxmlformats.org/officeDocument/2006/relationships/image" Target="../media/image75.emf"/><Relationship Id="rId63" Type="http://schemas.openxmlformats.org/officeDocument/2006/relationships/image" Target="../media/image79.emf"/><Relationship Id="rId7" Type="http://schemas.openxmlformats.org/officeDocument/2006/relationships/image" Target="../media/image51.emf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62.emf"/><Relationship Id="rId41" Type="http://schemas.openxmlformats.org/officeDocument/2006/relationships/image" Target="../media/image68.emf"/><Relationship Id="rId54" Type="http://schemas.openxmlformats.org/officeDocument/2006/relationships/customXml" Target="../ink/ink75.xml"/><Relationship Id="rId62" Type="http://schemas.openxmlformats.org/officeDocument/2006/relationships/customXml" Target="../ink/ink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11" Type="http://schemas.openxmlformats.org/officeDocument/2006/relationships/image" Target="../media/image53.emf"/><Relationship Id="rId24" Type="http://schemas.openxmlformats.org/officeDocument/2006/relationships/customXml" Target="../ink/ink60.xml"/><Relationship Id="rId32" Type="http://schemas.openxmlformats.org/officeDocument/2006/relationships/customXml" Target="../ink/ink64.xml"/><Relationship Id="rId37" Type="http://schemas.openxmlformats.org/officeDocument/2006/relationships/image" Target="../media/image66.emf"/><Relationship Id="rId40" Type="http://schemas.openxmlformats.org/officeDocument/2006/relationships/customXml" Target="../ink/ink68.xml"/><Relationship Id="rId45" Type="http://schemas.openxmlformats.org/officeDocument/2006/relationships/image" Target="../media/image70.emf"/><Relationship Id="rId53" Type="http://schemas.openxmlformats.org/officeDocument/2006/relationships/image" Target="../media/image74.emf"/><Relationship Id="rId58" Type="http://schemas.openxmlformats.org/officeDocument/2006/relationships/customXml" Target="../ink/ink77.xml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28" Type="http://schemas.openxmlformats.org/officeDocument/2006/relationships/customXml" Target="../ink/ink62.xml"/><Relationship Id="rId36" Type="http://schemas.openxmlformats.org/officeDocument/2006/relationships/customXml" Target="../ink/ink66.xml"/><Relationship Id="rId49" Type="http://schemas.openxmlformats.org/officeDocument/2006/relationships/image" Target="../media/image72.emf"/><Relationship Id="rId57" Type="http://schemas.openxmlformats.org/officeDocument/2006/relationships/image" Target="../media/image76.emf"/><Relationship Id="rId61" Type="http://schemas.openxmlformats.org/officeDocument/2006/relationships/image" Target="../media/image78.emf"/><Relationship Id="rId10" Type="http://schemas.openxmlformats.org/officeDocument/2006/relationships/customXml" Target="../ink/ink53.xml"/><Relationship Id="rId19" Type="http://schemas.openxmlformats.org/officeDocument/2006/relationships/image" Target="../media/image57.emf"/><Relationship Id="rId31" Type="http://schemas.openxmlformats.org/officeDocument/2006/relationships/image" Target="../media/image63.emf"/><Relationship Id="rId44" Type="http://schemas.openxmlformats.org/officeDocument/2006/relationships/customXml" Target="../ink/ink70.xml"/><Relationship Id="rId52" Type="http://schemas.openxmlformats.org/officeDocument/2006/relationships/customXml" Target="../ink/ink74.xml"/><Relationship Id="rId60" Type="http://schemas.openxmlformats.org/officeDocument/2006/relationships/customXml" Target="../ink/ink78.xml"/><Relationship Id="rId65" Type="http://schemas.openxmlformats.org/officeDocument/2006/relationships/image" Target="../media/image80.emf"/><Relationship Id="rId4" Type="http://schemas.openxmlformats.org/officeDocument/2006/relationships/customXml" Target="../ink/ink50.xml"/><Relationship Id="rId9" Type="http://schemas.openxmlformats.org/officeDocument/2006/relationships/image" Target="../media/image52.emf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61.emf"/><Relationship Id="rId30" Type="http://schemas.openxmlformats.org/officeDocument/2006/relationships/customXml" Target="../ink/ink63.xml"/><Relationship Id="rId35" Type="http://schemas.openxmlformats.org/officeDocument/2006/relationships/image" Target="../media/image65.emf"/><Relationship Id="rId43" Type="http://schemas.openxmlformats.org/officeDocument/2006/relationships/image" Target="../media/image69.emf"/><Relationship Id="rId48" Type="http://schemas.openxmlformats.org/officeDocument/2006/relationships/customXml" Target="../ink/ink72.xml"/><Relationship Id="rId56" Type="http://schemas.openxmlformats.org/officeDocument/2006/relationships/customXml" Target="../ink/ink76.xml"/><Relationship Id="rId64" Type="http://schemas.openxmlformats.org/officeDocument/2006/relationships/customXml" Target="../ink/ink80.xml"/><Relationship Id="rId8" Type="http://schemas.openxmlformats.org/officeDocument/2006/relationships/customXml" Target="../ink/ink52.xml"/><Relationship Id="rId51" Type="http://schemas.openxmlformats.org/officeDocument/2006/relationships/image" Target="../media/image73.emf"/><Relationship Id="rId3" Type="http://schemas.openxmlformats.org/officeDocument/2006/relationships/image" Target="../media/image49.emf"/><Relationship Id="rId12" Type="http://schemas.openxmlformats.org/officeDocument/2006/relationships/customXml" Target="../ink/ink54.xml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33" Type="http://schemas.openxmlformats.org/officeDocument/2006/relationships/image" Target="../media/image64.emf"/><Relationship Id="rId38" Type="http://schemas.openxmlformats.org/officeDocument/2006/relationships/customXml" Target="../ink/ink67.xml"/><Relationship Id="rId46" Type="http://schemas.openxmlformats.org/officeDocument/2006/relationships/customXml" Target="../ink/ink71.xml"/><Relationship Id="rId59" Type="http://schemas.openxmlformats.org/officeDocument/2006/relationships/image" Target="../media/image7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13" Type="http://schemas.openxmlformats.org/officeDocument/2006/relationships/image" Target="../media/image86.emf"/><Relationship Id="rId18" Type="http://schemas.openxmlformats.org/officeDocument/2006/relationships/customXml" Target="../ink/ink89.xml"/><Relationship Id="rId26" Type="http://schemas.openxmlformats.org/officeDocument/2006/relationships/customXml" Target="../ink/ink93.xml"/><Relationship Id="rId39" Type="http://schemas.openxmlformats.org/officeDocument/2006/relationships/image" Target="../media/image99.emf"/><Relationship Id="rId3" Type="http://schemas.openxmlformats.org/officeDocument/2006/relationships/image" Target="../media/image81.emf"/><Relationship Id="rId21" Type="http://schemas.openxmlformats.org/officeDocument/2006/relationships/image" Target="../media/image90.emf"/><Relationship Id="rId34" Type="http://schemas.openxmlformats.org/officeDocument/2006/relationships/customXml" Target="../ink/ink97.xml"/><Relationship Id="rId42" Type="http://schemas.openxmlformats.org/officeDocument/2006/relationships/customXml" Target="../ink/ink101.xml"/><Relationship Id="rId7" Type="http://schemas.openxmlformats.org/officeDocument/2006/relationships/image" Target="../media/image83.emf"/><Relationship Id="rId12" Type="http://schemas.openxmlformats.org/officeDocument/2006/relationships/customXml" Target="../ink/ink86.xml"/><Relationship Id="rId17" Type="http://schemas.openxmlformats.org/officeDocument/2006/relationships/image" Target="../media/image88.emf"/><Relationship Id="rId25" Type="http://schemas.openxmlformats.org/officeDocument/2006/relationships/image" Target="../media/image92.emf"/><Relationship Id="rId33" Type="http://schemas.openxmlformats.org/officeDocument/2006/relationships/image" Target="../media/image96.emf"/><Relationship Id="rId38" Type="http://schemas.openxmlformats.org/officeDocument/2006/relationships/customXml" Target="../ink/ink99.xml"/><Relationship Id="rId2" Type="http://schemas.openxmlformats.org/officeDocument/2006/relationships/customXml" Target="../ink/ink81.xml"/><Relationship Id="rId16" Type="http://schemas.openxmlformats.org/officeDocument/2006/relationships/customXml" Target="../ink/ink88.xml"/><Relationship Id="rId20" Type="http://schemas.openxmlformats.org/officeDocument/2006/relationships/customXml" Target="../ink/ink90.xml"/><Relationship Id="rId29" Type="http://schemas.openxmlformats.org/officeDocument/2006/relationships/image" Target="../media/image94.emf"/><Relationship Id="rId41" Type="http://schemas.openxmlformats.org/officeDocument/2006/relationships/image" Target="../media/image100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1" Type="http://schemas.openxmlformats.org/officeDocument/2006/relationships/image" Target="../media/image85.emf"/><Relationship Id="rId24" Type="http://schemas.openxmlformats.org/officeDocument/2006/relationships/customXml" Target="../ink/ink92.xml"/><Relationship Id="rId32" Type="http://schemas.openxmlformats.org/officeDocument/2006/relationships/customXml" Target="../ink/ink96.xml"/><Relationship Id="rId37" Type="http://schemas.openxmlformats.org/officeDocument/2006/relationships/image" Target="../media/image98.emf"/><Relationship Id="rId40" Type="http://schemas.openxmlformats.org/officeDocument/2006/relationships/customXml" Target="../ink/ink100.xml"/><Relationship Id="rId5" Type="http://schemas.openxmlformats.org/officeDocument/2006/relationships/image" Target="../media/image82.emf"/><Relationship Id="rId15" Type="http://schemas.openxmlformats.org/officeDocument/2006/relationships/image" Target="../media/image87.emf"/><Relationship Id="rId23" Type="http://schemas.openxmlformats.org/officeDocument/2006/relationships/image" Target="../media/image91.emf"/><Relationship Id="rId28" Type="http://schemas.openxmlformats.org/officeDocument/2006/relationships/customXml" Target="../ink/ink94.xml"/><Relationship Id="rId36" Type="http://schemas.openxmlformats.org/officeDocument/2006/relationships/customXml" Target="../ink/ink98.xml"/><Relationship Id="rId10" Type="http://schemas.openxmlformats.org/officeDocument/2006/relationships/customXml" Target="../ink/ink85.xml"/><Relationship Id="rId19" Type="http://schemas.openxmlformats.org/officeDocument/2006/relationships/image" Target="../media/image89.emf"/><Relationship Id="rId31" Type="http://schemas.openxmlformats.org/officeDocument/2006/relationships/image" Target="../media/image95.emf"/><Relationship Id="rId4" Type="http://schemas.openxmlformats.org/officeDocument/2006/relationships/customXml" Target="../ink/ink82.xml"/><Relationship Id="rId9" Type="http://schemas.openxmlformats.org/officeDocument/2006/relationships/image" Target="../media/image84.emf"/><Relationship Id="rId14" Type="http://schemas.openxmlformats.org/officeDocument/2006/relationships/customXml" Target="../ink/ink87.xml"/><Relationship Id="rId22" Type="http://schemas.openxmlformats.org/officeDocument/2006/relationships/customXml" Target="../ink/ink91.xml"/><Relationship Id="rId27" Type="http://schemas.openxmlformats.org/officeDocument/2006/relationships/image" Target="../media/image93.emf"/><Relationship Id="rId30" Type="http://schemas.openxmlformats.org/officeDocument/2006/relationships/customXml" Target="../ink/ink95.xml"/><Relationship Id="rId35" Type="http://schemas.openxmlformats.org/officeDocument/2006/relationships/image" Target="../media/image97.emf"/><Relationship Id="rId43" Type="http://schemas.openxmlformats.org/officeDocument/2006/relationships/image" Target="../media/image101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emf"/><Relationship Id="rId18" Type="http://schemas.openxmlformats.org/officeDocument/2006/relationships/customXml" Target="../ink/ink110.xml"/><Relationship Id="rId26" Type="http://schemas.openxmlformats.org/officeDocument/2006/relationships/customXml" Target="../ink/ink114.xml"/><Relationship Id="rId39" Type="http://schemas.openxmlformats.org/officeDocument/2006/relationships/image" Target="../media/image120.emf"/><Relationship Id="rId21" Type="http://schemas.openxmlformats.org/officeDocument/2006/relationships/image" Target="../media/image111.emf"/><Relationship Id="rId34" Type="http://schemas.openxmlformats.org/officeDocument/2006/relationships/customXml" Target="../ink/ink118.xml"/><Relationship Id="rId42" Type="http://schemas.openxmlformats.org/officeDocument/2006/relationships/customXml" Target="../ink/ink122.xml"/><Relationship Id="rId47" Type="http://schemas.openxmlformats.org/officeDocument/2006/relationships/image" Target="../media/image124.emf"/><Relationship Id="rId50" Type="http://schemas.openxmlformats.org/officeDocument/2006/relationships/customXml" Target="../ink/ink126.xml"/><Relationship Id="rId55" Type="http://schemas.openxmlformats.org/officeDocument/2006/relationships/image" Target="../media/image128.emf"/><Relationship Id="rId63" Type="http://schemas.openxmlformats.org/officeDocument/2006/relationships/image" Target="../media/image132.emf"/><Relationship Id="rId68" Type="http://schemas.openxmlformats.org/officeDocument/2006/relationships/customXml" Target="../ink/ink135.xml"/><Relationship Id="rId7" Type="http://schemas.openxmlformats.org/officeDocument/2006/relationships/image" Target="../media/image104.emf"/><Relationship Id="rId71" Type="http://schemas.openxmlformats.org/officeDocument/2006/relationships/image" Target="../media/image136.emf"/><Relationship Id="rId2" Type="http://schemas.openxmlformats.org/officeDocument/2006/relationships/customXml" Target="../ink/ink102.xml"/><Relationship Id="rId16" Type="http://schemas.openxmlformats.org/officeDocument/2006/relationships/customXml" Target="../ink/ink109.xml"/><Relationship Id="rId29" Type="http://schemas.openxmlformats.org/officeDocument/2006/relationships/image" Target="../media/image115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4.xml"/><Relationship Id="rId11" Type="http://schemas.openxmlformats.org/officeDocument/2006/relationships/image" Target="../media/image106.emf"/><Relationship Id="rId24" Type="http://schemas.openxmlformats.org/officeDocument/2006/relationships/customXml" Target="../ink/ink113.xml"/><Relationship Id="rId32" Type="http://schemas.openxmlformats.org/officeDocument/2006/relationships/customXml" Target="../ink/ink117.xml"/><Relationship Id="rId37" Type="http://schemas.openxmlformats.org/officeDocument/2006/relationships/image" Target="../media/image119.emf"/><Relationship Id="rId40" Type="http://schemas.openxmlformats.org/officeDocument/2006/relationships/customXml" Target="../ink/ink121.xml"/><Relationship Id="rId45" Type="http://schemas.openxmlformats.org/officeDocument/2006/relationships/image" Target="../media/image123.emf"/><Relationship Id="rId53" Type="http://schemas.openxmlformats.org/officeDocument/2006/relationships/image" Target="../media/image127.emf"/><Relationship Id="rId58" Type="http://schemas.openxmlformats.org/officeDocument/2006/relationships/customXml" Target="../ink/ink130.xml"/><Relationship Id="rId66" Type="http://schemas.openxmlformats.org/officeDocument/2006/relationships/customXml" Target="../ink/ink134.xml"/><Relationship Id="rId5" Type="http://schemas.openxmlformats.org/officeDocument/2006/relationships/image" Target="../media/image103.emf"/><Relationship Id="rId15" Type="http://schemas.openxmlformats.org/officeDocument/2006/relationships/image" Target="../media/image108.emf"/><Relationship Id="rId23" Type="http://schemas.openxmlformats.org/officeDocument/2006/relationships/image" Target="../media/image112.emf"/><Relationship Id="rId28" Type="http://schemas.openxmlformats.org/officeDocument/2006/relationships/customXml" Target="../ink/ink115.xml"/><Relationship Id="rId36" Type="http://schemas.openxmlformats.org/officeDocument/2006/relationships/customXml" Target="../ink/ink119.xml"/><Relationship Id="rId49" Type="http://schemas.openxmlformats.org/officeDocument/2006/relationships/image" Target="../media/image125.emf"/><Relationship Id="rId57" Type="http://schemas.openxmlformats.org/officeDocument/2006/relationships/image" Target="../media/image129.emf"/><Relationship Id="rId61" Type="http://schemas.openxmlformats.org/officeDocument/2006/relationships/image" Target="../media/image131.emf"/><Relationship Id="rId10" Type="http://schemas.openxmlformats.org/officeDocument/2006/relationships/customXml" Target="../ink/ink106.xml"/><Relationship Id="rId19" Type="http://schemas.openxmlformats.org/officeDocument/2006/relationships/image" Target="../media/image110.emf"/><Relationship Id="rId31" Type="http://schemas.openxmlformats.org/officeDocument/2006/relationships/image" Target="../media/image116.emf"/><Relationship Id="rId44" Type="http://schemas.openxmlformats.org/officeDocument/2006/relationships/customXml" Target="../ink/ink123.xml"/><Relationship Id="rId52" Type="http://schemas.openxmlformats.org/officeDocument/2006/relationships/customXml" Target="../ink/ink127.xml"/><Relationship Id="rId60" Type="http://schemas.openxmlformats.org/officeDocument/2006/relationships/customXml" Target="../ink/ink131.xml"/><Relationship Id="rId65" Type="http://schemas.openxmlformats.org/officeDocument/2006/relationships/image" Target="../media/image133.emf"/><Relationship Id="rId4" Type="http://schemas.openxmlformats.org/officeDocument/2006/relationships/customXml" Target="../ink/ink103.xml"/><Relationship Id="rId9" Type="http://schemas.openxmlformats.org/officeDocument/2006/relationships/image" Target="../media/image105.emf"/><Relationship Id="rId14" Type="http://schemas.openxmlformats.org/officeDocument/2006/relationships/customXml" Target="../ink/ink108.xml"/><Relationship Id="rId22" Type="http://schemas.openxmlformats.org/officeDocument/2006/relationships/customXml" Target="../ink/ink112.xml"/><Relationship Id="rId27" Type="http://schemas.openxmlformats.org/officeDocument/2006/relationships/image" Target="../media/image114.emf"/><Relationship Id="rId30" Type="http://schemas.openxmlformats.org/officeDocument/2006/relationships/customXml" Target="../ink/ink116.xml"/><Relationship Id="rId35" Type="http://schemas.openxmlformats.org/officeDocument/2006/relationships/image" Target="../media/image118.emf"/><Relationship Id="rId43" Type="http://schemas.openxmlformats.org/officeDocument/2006/relationships/image" Target="../media/image122.emf"/><Relationship Id="rId48" Type="http://schemas.openxmlformats.org/officeDocument/2006/relationships/customXml" Target="../ink/ink125.xml"/><Relationship Id="rId56" Type="http://schemas.openxmlformats.org/officeDocument/2006/relationships/customXml" Target="../ink/ink129.xml"/><Relationship Id="rId64" Type="http://schemas.openxmlformats.org/officeDocument/2006/relationships/customXml" Target="../ink/ink133.xml"/><Relationship Id="rId69" Type="http://schemas.openxmlformats.org/officeDocument/2006/relationships/image" Target="../media/image135.emf"/><Relationship Id="rId8" Type="http://schemas.openxmlformats.org/officeDocument/2006/relationships/customXml" Target="../ink/ink105.xml"/><Relationship Id="rId51" Type="http://schemas.openxmlformats.org/officeDocument/2006/relationships/image" Target="../media/image126.emf"/><Relationship Id="rId3" Type="http://schemas.openxmlformats.org/officeDocument/2006/relationships/image" Target="../media/image102.emf"/><Relationship Id="rId12" Type="http://schemas.openxmlformats.org/officeDocument/2006/relationships/customXml" Target="../ink/ink107.xml"/><Relationship Id="rId17" Type="http://schemas.openxmlformats.org/officeDocument/2006/relationships/image" Target="../media/image109.emf"/><Relationship Id="rId25" Type="http://schemas.openxmlformats.org/officeDocument/2006/relationships/image" Target="../media/image113.emf"/><Relationship Id="rId33" Type="http://schemas.openxmlformats.org/officeDocument/2006/relationships/image" Target="../media/image117.emf"/><Relationship Id="rId38" Type="http://schemas.openxmlformats.org/officeDocument/2006/relationships/customXml" Target="../ink/ink120.xml"/><Relationship Id="rId46" Type="http://schemas.openxmlformats.org/officeDocument/2006/relationships/customXml" Target="../ink/ink124.xml"/><Relationship Id="rId59" Type="http://schemas.openxmlformats.org/officeDocument/2006/relationships/image" Target="../media/image130.emf"/><Relationship Id="rId67" Type="http://schemas.openxmlformats.org/officeDocument/2006/relationships/image" Target="../media/image134.emf"/><Relationship Id="rId20" Type="http://schemas.openxmlformats.org/officeDocument/2006/relationships/customXml" Target="../ink/ink111.xml"/><Relationship Id="rId41" Type="http://schemas.openxmlformats.org/officeDocument/2006/relationships/image" Target="../media/image121.emf"/><Relationship Id="rId54" Type="http://schemas.openxmlformats.org/officeDocument/2006/relationships/customXml" Target="../ink/ink128.xml"/><Relationship Id="rId62" Type="http://schemas.openxmlformats.org/officeDocument/2006/relationships/customXml" Target="../ink/ink132.xml"/><Relationship Id="rId70" Type="http://schemas.openxmlformats.org/officeDocument/2006/relationships/customXml" Target="../ink/ink13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0.xml"/><Relationship Id="rId13" Type="http://schemas.openxmlformats.org/officeDocument/2006/relationships/image" Target="../media/image142.emf"/><Relationship Id="rId18" Type="http://schemas.openxmlformats.org/officeDocument/2006/relationships/customXml" Target="../ink/ink145.xml"/><Relationship Id="rId26" Type="http://schemas.openxmlformats.org/officeDocument/2006/relationships/customXml" Target="../ink/ink149.xml"/><Relationship Id="rId39" Type="http://schemas.openxmlformats.org/officeDocument/2006/relationships/image" Target="../media/image155.emf"/><Relationship Id="rId3" Type="http://schemas.openxmlformats.org/officeDocument/2006/relationships/image" Target="../media/image137.emf"/><Relationship Id="rId21" Type="http://schemas.openxmlformats.org/officeDocument/2006/relationships/image" Target="../media/image146.emf"/><Relationship Id="rId34" Type="http://schemas.openxmlformats.org/officeDocument/2006/relationships/customXml" Target="../ink/ink153.xml"/><Relationship Id="rId42" Type="http://schemas.openxmlformats.org/officeDocument/2006/relationships/customXml" Target="../ink/ink157.xml"/><Relationship Id="rId7" Type="http://schemas.openxmlformats.org/officeDocument/2006/relationships/image" Target="../media/image139.emf"/><Relationship Id="rId12" Type="http://schemas.openxmlformats.org/officeDocument/2006/relationships/customXml" Target="../ink/ink142.xml"/><Relationship Id="rId17" Type="http://schemas.openxmlformats.org/officeDocument/2006/relationships/image" Target="../media/image144.emf"/><Relationship Id="rId25" Type="http://schemas.openxmlformats.org/officeDocument/2006/relationships/image" Target="../media/image148.emf"/><Relationship Id="rId33" Type="http://schemas.openxmlformats.org/officeDocument/2006/relationships/image" Target="../media/image152.emf"/><Relationship Id="rId38" Type="http://schemas.openxmlformats.org/officeDocument/2006/relationships/customXml" Target="../ink/ink155.xml"/><Relationship Id="rId2" Type="http://schemas.openxmlformats.org/officeDocument/2006/relationships/customXml" Target="../ink/ink137.xml"/><Relationship Id="rId16" Type="http://schemas.openxmlformats.org/officeDocument/2006/relationships/customXml" Target="../ink/ink144.xml"/><Relationship Id="rId20" Type="http://schemas.openxmlformats.org/officeDocument/2006/relationships/customXml" Target="../ink/ink146.xml"/><Relationship Id="rId29" Type="http://schemas.openxmlformats.org/officeDocument/2006/relationships/image" Target="../media/image150.emf"/><Relationship Id="rId41" Type="http://schemas.openxmlformats.org/officeDocument/2006/relationships/image" Target="../media/image156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9.xml"/><Relationship Id="rId11" Type="http://schemas.openxmlformats.org/officeDocument/2006/relationships/image" Target="../media/image141.emf"/><Relationship Id="rId24" Type="http://schemas.openxmlformats.org/officeDocument/2006/relationships/customXml" Target="../ink/ink148.xml"/><Relationship Id="rId32" Type="http://schemas.openxmlformats.org/officeDocument/2006/relationships/customXml" Target="../ink/ink152.xml"/><Relationship Id="rId37" Type="http://schemas.openxmlformats.org/officeDocument/2006/relationships/image" Target="../media/image154.emf"/><Relationship Id="rId40" Type="http://schemas.openxmlformats.org/officeDocument/2006/relationships/customXml" Target="../ink/ink156.xml"/><Relationship Id="rId5" Type="http://schemas.openxmlformats.org/officeDocument/2006/relationships/image" Target="../media/image138.emf"/><Relationship Id="rId15" Type="http://schemas.openxmlformats.org/officeDocument/2006/relationships/image" Target="../media/image143.emf"/><Relationship Id="rId23" Type="http://schemas.openxmlformats.org/officeDocument/2006/relationships/image" Target="../media/image147.emf"/><Relationship Id="rId28" Type="http://schemas.openxmlformats.org/officeDocument/2006/relationships/customXml" Target="../ink/ink150.xml"/><Relationship Id="rId36" Type="http://schemas.openxmlformats.org/officeDocument/2006/relationships/customXml" Target="../ink/ink154.xml"/><Relationship Id="rId10" Type="http://schemas.openxmlformats.org/officeDocument/2006/relationships/customXml" Target="../ink/ink141.xml"/><Relationship Id="rId19" Type="http://schemas.openxmlformats.org/officeDocument/2006/relationships/image" Target="../media/image145.emf"/><Relationship Id="rId31" Type="http://schemas.openxmlformats.org/officeDocument/2006/relationships/image" Target="../media/image151.emf"/><Relationship Id="rId4" Type="http://schemas.openxmlformats.org/officeDocument/2006/relationships/customXml" Target="../ink/ink138.xml"/><Relationship Id="rId9" Type="http://schemas.openxmlformats.org/officeDocument/2006/relationships/image" Target="../media/image140.emf"/><Relationship Id="rId14" Type="http://schemas.openxmlformats.org/officeDocument/2006/relationships/customXml" Target="../ink/ink143.xml"/><Relationship Id="rId22" Type="http://schemas.openxmlformats.org/officeDocument/2006/relationships/customXml" Target="../ink/ink147.xml"/><Relationship Id="rId27" Type="http://schemas.openxmlformats.org/officeDocument/2006/relationships/image" Target="../media/image149.emf"/><Relationship Id="rId30" Type="http://schemas.openxmlformats.org/officeDocument/2006/relationships/customXml" Target="../ink/ink151.xml"/><Relationship Id="rId35" Type="http://schemas.openxmlformats.org/officeDocument/2006/relationships/image" Target="../media/image153.emf"/><Relationship Id="rId43" Type="http://schemas.openxmlformats.org/officeDocument/2006/relationships/image" Target="../media/image15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1.xml"/><Relationship Id="rId13" Type="http://schemas.openxmlformats.org/officeDocument/2006/relationships/image" Target="../media/image163.emf"/><Relationship Id="rId18" Type="http://schemas.openxmlformats.org/officeDocument/2006/relationships/customXml" Target="../ink/ink166.xml"/><Relationship Id="rId26" Type="http://schemas.openxmlformats.org/officeDocument/2006/relationships/customXml" Target="../ink/ink170.xml"/><Relationship Id="rId3" Type="http://schemas.openxmlformats.org/officeDocument/2006/relationships/image" Target="../media/image158.emf"/><Relationship Id="rId21" Type="http://schemas.openxmlformats.org/officeDocument/2006/relationships/image" Target="../media/image167.emf"/><Relationship Id="rId7" Type="http://schemas.openxmlformats.org/officeDocument/2006/relationships/image" Target="../media/image160.emf"/><Relationship Id="rId12" Type="http://schemas.openxmlformats.org/officeDocument/2006/relationships/customXml" Target="../ink/ink163.xml"/><Relationship Id="rId17" Type="http://schemas.openxmlformats.org/officeDocument/2006/relationships/image" Target="../media/image165.emf"/><Relationship Id="rId25" Type="http://schemas.openxmlformats.org/officeDocument/2006/relationships/image" Target="../media/image169.emf"/><Relationship Id="rId33" Type="http://schemas.openxmlformats.org/officeDocument/2006/relationships/image" Target="../media/image173.emf"/><Relationship Id="rId2" Type="http://schemas.openxmlformats.org/officeDocument/2006/relationships/customXml" Target="../ink/ink158.xml"/><Relationship Id="rId16" Type="http://schemas.openxmlformats.org/officeDocument/2006/relationships/customXml" Target="../ink/ink165.xml"/><Relationship Id="rId20" Type="http://schemas.openxmlformats.org/officeDocument/2006/relationships/customXml" Target="../ink/ink167.xml"/><Relationship Id="rId29" Type="http://schemas.openxmlformats.org/officeDocument/2006/relationships/image" Target="../media/image171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0.xml"/><Relationship Id="rId11" Type="http://schemas.openxmlformats.org/officeDocument/2006/relationships/image" Target="../media/image162.emf"/><Relationship Id="rId24" Type="http://schemas.openxmlformats.org/officeDocument/2006/relationships/customXml" Target="../ink/ink169.xml"/><Relationship Id="rId32" Type="http://schemas.openxmlformats.org/officeDocument/2006/relationships/customXml" Target="../ink/ink173.xml"/><Relationship Id="rId5" Type="http://schemas.openxmlformats.org/officeDocument/2006/relationships/image" Target="../media/image159.emf"/><Relationship Id="rId15" Type="http://schemas.openxmlformats.org/officeDocument/2006/relationships/image" Target="../media/image164.emf"/><Relationship Id="rId23" Type="http://schemas.openxmlformats.org/officeDocument/2006/relationships/image" Target="../media/image168.emf"/><Relationship Id="rId28" Type="http://schemas.openxmlformats.org/officeDocument/2006/relationships/customXml" Target="../ink/ink171.xml"/><Relationship Id="rId10" Type="http://schemas.openxmlformats.org/officeDocument/2006/relationships/customXml" Target="../ink/ink162.xml"/><Relationship Id="rId19" Type="http://schemas.openxmlformats.org/officeDocument/2006/relationships/image" Target="../media/image166.emf"/><Relationship Id="rId31" Type="http://schemas.openxmlformats.org/officeDocument/2006/relationships/image" Target="../media/image172.emf"/><Relationship Id="rId4" Type="http://schemas.openxmlformats.org/officeDocument/2006/relationships/customXml" Target="../ink/ink159.xml"/><Relationship Id="rId9" Type="http://schemas.openxmlformats.org/officeDocument/2006/relationships/image" Target="../media/image161.emf"/><Relationship Id="rId14" Type="http://schemas.openxmlformats.org/officeDocument/2006/relationships/customXml" Target="../ink/ink164.xml"/><Relationship Id="rId22" Type="http://schemas.openxmlformats.org/officeDocument/2006/relationships/customXml" Target="../ink/ink168.xml"/><Relationship Id="rId27" Type="http://schemas.openxmlformats.org/officeDocument/2006/relationships/image" Target="../media/image170.emf"/><Relationship Id="rId30" Type="http://schemas.openxmlformats.org/officeDocument/2006/relationships/customXml" Target="../ink/ink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A7C5-73F0-4BCB-AE91-044C722DF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Physics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C0393-4657-4E32-BF8A-F6C722FA0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Thermal Physics and Optics</a:t>
            </a:r>
          </a:p>
        </p:txBody>
      </p:sp>
    </p:spTree>
    <p:extLst>
      <p:ext uri="{BB962C8B-B14F-4D97-AF65-F5344CB8AC3E}">
        <p14:creationId xmlns:p14="http://schemas.microsoft.com/office/powerpoint/2010/main" val="2759600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CDE4D2-B923-42CB-9C34-58F4C9D513D1}"/>
              </a:ext>
            </a:extLst>
          </p:cNvPr>
          <p:cNvSpPr txBox="1"/>
          <p:nvPr/>
        </p:nvSpPr>
        <p:spPr>
          <a:xfrm flipH="1">
            <a:off x="1012300" y="1137534"/>
            <a:ext cx="7074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/>
              <a:t>Suggested Texts</a:t>
            </a:r>
          </a:p>
          <a:p>
            <a:endParaRPr lang="en-IN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Heat and Thermodynamics – </a:t>
            </a:r>
            <a:r>
              <a:rPr lang="en-IN" sz="2100" dirty="0" err="1"/>
              <a:t>Dittman</a:t>
            </a:r>
            <a:r>
              <a:rPr lang="en-IN" sz="2100" dirty="0"/>
              <a:t> &amp; </a:t>
            </a:r>
            <a:r>
              <a:rPr lang="en-IN" sz="2100" dirty="0" err="1"/>
              <a:t>Zemansky</a:t>
            </a:r>
            <a:endParaRPr lang="en-IN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Statistical and Thermal Physics – </a:t>
            </a:r>
            <a:r>
              <a:rPr lang="en-IN" sz="2100" dirty="0" err="1"/>
              <a:t>Reif</a:t>
            </a:r>
            <a:endParaRPr lang="en-IN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Thermal Physics – Kittel and Kroemer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Thermodynamics - Fermi</a:t>
            </a:r>
          </a:p>
        </p:txBody>
      </p:sp>
    </p:spTree>
    <p:extLst>
      <p:ext uri="{BB962C8B-B14F-4D97-AF65-F5344CB8AC3E}">
        <p14:creationId xmlns:p14="http://schemas.microsoft.com/office/powerpoint/2010/main" val="313808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90F550-10FF-44B5-8D62-C337575D8BC0}"/>
                  </a:ext>
                </a:extLst>
              </p14:cNvPr>
              <p14:cNvContentPartPr/>
              <p14:nvPr/>
            </p14:nvContentPartPr>
            <p14:xfrm>
              <a:off x="1178938" y="1591016"/>
              <a:ext cx="112590" cy="17523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90F550-10FF-44B5-8D62-C337575D8B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9945" y="1582021"/>
                <a:ext cx="130216" cy="192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F26DEF-E45E-47C9-80B7-347987D223BB}"/>
                  </a:ext>
                </a:extLst>
              </p14:cNvPr>
              <p14:cNvContentPartPr/>
              <p14:nvPr/>
            </p14:nvContentPartPr>
            <p14:xfrm>
              <a:off x="2382058" y="1662296"/>
              <a:ext cx="9720" cy="124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F26DEF-E45E-47C9-80B7-347987D223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3058" y="1653425"/>
                <a:ext cx="27360" cy="2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0170ED-BDA0-40F0-A694-DBE97BC21EB8}"/>
                  </a:ext>
                </a:extLst>
              </p14:cNvPr>
              <p14:cNvContentPartPr/>
              <p14:nvPr/>
            </p14:nvContentPartPr>
            <p14:xfrm>
              <a:off x="2393938" y="1742216"/>
              <a:ext cx="9450" cy="27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0170ED-BDA0-40F0-A694-DBE97BC21E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5188" y="1735466"/>
                <a:ext cx="266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873DA38-CA2A-46CE-B724-C23DAC72186C}"/>
                  </a:ext>
                </a:extLst>
              </p14:cNvPr>
              <p14:cNvContentPartPr/>
              <p14:nvPr/>
            </p14:nvContentPartPr>
            <p14:xfrm>
              <a:off x="1951948" y="1593176"/>
              <a:ext cx="167670" cy="20547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873DA38-CA2A-46CE-B724-C23DAC7218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2953" y="1584180"/>
                <a:ext cx="185301" cy="223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BCCDB4-DF07-4726-8A08-34B883287447}"/>
                  </a:ext>
                </a:extLst>
              </p14:cNvPr>
              <p14:cNvContentPartPr/>
              <p14:nvPr/>
            </p14:nvContentPartPr>
            <p14:xfrm>
              <a:off x="1273708" y="1618286"/>
              <a:ext cx="549450" cy="24327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BCCDB4-DF07-4726-8A08-34B8832874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4712" y="1609289"/>
                <a:ext cx="567081" cy="260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58AA5EA-2243-49D2-A5DF-F0FCCDC4CF6C}"/>
                  </a:ext>
                </a:extLst>
              </p14:cNvPr>
              <p14:cNvContentPartPr/>
              <p14:nvPr/>
            </p14:nvContentPartPr>
            <p14:xfrm>
              <a:off x="2817298" y="1603166"/>
              <a:ext cx="1041390" cy="1938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58AA5EA-2243-49D2-A5DF-F0FCCDC4CF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08299" y="1594174"/>
                <a:ext cx="1059028" cy="211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58113D-074E-4DD7-84B5-153E664039FB}"/>
                  </a:ext>
                </a:extLst>
              </p14:cNvPr>
              <p14:cNvContentPartPr/>
              <p14:nvPr/>
            </p14:nvContentPartPr>
            <p14:xfrm>
              <a:off x="4155688" y="1594526"/>
              <a:ext cx="684990" cy="19359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58113D-074E-4DD7-84B5-153E664039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46689" y="1585530"/>
                <a:ext cx="702628" cy="211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728011C-1AE2-4073-89DE-48C905089D0A}"/>
                  </a:ext>
                </a:extLst>
              </p14:cNvPr>
              <p14:cNvContentPartPr/>
              <p14:nvPr/>
            </p14:nvContentPartPr>
            <p14:xfrm>
              <a:off x="1377118" y="2248736"/>
              <a:ext cx="2260710" cy="29133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728011C-1AE2-4073-89DE-48C905089D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68118" y="2239744"/>
                <a:ext cx="2278349" cy="308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E30B5E9-800B-4D84-A6F4-1CD2365D49FC}"/>
                  </a:ext>
                </a:extLst>
              </p14:cNvPr>
              <p14:cNvContentPartPr/>
              <p14:nvPr/>
            </p14:nvContentPartPr>
            <p14:xfrm>
              <a:off x="2054008" y="2678036"/>
              <a:ext cx="687960" cy="279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E30B5E9-800B-4D84-A6F4-1CD2365D49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45008" y="2669036"/>
                <a:ext cx="7056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17C8316-4E2E-4C5B-9E25-DE6888817817}"/>
                  </a:ext>
                </a:extLst>
              </p14:cNvPr>
              <p14:cNvContentPartPr/>
              <p14:nvPr/>
            </p14:nvContentPartPr>
            <p14:xfrm>
              <a:off x="2765188" y="2853806"/>
              <a:ext cx="136080" cy="1101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17C8316-4E2E-4C5B-9E25-DE68888178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56188" y="2844835"/>
                <a:ext cx="153720" cy="127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2B1437-97B0-42C3-826D-520C9E273677}"/>
                  </a:ext>
                </a:extLst>
              </p14:cNvPr>
              <p14:cNvContentPartPr/>
              <p14:nvPr/>
            </p14:nvContentPartPr>
            <p14:xfrm>
              <a:off x="1658730" y="2581500"/>
              <a:ext cx="1665090" cy="65529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2B1437-97B0-42C3-826D-520C9E2736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49731" y="2572504"/>
                <a:ext cx="1682727" cy="672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A3F4039-00D3-45AE-B993-C02792999DF9}"/>
                  </a:ext>
                </a:extLst>
              </p14:cNvPr>
              <p14:cNvContentPartPr/>
              <p14:nvPr/>
            </p14:nvContentPartPr>
            <p14:xfrm>
              <a:off x="709410" y="3521100"/>
              <a:ext cx="3791340" cy="37665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A3F4039-00D3-45AE-B993-C02792999DF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0410" y="3512106"/>
                <a:ext cx="3808979" cy="394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1209537-BF5F-459B-A0BC-FBBB1EE711CB}"/>
                  </a:ext>
                </a:extLst>
              </p14:cNvPr>
              <p14:cNvContentPartPr/>
              <p14:nvPr/>
            </p14:nvContentPartPr>
            <p14:xfrm>
              <a:off x="5586690" y="3480870"/>
              <a:ext cx="628830" cy="27189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1209537-BF5F-459B-A0BC-FBBB1EE711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77691" y="3471879"/>
                <a:ext cx="646467" cy="289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66F9323-1F36-4E48-B562-FC851DDF1C47}"/>
                  </a:ext>
                </a:extLst>
              </p14:cNvPr>
              <p14:cNvContentPartPr/>
              <p14:nvPr/>
            </p14:nvContentPartPr>
            <p14:xfrm>
              <a:off x="4670310" y="3511380"/>
              <a:ext cx="792450" cy="29727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66F9323-1F36-4E48-B562-FC851DDF1C4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61313" y="3502383"/>
                <a:ext cx="810084" cy="314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4E92C40-3636-4DD3-946C-DD4702B01E2F}"/>
                  </a:ext>
                </a:extLst>
              </p14:cNvPr>
              <p14:cNvContentPartPr/>
              <p14:nvPr/>
            </p14:nvContentPartPr>
            <p14:xfrm>
              <a:off x="675660" y="4233090"/>
              <a:ext cx="2124360" cy="4055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4E92C40-3636-4DD3-946C-DD4702B01E2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6660" y="4224094"/>
                <a:ext cx="2142000" cy="423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A3ECD88-AC7C-46A2-AB4C-023D1D1FAA9C}"/>
                  </a:ext>
                </a:extLst>
              </p14:cNvPr>
              <p14:cNvContentPartPr/>
              <p14:nvPr/>
            </p14:nvContentPartPr>
            <p14:xfrm>
              <a:off x="3039780" y="4378890"/>
              <a:ext cx="304290" cy="2953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A3ECD88-AC7C-46A2-AB4C-023D1D1FAA9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30777" y="4369895"/>
                <a:ext cx="321935" cy="3130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927A9AD-6C63-4C68-A6BA-1FFE4A6DAA8E}"/>
                  </a:ext>
                </a:extLst>
              </p14:cNvPr>
              <p14:cNvContentPartPr/>
              <p14:nvPr/>
            </p14:nvContentPartPr>
            <p14:xfrm>
              <a:off x="6033270" y="4224450"/>
              <a:ext cx="91530" cy="20061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927A9AD-6C63-4C68-A6BA-1FFE4A6DAA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24261" y="4215462"/>
                <a:ext cx="109187" cy="218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4E777BE-068A-4575-AC3C-44D42EF6861C}"/>
                  </a:ext>
                </a:extLst>
              </p14:cNvPr>
              <p14:cNvContentPartPr/>
              <p14:nvPr/>
            </p14:nvContentPartPr>
            <p14:xfrm>
              <a:off x="6023820" y="4523880"/>
              <a:ext cx="16200" cy="17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4E777BE-068A-4575-AC3C-44D42EF6861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14820" y="4514880"/>
                <a:ext cx="338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C7681B7-9637-400B-95D1-09FAF4CD3CA6}"/>
                  </a:ext>
                </a:extLst>
              </p14:cNvPr>
              <p14:cNvContentPartPr/>
              <p14:nvPr/>
            </p14:nvContentPartPr>
            <p14:xfrm>
              <a:off x="3573570" y="4207170"/>
              <a:ext cx="2284740" cy="4379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C7681B7-9637-400B-95D1-09FAF4CD3CA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64571" y="4198174"/>
                <a:ext cx="2302379" cy="4555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82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56296C-1A54-4FF7-96E0-B768E7214354}"/>
                  </a:ext>
                </a:extLst>
              </p14:cNvPr>
              <p14:cNvContentPartPr/>
              <p14:nvPr/>
            </p14:nvContentPartPr>
            <p14:xfrm>
              <a:off x="300090" y="1182630"/>
              <a:ext cx="920430" cy="534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56296C-1A54-4FF7-96E0-B768E72143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091" y="1173660"/>
                <a:ext cx="938068" cy="71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B79578-561C-49A6-A51D-0AD531D17C2E}"/>
                  </a:ext>
                </a:extLst>
              </p14:cNvPr>
              <p14:cNvContentPartPr/>
              <p14:nvPr/>
            </p14:nvContentPartPr>
            <p14:xfrm>
              <a:off x="291180" y="1200720"/>
              <a:ext cx="1098900" cy="102465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B79578-561C-49A6-A51D-0AD531D17C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181" y="1191722"/>
                <a:ext cx="1116537" cy="1042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B7E8127-F35F-4957-95E7-EC31E69CA74B}"/>
                  </a:ext>
                </a:extLst>
              </p14:cNvPr>
              <p14:cNvContentPartPr/>
              <p14:nvPr/>
            </p14:nvContentPartPr>
            <p14:xfrm>
              <a:off x="4927620" y="1789320"/>
              <a:ext cx="12150" cy="27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B7E8127-F35F-4957-95E7-EC31E69CA7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8686" y="1782570"/>
                <a:ext cx="2966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9821606-0604-458D-AB9E-C2D294763F8D}"/>
                  </a:ext>
                </a:extLst>
              </p14:cNvPr>
              <p14:cNvContentPartPr/>
              <p14:nvPr/>
            </p14:nvContentPartPr>
            <p14:xfrm>
              <a:off x="2613720" y="1461540"/>
              <a:ext cx="2026350" cy="415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9821606-0604-458D-AB9E-C2D294763F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04720" y="1452548"/>
                <a:ext cx="2043989" cy="433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51F1EA2-37EF-4BFC-B453-C55AB96D6548}"/>
                  </a:ext>
                </a:extLst>
              </p14:cNvPr>
              <p14:cNvContentPartPr/>
              <p14:nvPr/>
            </p14:nvContentPartPr>
            <p14:xfrm>
              <a:off x="2082090" y="1995060"/>
              <a:ext cx="340470" cy="37071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51F1EA2-37EF-4BFC-B453-C55AB96D65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73092" y="1986062"/>
                <a:ext cx="358105" cy="388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DF47382-ABD0-4BEB-90F0-027E119B7289}"/>
                  </a:ext>
                </a:extLst>
              </p14:cNvPr>
              <p14:cNvContentPartPr/>
              <p14:nvPr/>
            </p14:nvContentPartPr>
            <p14:xfrm>
              <a:off x="460740" y="2650890"/>
              <a:ext cx="1848420" cy="3990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DF47382-ABD0-4BEB-90F0-027E119B72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1741" y="2641894"/>
                <a:ext cx="1866058" cy="416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498294D-995A-4A72-AFC0-F1ADADC05694}"/>
                  </a:ext>
                </a:extLst>
              </p14:cNvPr>
              <p14:cNvContentPartPr/>
              <p14:nvPr/>
            </p14:nvContentPartPr>
            <p14:xfrm>
              <a:off x="2604810" y="2624700"/>
              <a:ext cx="3984660" cy="40851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498294D-995A-4A72-AFC0-F1ADADC056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95810" y="2615702"/>
                <a:ext cx="4002299" cy="426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2999430-4AC0-4E2A-B4DD-ED4222124F7E}"/>
                  </a:ext>
                </a:extLst>
              </p14:cNvPr>
              <p14:cNvContentPartPr/>
              <p14:nvPr/>
            </p14:nvContentPartPr>
            <p14:xfrm>
              <a:off x="490710" y="3277560"/>
              <a:ext cx="78840" cy="826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2999430-4AC0-4E2A-B4DD-ED4222124F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1710" y="3268540"/>
                <a:ext cx="96480" cy="100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FBD9712-ECF4-470F-AAFF-596D8EA9E0DD}"/>
                  </a:ext>
                </a:extLst>
              </p14:cNvPr>
              <p14:cNvContentPartPr/>
              <p14:nvPr/>
            </p14:nvContentPartPr>
            <p14:xfrm>
              <a:off x="866550" y="3176850"/>
              <a:ext cx="1760400" cy="50031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FBD9712-ECF4-470F-AAFF-596D8EA9E0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7550" y="3167852"/>
                <a:ext cx="1778040" cy="517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1C37DC5-FE00-4EDF-BCF3-42CE0D6D0D49}"/>
                  </a:ext>
                </a:extLst>
              </p14:cNvPr>
              <p14:cNvContentPartPr/>
              <p14:nvPr/>
            </p14:nvContentPartPr>
            <p14:xfrm>
              <a:off x="2863470" y="3212490"/>
              <a:ext cx="1081620" cy="37503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1C37DC5-FE00-4EDF-BCF3-42CE0D6D0D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54471" y="3203492"/>
                <a:ext cx="1099257" cy="392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BFF3353-E050-4BA3-812C-981BED99015D}"/>
                  </a:ext>
                </a:extLst>
              </p14:cNvPr>
              <p14:cNvContentPartPr/>
              <p14:nvPr/>
            </p14:nvContentPartPr>
            <p14:xfrm>
              <a:off x="4225890" y="3198180"/>
              <a:ext cx="2057940" cy="35559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BFF3353-E050-4BA3-812C-981BED9901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16891" y="3189182"/>
                <a:ext cx="2075578" cy="373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35D95F1-5486-4802-9B1B-87DC7C6B5C1B}"/>
                  </a:ext>
                </a:extLst>
              </p14:cNvPr>
              <p14:cNvContentPartPr/>
              <p14:nvPr/>
            </p14:nvContentPartPr>
            <p14:xfrm>
              <a:off x="533910" y="4029510"/>
              <a:ext cx="88290" cy="14985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35D95F1-5486-4802-9B1B-87DC7C6B5C1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4901" y="4020505"/>
                <a:ext cx="105948" cy="167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344F7A8-8CBB-455D-8B2B-9375735BA66D}"/>
                  </a:ext>
                </a:extLst>
              </p14:cNvPr>
              <p14:cNvContentPartPr/>
              <p14:nvPr/>
            </p14:nvContentPartPr>
            <p14:xfrm>
              <a:off x="966990" y="3650700"/>
              <a:ext cx="1159110" cy="80271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344F7A8-8CBB-455D-8B2B-9375735BA6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7991" y="3641701"/>
                <a:ext cx="1176749" cy="820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4AF5F11-E710-416E-805F-0182FC445764}"/>
                  </a:ext>
                </a:extLst>
              </p14:cNvPr>
              <p14:cNvContentPartPr/>
              <p14:nvPr/>
            </p14:nvContentPartPr>
            <p14:xfrm>
              <a:off x="2435520" y="3899910"/>
              <a:ext cx="848880" cy="33885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4AF5F11-E710-416E-805F-0182FC44576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26520" y="3890917"/>
                <a:ext cx="866520" cy="3564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D4761C7-D5A3-49CC-BB37-86406D5451A8}"/>
                  </a:ext>
                </a:extLst>
              </p14:cNvPr>
              <p14:cNvContentPartPr/>
              <p14:nvPr/>
            </p14:nvContentPartPr>
            <p14:xfrm>
              <a:off x="3514170" y="4001430"/>
              <a:ext cx="905850" cy="22869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D4761C7-D5A3-49CC-BB37-86406D5451A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05173" y="3992441"/>
                <a:ext cx="923485" cy="246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91E0B9A-FEBB-496C-881F-03A80E2FC11F}"/>
                  </a:ext>
                </a:extLst>
              </p14:cNvPr>
              <p14:cNvContentPartPr/>
              <p14:nvPr/>
            </p14:nvContentPartPr>
            <p14:xfrm>
              <a:off x="4637910" y="3995760"/>
              <a:ext cx="1481220" cy="2035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91E0B9A-FEBB-496C-881F-03A80E2FC11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28909" y="3986768"/>
                <a:ext cx="1498862" cy="221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F1517AD-4E9A-41D8-909C-4A0927C415FF}"/>
                  </a:ext>
                </a:extLst>
              </p14:cNvPr>
              <p14:cNvContentPartPr/>
              <p14:nvPr/>
            </p14:nvContentPartPr>
            <p14:xfrm>
              <a:off x="569820" y="4680210"/>
              <a:ext cx="69930" cy="8667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F1517AD-4E9A-41D8-909C-4A0927C415F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0855" y="4671219"/>
                <a:ext cx="87502" cy="104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B63D408-64BF-4904-AC1D-BCDDDBEBAF58}"/>
                  </a:ext>
                </a:extLst>
              </p14:cNvPr>
              <p14:cNvContentPartPr/>
              <p14:nvPr/>
            </p14:nvContentPartPr>
            <p14:xfrm>
              <a:off x="1103340" y="4615950"/>
              <a:ext cx="195750" cy="23895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B63D408-64BF-4904-AC1D-BCDDDBEBAF5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94344" y="4606953"/>
                <a:ext cx="213382" cy="256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C336CF5-25D4-4F03-B3A1-E2A697E67D2C}"/>
                  </a:ext>
                </a:extLst>
              </p14:cNvPr>
              <p14:cNvContentPartPr/>
              <p14:nvPr/>
            </p14:nvContentPartPr>
            <p14:xfrm>
              <a:off x="1570440" y="4675080"/>
              <a:ext cx="1112400" cy="32751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C336CF5-25D4-4F03-B3A1-E2A697E67D2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61440" y="4666082"/>
                <a:ext cx="1130040" cy="345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69C3DFA-C73F-4191-922E-FD72A5BD3595}"/>
                  </a:ext>
                </a:extLst>
              </p14:cNvPr>
              <p14:cNvContentPartPr/>
              <p14:nvPr/>
            </p14:nvContentPartPr>
            <p14:xfrm>
              <a:off x="2967960" y="4659150"/>
              <a:ext cx="334260" cy="3736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69C3DFA-C73F-4191-922E-FD72A5BD359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58965" y="4650150"/>
                <a:ext cx="351891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C2C2E95-AC22-4AC4-8C5E-EBD0E5B452A0}"/>
                  </a:ext>
                </a:extLst>
              </p14:cNvPr>
              <p14:cNvContentPartPr/>
              <p14:nvPr/>
            </p14:nvContentPartPr>
            <p14:xfrm>
              <a:off x="3563580" y="4736640"/>
              <a:ext cx="469800" cy="29565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C2C2E95-AC22-4AC4-8C5E-EBD0E5B452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54580" y="4727648"/>
                <a:ext cx="487440" cy="313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381B3ED-550A-41E9-AB44-6C650F3C5BF7}"/>
                  </a:ext>
                </a:extLst>
              </p14:cNvPr>
              <p14:cNvContentPartPr/>
              <p14:nvPr/>
            </p14:nvContentPartPr>
            <p14:xfrm>
              <a:off x="4296360" y="4609740"/>
              <a:ext cx="1520100" cy="28053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381B3ED-550A-41E9-AB44-6C650F3C5BF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87361" y="4600737"/>
                <a:ext cx="1537738" cy="298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CE4105C-4E20-4BEF-953F-C7A42F69305A}"/>
                  </a:ext>
                </a:extLst>
              </p14:cNvPr>
              <p14:cNvContentPartPr/>
              <p14:nvPr/>
            </p14:nvContentPartPr>
            <p14:xfrm>
              <a:off x="547410" y="5369250"/>
              <a:ext cx="430920" cy="16389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CE4105C-4E20-4BEF-953F-C7A42F6930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8418" y="5360265"/>
                <a:ext cx="448545" cy="181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15B2B2D-C717-46EB-B5FE-18EC73026C4D}"/>
                  </a:ext>
                </a:extLst>
              </p14:cNvPr>
              <p14:cNvContentPartPr/>
              <p14:nvPr/>
            </p14:nvContentPartPr>
            <p14:xfrm>
              <a:off x="1239960" y="5283120"/>
              <a:ext cx="1147770" cy="2214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15B2B2D-C717-46EB-B5FE-18EC73026C4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30962" y="5274120"/>
                <a:ext cx="1165406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1987067-60A2-4BCF-9C5F-CC6408D7B9BA}"/>
                  </a:ext>
                </a:extLst>
              </p14:cNvPr>
              <p14:cNvContentPartPr/>
              <p14:nvPr/>
            </p14:nvContentPartPr>
            <p14:xfrm>
              <a:off x="2655840" y="5281500"/>
              <a:ext cx="682020" cy="23679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1987067-60A2-4BCF-9C5F-CC6408D7B9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46842" y="5272503"/>
                <a:ext cx="699655" cy="254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BBAD9252-79A6-4D4E-A320-7EDB98DD2DFC}"/>
                  </a:ext>
                </a:extLst>
              </p14:cNvPr>
              <p14:cNvContentPartPr/>
              <p14:nvPr/>
            </p14:nvContentPartPr>
            <p14:xfrm>
              <a:off x="3588150" y="5301480"/>
              <a:ext cx="518940" cy="21195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BBAD9252-79A6-4D4E-A320-7EDB98DD2DF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79153" y="5292484"/>
                <a:ext cx="536574" cy="229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BA2E7D50-D99D-45A2-A7DA-9F83036F2C8D}"/>
                  </a:ext>
                </a:extLst>
              </p14:cNvPr>
              <p14:cNvContentPartPr/>
              <p14:nvPr/>
            </p14:nvContentPartPr>
            <p14:xfrm>
              <a:off x="4538280" y="5279340"/>
              <a:ext cx="2475900" cy="3099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BA2E7D50-D99D-45A2-A7DA-9F83036F2C8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29281" y="5270340"/>
                <a:ext cx="2493539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3E059E5-36BB-442E-A468-8519416F03C7}"/>
                  </a:ext>
                </a:extLst>
              </p14:cNvPr>
              <p14:cNvContentPartPr/>
              <p14:nvPr/>
            </p14:nvContentPartPr>
            <p14:xfrm>
              <a:off x="1488360" y="5705400"/>
              <a:ext cx="1206900" cy="3115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3E059E5-36BB-442E-A468-8519416F03C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79361" y="5696405"/>
                <a:ext cx="1224537" cy="329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5EF4D4E-7BCE-4102-AC18-DA83523BFBA5}"/>
                  </a:ext>
                </a:extLst>
              </p14:cNvPr>
              <p14:cNvContentPartPr/>
              <p14:nvPr/>
            </p14:nvContentPartPr>
            <p14:xfrm>
              <a:off x="3040050" y="5715660"/>
              <a:ext cx="724140" cy="3013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5EF4D4E-7BCE-4102-AC18-DA83523BFBA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31052" y="5706660"/>
                <a:ext cx="741776" cy="3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37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02AADAE-98AF-44CA-9CDA-695CF745ED50}"/>
                  </a:ext>
                </a:extLst>
              </p14:cNvPr>
              <p14:cNvContentPartPr/>
              <p14:nvPr/>
            </p14:nvContentPartPr>
            <p14:xfrm>
              <a:off x="432120" y="1094070"/>
              <a:ext cx="537030" cy="19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02AADAE-98AF-44CA-9CDA-695CF745ED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122" y="1085070"/>
                <a:ext cx="554667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E6B9D06-64C2-4804-B428-645282119279}"/>
                  </a:ext>
                </a:extLst>
              </p14:cNvPr>
              <p14:cNvContentPartPr/>
              <p14:nvPr/>
            </p14:nvContentPartPr>
            <p14:xfrm>
              <a:off x="1302060" y="1041420"/>
              <a:ext cx="1883250" cy="36909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E6B9D06-64C2-4804-B428-6452821192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3060" y="1032418"/>
                <a:ext cx="1900891" cy="3867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5911C7-06B3-4B05-9FD6-5650EA84B754}"/>
                  </a:ext>
                </a:extLst>
              </p14:cNvPr>
              <p14:cNvContentPartPr/>
              <p14:nvPr/>
            </p14:nvContentPartPr>
            <p14:xfrm>
              <a:off x="514740" y="1554960"/>
              <a:ext cx="1725570" cy="2759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5911C7-06B3-4B05-9FD6-5650EA84B7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741" y="1545966"/>
                <a:ext cx="1743207" cy="293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92547B-9411-40AF-BC0B-118D9A8705F0}"/>
                  </a:ext>
                </a:extLst>
              </p14:cNvPr>
              <p14:cNvContentPartPr/>
              <p14:nvPr/>
            </p14:nvContentPartPr>
            <p14:xfrm>
              <a:off x="2586180" y="1528230"/>
              <a:ext cx="697950" cy="213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92547B-9411-40AF-BC0B-118D9A8705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77181" y="1519230"/>
                <a:ext cx="715588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E49E35A-97AE-4A86-A2DA-826B6785DEC1}"/>
                  </a:ext>
                </a:extLst>
              </p14:cNvPr>
              <p14:cNvContentPartPr/>
              <p14:nvPr/>
            </p14:nvContentPartPr>
            <p14:xfrm>
              <a:off x="5528100" y="1629210"/>
              <a:ext cx="270" cy="27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E49E35A-97AE-4A86-A2DA-826B6785DE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21350" y="1622460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1A7A5AA-074F-4E91-A236-4729DAEC41DB}"/>
                  </a:ext>
                </a:extLst>
              </p14:cNvPr>
              <p14:cNvContentPartPr/>
              <p14:nvPr/>
            </p14:nvContentPartPr>
            <p14:xfrm>
              <a:off x="3535500" y="1507980"/>
              <a:ext cx="1694520" cy="27189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1A7A5AA-074F-4E91-A236-4729DAEC41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26500" y="1498989"/>
                <a:ext cx="1712160" cy="289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2B2CDB1-A6AE-4BF8-AA86-34B0FF619885}"/>
                  </a:ext>
                </a:extLst>
              </p14:cNvPr>
              <p14:cNvContentPartPr/>
              <p14:nvPr/>
            </p14:nvContentPartPr>
            <p14:xfrm>
              <a:off x="669720" y="1971030"/>
              <a:ext cx="7290" cy="6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2B2CDB1-A6AE-4BF8-AA86-34B0FF6198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1041" y="1962030"/>
                <a:ext cx="243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0F6FAD1-CF36-49CD-9612-8BD3BF0E71F9}"/>
                  </a:ext>
                </a:extLst>
              </p14:cNvPr>
              <p14:cNvContentPartPr/>
              <p14:nvPr/>
            </p14:nvContentPartPr>
            <p14:xfrm>
              <a:off x="620040" y="2062020"/>
              <a:ext cx="766260" cy="2694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0F6FAD1-CF36-49CD-9612-8BD3BF0E71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1042" y="2053026"/>
                <a:ext cx="783896" cy="287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A7635BD-C681-4203-91A6-73F48157B002}"/>
                  </a:ext>
                </a:extLst>
              </p14:cNvPr>
              <p14:cNvContentPartPr/>
              <p14:nvPr/>
            </p14:nvContentPartPr>
            <p14:xfrm>
              <a:off x="1636050" y="1950240"/>
              <a:ext cx="827010" cy="21303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A7635BD-C681-4203-91A6-73F48157B0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7053" y="1941244"/>
                <a:ext cx="844644" cy="2306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22878D8-0401-4F7A-B693-B115E569BA5F}"/>
                  </a:ext>
                </a:extLst>
              </p14:cNvPr>
              <p14:cNvContentPartPr/>
              <p14:nvPr/>
            </p14:nvContentPartPr>
            <p14:xfrm>
              <a:off x="2600760" y="2127630"/>
              <a:ext cx="26190" cy="11529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22878D8-0401-4F7A-B693-B115E569BA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91791" y="2118651"/>
                <a:ext cx="43770" cy="132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293190F-E8D3-4958-A39F-3427A968E30F}"/>
                  </a:ext>
                </a:extLst>
              </p14:cNvPr>
              <p14:cNvContentPartPr/>
              <p14:nvPr/>
            </p14:nvContentPartPr>
            <p14:xfrm>
              <a:off x="2870760" y="1968330"/>
              <a:ext cx="1586790" cy="31671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293190F-E8D3-4958-A39F-3427A968E3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61761" y="1959333"/>
                <a:ext cx="1604429" cy="334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39454C4-5690-47C3-B84C-C6B3C1E0BC9E}"/>
                  </a:ext>
                </a:extLst>
              </p14:cNvPr>
              <p14:cNvContentPartPr/>
              <p14:nvPr/>
            </p14:nvContentPartPr>
            <p14:xfrm>
              <a:off x="4656810" y="2009370"/>
              <a:ext cx="376650" cy="1679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39454C4-5690-47C3-B84C-C6B3C1E0BC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47808" y="2000380"/>
                <a:ext cx="394294" cy="185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B9AB4A0-1C84-4B53-81FE-860BD8A303A6}"/>
                  </a:ext>
                </a:extLst>
              </p14:cNvPr>
              <p14:cNvContentPartPr/>
              <p14:nvPr/>
            </p14:nvContentPartPr>
            <p14:xfrm>
              <a:off x="5209500" y="1972650"/>
              <a:ext cx="446040" cy="25407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B9AB4A0-1C84-4B53-81FE-860BD8A303A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0500" y="1963653"/>
                <a:ext cx="463680" cy="271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3E5A192-F86D-4DE9-9C88-84F133AF0034}"/>
                  </a:ext>
                </a:extLst>
              </p14:cNvPr>
              <p14:cNvContentPartPr/>
              <p14:nvPr/>
            </p14:nvContentPartPr>
            <p14:xfrm>
              <a:off x="5793240" y="1957800"/>
              <a:ext cx="720090" cy="2586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3E5A192-F86D-4DE9-9C88-84F133AF00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84243" y="1948806"/>
                <a:ext cx="737723" cy="276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C3F5909-FCD8-4AF3-89E8-2EBB8F7D391E}"/>
                  </a:ext>
                </a:extLst>
              </p14:cNvPr>
              <p14:cNvContentPartPr/>
              <p14:nvPr/>
            </p14:nvContentPartPr>
            <p14:xfrm>
              <a:off x="602490" y="2455140"/>
              <a:ext cx="1905120" cy="22977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C3F5909-FCD8-4AF3-89E8-2EBB8F7D39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3490" y="2446151"/>
                <a:ext cx="1922760" cy="247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B74BE5F-7D72-4BA8-B1DF-5DA5F919A11A}"/>
                  </a:ext>
                </a:extLst>
              </p14:cNvPr>
              <p14:cNvContentPartPr/>
              <p14:nvPr/>
            </p14:nvContentPartPr>
            <p14:xfrm>
              <a:off x="2758710" y="2369010"/>
              <a:ext cx="2582820" cy="39879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B74BE5F-7D72-4BA8-B1DF-5DA5F919A11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49711" y="2360012"/>
                <a:ext cx="2600459" cy="416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10B8EE7-DFBD-49AA-AF5C-2D0E345A98F6}"/>
                  </a:ext>
                </a:extLst>
              </p14:cNvPr>
              <p14:cNvContentPartPr/>
              <p14:nvPr/>
            </p14:nvContentPartPr>
            <p14:xfrm>
              <a:off x="3559800" y="2707050"/>
              <a:ext cx="462510" cy="7263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10B8EE7-DFBD-49AA-AF5C-2D0E345A98F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50802" y="2698061"/>
                <a:ext cx="480147" cy="90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647748B-1A4D-4E51-B9FF-9019F78B2B11}"/>
                  </a:ext>
                </a:extLst>
              </p14:cNvPr>
              <p14:cNvContentPartPr/>
              <p14:nvPr/>
            </p14:nvContentPartPr>
            <p14:xfrm>
              <a:off x="1081740" y="2809110"/>
              <a:ext cx="1723410" cy="91773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647748B-1A4D-4E51-B9FF-9019F78B2B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72741" y="2800113"/>
                <a:ext cx="1741047" cy="935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A019BA3-429C-4719-9606-552E372B6FA1}"/>
                  </a:ext>
                </a:extLst>
              </p14:cNvPr>
              <p14:cNvContentPartPr/>
              <p14:nvPr/>
            </p14:nvContentPartPr>
            <p14:xfrm>
              <a:off x="2513280" y="3313740"/>
              <a:ext cx="1179090" cy="2581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A019BA3-429C-4719-9606-552E372B6F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04282" y="3304740"/>
                <a:ext cx="1196726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3B8B57B-FC23-4791-856B-28A9C4F0ECB3}"/>
                  </a:ext>
                </a:extLst>
              </p14:cNvPr>
              <p14:cNvContentPartPr/>
              <p14:nvPr/>
            </p14:nvContentPartPr>
            <p14:xfrm>
              <a:off x="3774720" y="3459540"/>
              <a:ext cx="33210" cy="11907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3B8B57B-FC23-4791-856B-28A9C4F0ECB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65793" y="3450547"/>
                <a:ext cx="50708" cy="136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8E6E0BD9-A673-481A-BAB4-17E25BE1F155}"/>
                  </a:ext>
                </a:extLst>
              </p14:cNvPr>
              <p14:cNvContentPartPr/>
              <p14:nvPr/>
            </p14:nvContentPartPr>
            <p14:xfrm>
              <a:off x="3970740" y="3277830"/>
              <a:ext cx="1058400" cy="36153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8E6E0BD9-A673-481A-BAB4-17E25BE1F15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61740" y="3268837"/>
                <a:ext cx="1076040" cy="379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29810CA-F3A2-4B0F-849C-CDA89103CF7E}"/>
                  </a:ext>
                </a:extLst>
              </p14:cNvPr>
              <p14:cNvContentPartPr/>
              <p14:nvPr/>
            </p14:nvContentPartPr>
            <p14:xfrm>
              <a:off x="5314260" y="3287010"/>
              <a:ext cx="1444500" cy="31077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29810CA-F3A2-4B0F-849C-CDA89103CF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05261" y="3278018"/>
                <a:ext cx="1462138" cy="328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260AE22-3811-4185-BF65-7C1EE61B1634}"/>
                  </a:ext>
                </a:extLst>
              </p14:cNvPr>
              <p14:cNvContentPartPr/>
              <p14:nvPr/>
            </p14:nvContentPartPr>
            <p14:xfrm>
              <a:off x="1039350" y="3694710"/>
              <a:ext cx="1509030" cy="3299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260AE22-3811-4185-BF65-7C1EE61B163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0351" y="3685715"/>
                <a:ext cx="1526669" cy="3475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C2F34E8-DF43-42AD-8DBB-93D28A379AAB}"/>
                  </a:ext>
                </a:extLst>
              </p14:cNvPr>
              <p14:cNvContentPartPr/>
              <p14:nvPr/>
            </p14:nvContentPartPr>
            <p14:xfrm>
              <a:off x="698340" y="4270890"/>
              <a:ext cx="1035990" cy="29889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C2F34E8-DF43-42AD-8DBB-93D28A379AA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9341" y="4261898"/>
                <a:ext cx="1053628" cy="316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D98615F-3DB7-4D11-8301-B70C32C0E78F}"/>
                  </a:ext>
                </a:extLst>
              </p14:cNvPr>
              <p14:cNvContentPartPr/>
              <p14:nvPr/>
            </p14:nvContentPartPr>
            <p14:xfrm>
              <a:off x="1888500" y="4255500"/>
              <a:ext cx="1567620" cy="3461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D98615F-3DB7-4D11-8301-B70C32C0E78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79501" y="4246505"/>
                <a:ext cx="1585258" cy="363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A413CC2-8B7F-4A2D-8977-DE8BFCD00EE0}"/>
                  </a:ext>
                </a:extLst>
              </p14:cNvPr>
              <p14:cNvContentPartPr/>
              <p14:nvPr/>
            </p14:nvContentPartPr>
            <p14:xfrm>
              <a:off x="5134170" y="4234980"/>
              <a:ext cx="270" cy="32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A413CC2-8B7F-4A2D-8977-DE8BFCD00EE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27420" y="4225980"/>
                <a:ext cx="135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185A696-6122-4281-8082-0F17B64F53C7}"/>
                  </a:ext>
                </a:extLst>
              </p14:cNvPr>
              <p14:cNvContentPartPr/>
              <p14:nvPr/>
            </p14:nvContentPartPr>
            <p14:xfrm>
              <a:off x="3658620" y="4182600"/>
              <a:ext cx="1190970" cy="4077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185A696-6122-4281-8082-0F17B64F53C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49622" y="4173604"/>
                <a:ext cx="1208606" cy="425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BCDB1B01-851D-448D-9850-0BF9D32AFCF6}"/>
                  </a:ext>
                </a:extLst>
              </p14:cNvPr>
              <p14:cNvContentPartPr/>
              <p14:nvPr/>
            </p14:nvContentPartPr>
            <p14:xfrm>
              <a:off x="5113650" y="4307070"/>
              <a:ext cx="635310" cy="2511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BCDB1B01-851D-448D-9850-0BF9D32AFCF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04651" y="4298076"/>
                <a:ext cx="652948" cy="268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6EBA89E-86E3-46B9-85F4-D414663F7286}"/>
                  </a:ext>
                </a:extLst>
              </p14:cNvPr>
              <p14:cNvContentPartPr/>
              <p14:nvPr/>
            </p14:nvContentPartPr>
            <p14:xfrm>
              <a:off x="5943360" y="4244700"/>
              <a:ext cx="201960" cy="1971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6EBA89E-86E3-46B9-85F4-D414663F728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934360" y="4235708"/>
                <a:ext cx="219600" cy="214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50EDE8C-F418-46A2-AFF2-66B5F93207D9}"/>
                  </a:ext>
                </a:extLst>
              </p14:cNvPr>
              <p14:cNvContentPartPr/>
              <p14:nvPr/>
            </p14:nvContentPartPr>
            <p14:xfrm>
              <a:off x="814710" y="4924290"/>
              <a:ext cx="4276800" cy="8013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50EDE8C-F418-46A2-AFF2-66B5F93207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5710" y="4915290"/>
                <a:ext cx="4294440" cy="8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B6FBFDC-7B68-4EE9-87A5-B87518823FF4}"/>
                  </a:ext>
                </a:extLst>
              </p14:cNvPr>
              <p14:cNvContentPartPr/>
              <p14:nvPr/>
            </p14:nvContentPartPr>
            <p14:xfrm>
              <a:off x="5336940" y="5154060"/>
              <a:ext cx="230310" cy="777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B6FBFDC-7B68-4EE9-87A5-B87518823FF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27944" y="5145060"/>
                <a:ext cx="247943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1263B01-D944-4E82-8242-5D68FA212845}"/>
                  </a:ext>
                </a:extLst>
              </p14:cNvPr>
              <p14:cNvContentPartPr/>
              <p14:nvPr/>
            </p14:nvContentPartPr>
            <p14:xfrm>
              <a:off x="5732490" y="4987200"/>
              <a:ext cx="885870" cy="4309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1263B01-D944-4E82-8242-5D68FA2128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23491" y="4978200"/>
                <a:ext cx="903508" cy="44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514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C4DE5A-EC38-421A-8B62-D4E8164E6710}"/>
                  </a:ext>
                </a:extLst>
              </p14:cNvPr>
              <p14:cNvContentPartPr/>
              <p14:nvPr/>
            </p14:nvContentPartPr>
            <p14:xfrm>
              <a:off x="429150" y="1148880"/>
              <a:ext cx="1643220" cy="228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C4DE5A-EC38-421A-8B62-D4E8164E67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151" y="1139880"/>
                <a:ext cx="1660858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E46D108-C964-45A4-AD79-72A433D867CC}"/>
                  </a:ext>
                </a:extLst>
              </p14:cNvPr>
              <p14:cNvContentPartPr/>
              <p14:nvPr/>
            </p14:nvContentPartPr>
            <p14:xfrm>
              <a:off x="2496810" y="1172910"/>
              <a:ext cx="1236600" cy="303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E46D108-C964-45A4-AD79-72A433D867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7810" y="1163910"/>
                <a:ext cx="125424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81E9531-1C66-4C47-839C-9DE4784C0389}"/>
                  </a:ext>
                </a:extLst>
              </p14:cNvPr>
              <p14:cNvContentPartPr/>
              <p14:nvPr/>
            </p14:nvContentPartPr>
            <p14:xfrm>
              <a:off x="3986400" y="1238250"/>
              <a:ext cx="888300" cy="25461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81E9531-1C66-4C47-839C-9DE4784C03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77402" y="1229260"/>
                <a:ext cx="905936" cy="272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A15644E-EF47-4A04-A2B7-62912D9736FB}"/>
                  </a:ext>
                </a:extLst>
              </p14:cNvPr>
              <p14:cNvContentPartPr/>
              <p14:nvPr/>
            </p14:nvContentPartPr>
            <p14:xfrm>
              <a:off x="5057220" y="1162110"/>
              <a:ext cx="1448820" cy="41931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A15644E-EF47-4A04-A2B7-62912D9736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48221" y="1153112"/>
                <a:ext cx="1466458" cy="436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7D0427-0417-4286-9354-3BCD10C31629}"/>
                  </a:ext>
                </a:extLst>
              </p14:cNvPr>
              <p14:cNvContentPartPr/>
              <p14:nvPr/>
            </p14:nvContentPartPr>
            <p14:xfrm>
              <a:off x="548760" y="1802550"/>
              <a:ext cx="385560" cy="11151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7D0427-0417-4286-9354-3BCD10C316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760" y="1793557"/>
                <a:ext cx="403200" cy="129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DD80495-B0F6-4FE2-AAD0-48A3AB607FB1}"/>
                  </a:ext>
                </a:extLst>
              </p14:cNvPr>
              <p14:cNvContentPartPr/>
              <p14:nvPr/>
            </p14:nvContentPartPr>
            <p14:xfrm>
              <a:off x="1333380" y="1730460"/>
              <a:ext cx="459540" cy="186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DD80495-B0F6-4FE2-AAD0-48A3AB607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4384" y="1721477"/>
                <a:ext cx="477173" cy="204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8614A63-E30D-4EBE-A0A2-8777784E8225}"/>
                  </a:ext>
                </a:extLst>
              </p14:cNvPr>
              <p14:cNvContentPartPr/>
              <p14:nvPr/>
            </p14:nvContentPartPr>
            <p14:xfrm>
              <a:off x="2137980" y="1716150"/>
              <a:ext cx="2624400" cy="387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8614A63-E30D-4EBE-A0A2-8777784E82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8980" y="1707150"/>
                <a:ext cx="264204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3936EE2-BB1B-40EB-AAA2-0228FFD6072D}"/>
                  </a:ext>
                </a:extLst>
              </p14:cNvPr>
              <p14:cNvContentPartPr/>
              <p14:nvPr/>
            </p14:nvContentPartPr>
            <p14:xfrm>
              <a:off x="4999710" y="1780950"/>
              <a:ext cx="1880280" cy="3537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3936EE2-BB1B-40EB-AAA2-0228FFD6072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0710" y="1771955"/>
                <a:ext cx="1897920" cy="371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9F1BCE8-09A2-4146-BE0E-D8044B3D7BD8}"/>
                  </a:ext>
                </a:extLst>
              </p14:cNvPr>
              <p14:cNvContentPartPr/>
              <p14:nvPr/>
            </p14:nvContentPartPr>
            <p14:xfrm>
              <a:off x="2672580" y="1781760"/>
              <a:ext cx="45090" cy="14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9F1BCE8-09A2-4146-BE0E-D8044B3D7B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63634" y="1772760"/>
                <a:ext cx="62625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04FEDF9-6171-4B46-AE47-9ED53577D841}"/>
                  </a:ext>
                </a:extLst>
              </p14:cNvPr>
              <p14:cNvContentPartPr/>
              <p14:nvPr/>
            </p14:nvContentPartPr>
            <p14:xfrm>
              <a:off x="320610" y="3048870"/>
              <a:ext cx="1361340" cy="73737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04FEDF9-6171-4B46-AE47-9ED53577D8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1611" y="3039873"/>
                <a:ext cx="1378978" cy="755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9333B1D-F99E-4491-ABD0-86FA4240BF2E}"/>
                  </a:ext>
                </a:extLst>
              </p14:cNvPr>
              <p14:cNvContentPartPr/>
              <p14:nvPr/>
            </p14:nvContentPartPr>
            <p14:xfrm>
              <a:off x="445080" y="3544050"/>
              <a:ext cx="1188810" cy="18657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9333B1D-F99E-4491-ABD0-86FA4240BF2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6082" y="3535063"/>
                <a:ext cx="1206446" cy="204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F9BF856-559E-460A-B92C-B0103F50DEEA}"/>
                  </a:ext>
                </a:extLst>
              </p14:cNvPr>
              <p14:cNvContentPartPr/>
              <p14:nvPr/>
            </p14:nvContentPartPr>
            <p14:xfrm>
              <a:off x="483150" y="3825390"/>
              <a:ext cx="1164780" cy="14769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F9BF856-559E-460A-B92C-B0103F50DE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4151" y="3816406"/>
                <a:ext cx="1182417" cy="165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EA398CB-0C81-4D51-B74C-BAFAEDDA2C65}"/>
                  </a:ext>
                </a:extLst>
              </p14:cNvPr>
              <p14:cNvContentPartPr/>
              <p14:nvPr/>
            </p14:nvContentPartPr>
            <p14:xfrm>
              <a:off x="391350" y="4011960"/>
              <a:ext cx="2032830" cy="8251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EA398CB-0C81-4D51-B74C-BAFAEDDA2C6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2350" y="4002960"/>
                <a:ext cx="2050469" cy="8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687899B-9C48-4BCC-987C-54E7C39AE51D}"/>
                  </a:ext>
                </a:extLst>
              </p14:cNvPr>
              <p14:cNvContentPartPr/>
              <p14:nvPr/>
            </p14:nvContentPartPr>
            <p14:xfrm>
              <a:off x="1657650" y="3072090"/>
              <a:ext cx="2068740" cy="74871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687899B-9C48-4BCC-987C-54E7C39AE5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48651" y="3063091"/>
                <a:ext cx="2086378" cy="766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2BB2642-1AD8-4382-8980-9F1093110482}"/>
                  </a:ext>
                </a:extLst>
              </p14:cNvPr>
              <p14:cNvContentPartPr/>
              <p14:nvPr/>
            </p14:nvContentPartPr>
            <p14:xfrm>
              <a:off x="2632620" y="3737910"/>
              <a:ext cx="1561950" cy="49815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2BB2642-1AD8-4382-8980-9F109311048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23621" y="3728912"/>
                <a:ext cx="1579589" cy="515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60D15BB-BB7D-4EF5-B785-62944EC01352}"/>
                  </a:ext>
                </a:extLst>
              </p14:cNvPr>
              <p14:cNvContentPartPr/>
              <p14:nvPr/>
            </p14:nvContentPartPr>
            <p14:xfrm>
              <a:off x="2706330" y="4414530"/>
              <a:ext cx="1007100" cy="2008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60D15BB-BB7D-4EF5-B785-62944EC013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697332" y="4405530"/>
                <a:ext cx="1024737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27072380-9015-449A-A498-B21A5CC2FFD1}"/>
                  </a:ext>
                </a:extLst>
              </p14:cNvPr>
              <p14:cNvContentPartPr/>
              <p14:nvPr/>
            </p14:nvContentPartPr>
            <p14:xfrm>
              <a:off x="2745210" y="4704780"/>
              <a:ext cx="641790" cy="26595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27072380-9015-449A-A498-B21A5CC2FFD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36211" y="4695783"/>
                <a:ext cx="659428" cy="283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9259440A-89D1-4880-90EA-A4046D716487}"/>
                  </a:ext>
                </a:extLst>
              </p14:cNvPr>
              <p14:cNvContentPartPr/>
              <p14:nvPr/>
            </p14:nvContentPartPr>
            <p14:xfrm>
              <a:off x="2706330" y="4743930"/>
              <a:ext cx="2092500" cy="52515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9259440A-89D1-4880-90EA-A4046D71648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97331" y="4734932"/>
                <a:ext cx="2110138" cy="542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6E333278-65F5-4D1F-AA70-12DD1F16D77B}"/>
                  </a:ext>
                </a:extLst>
              </p14:cNvPr>
              <p14:cNvContentPartPr/>
              <p14:nvPr/>
            </p14:nvContentPartPr>
            <p14:xfrm>
              <a:off x="2467650" y="5344410"/>
              <a:ext cx="2450250" cy="29511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6E333278-65F5-4D1F-AA70-12DD1F16D7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58650" y="5335413"/>
                <a:ext cx="2467891" cy="312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BA17462F-8BBB-4678-B2A3-EFA0A35D02F8}"/>
                  </a:ext>
                </a:extLst>
              </p14:cNvPr>
              <p14:cNvContentPartPr/>
              <p14:nvPr/>
            </p14:nvContentPartPr>
            <p14:xfrm>
              <a:off x="5220030" y="4656450"/>
              <a:ext cx="1671840" cy="120015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BA17462F-8BBB-4678-B2A3-EFA0A35D02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11030" y="4647451"/>
                <a:ext cx="1689480" cy="12177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08BAAEEC-E8B1-4C9C-9E3F-50400C2FE3A5}"/>
                  </a:ext>
                </a:extLst>
              </p14:cNvPr>
              <p14:cNvContentPartPr/>
              <p14:nvPr/>
            </p14:nvContentPartPr>
            <p14:xfrm>
              <a:off x="674310" y="2189460"/>
              <a:ext cx="5736690" cy="236142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08BAAEEC-E8B1-4C9C-9E3F-50400C2FE3A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65310" y="2180461"/>
                <a:ext cx="5754329" cy="23790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423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15B3C3-098C-46E4-81F7-B6F46311F1EA}"/>
                  </a:ext>
                </a:extLst>
              </p14:cNvPr>
              <p14:cNvContentPartPr/>
              <p14:nvPr/>
            </p14:nvContentPartPr>
            <p14:xfrm>
              <a:off x="439410" y="1087860"/>
              <a:ext cx="1087290" cy="3188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15B3C3-098C-46E4-81F7-B6F46311F1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412" y="1078863"/>
                <a:ext cx="1104926" cy="336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5A473D-EDF2-486F-8FF5-DB916AE3E2A8}"/>
                  </a:ext>
                </a:extLst>
              </p14:cNvPr>
              <p14:cNvContentPartPr/>
              <p14:nvPr/>
            </p14:nvContentPartPr>
            <p14:xfrm>
              <a:off x="1790760" y="1131600"/>
              <a:ext cx="2168100" cy="4120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5A473D-EDF2-486F-8FF5-DB916AE3E2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1761" y="1122604"/>
                <a:ext cx="2185739" cy="429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03459CA-C29F-481D-9034-550ED1028FEA}"/>
                  </a:ext>
                </a:extLst>
              </p14:cNvPr>
              <p14:cNvContentPartPr/>
              <p14:nvPr/>
            </p14:nvContentPartPr>
            <p14:xfrm>
              <a:off x="479910" y="1578180"/>
              <a:ext cx="938790" cy="28971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3459CA-C29F-481D-9034-550ED1028F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911" y="1569183"/>
                <a:ext cx="956428" cy="307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6FE32C5-20B6-45A3-92AD-C7D17CA24C9B}"/>
                  </a:ext>
                </a:extLst>
              </p14:cNvPr>
              <p14:cNvContentPartPr/>
              <p14:nvPr/>
            </p14:nvContentPartPr>
            <p14:xfrm>
              <a:off x="1732710" y="1647840"/>
              <a:ext cx="2036070" cy="29025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6FE32C5-20B6-45A3-92AD-C7D17CA24C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23710" y="1638848"/>
                <a:ext cx="2053709" cy="307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FE3F920-CCA9-47A3-8B04-BD713214D1EF}"/>
                  </a:ext>
                </a:extLst>
              </p14:cNvPr>
              <p14:cNvContentPartPr/>
              <p14:nvPr/>
            </p14:nvContentPartPr>
            <p14:xfrm>
              <a:off x="3971550" y="1563600"/>
              <a:ext cx="1033830" cy="358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FE3F920-CCA9-47A3-8B04-BD713214D1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2551" y="1554600"/>
                <a:ext cx="1051468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5792603-3E7E-4875-B1DF-902C16722208}"/>
                  </a:ext>
                </a:extLst>
              </p14:cNvPr>
              <p14:cNvContentPartPr/>
              <p14:nvPr/>
            </p14:nvContentPartPr>
            <p14:xfrm>
              <a:off x="6356460" y="1657560"/>
              <a:ext cx="136890" cy="1852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5792603-3E7E-4875-B1DF-902C167222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47478" y="1648569"/>
                <a:ext cx="154495" cy="202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3CD1EDA-D823-4F0F-81C6-D7B21F749AE9}"/>
                  </a:ext>
                </a:extLst>
              </p14:cNvPr>
              <p14:cNvContentPartPr/>
              <p14:nvPr/>
            </p14:nvContentPartPr>
            <p14:xfrm>
              <a:off x="5017260" y="1625430"/>
              <a:ext cx="1637010" cy="6345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3CD1EDA-D823-4F0F-81C6-D7B21F749A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08261" y="1616427"/>
                <a:ext cx="1654647" cy="652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13A47A-8D41-430F-949E-8E7593C4E35F}"/>
                  </a:ext>
                </a:extLst>
              </p14:cNvPr>
              <p14:cNvContentPartPr/>
              <p14:nvPr/>
            </p14:nvContentPartPr>
            <p14:xfrm>
              <a:off x="505020" y="2255070"/>
              <a:ext cx="709830" cy="2003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13A47A-8D41-430F-949E-8E7593C4E3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6021" y="2246078"/>
                <a:ext cx="727468" cy="217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FAF1258-9EAA-4AAE-A136-17EEE57E83C4}"/>
                  </a:ext>
                </a:extLst>
              </p14:cNvPr>
              <p14:cNvContentPartPr/>
              <p14:nvPr/>
            </p14:nvContentPartPr>
            <p14:xfrm>
              <a:off x="1420320" y="2276940"/>
              <a:ext cx="453330" cy="1917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FAF1258-9EAA-4AAE-A136-17EEE57E83C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1325" y="2267948"/>
                <a:ext cx="470960" cy="209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6FB6B3A-943C-4D83-978E-A8D6D458CBBD}"/>
                  </a:ext>
                </a:extLst>
              </p14:cNvPr>
              <p14:cNvContentPartPr/>
              <p14:nvPr/>
            </p14:nvContentPartPr>
            <p14:xfrm>
              <a:off x="2181990" y="2164080"/>
              <a:ext cx="101250" cy="3051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6FB6B3A-943C-4D83-978E-A8D6D458CBB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73014" y="2155085"/>
                <a:ext cx="118843" cy="322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73DDA88-0A06-4A90-B346-8EE92093C096}"/>
                  </a:ext>
                </a:extLst>
              </p14:cNvPr>
              <p14:cNvContentPartPr/>
              <p14:nvPr/>
            </p14:nvContentPartPr>
            <p14:xfrm>
              <a:off x="2396370" y="2163000"/>
              <a:ext cx="647460" cy="294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73DDA88-0A06-4A90-B346-8EE92093C09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87373" y="2154000"/>
                <a:ext cx="665095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B8104AB-2096-4704-8085-EF6D36646517}"/>
                  </a:ext>
                </a:extLst>
              </p14:cNvPr>
              <p14:cNvContentPartPr/>
              <p14:nvPr/>
            </p14:nvContentPartPr>
            <p14:xfrm>
              <a:off x="487740" y="2785350"/>
              <a:ext cx="1742850" cy="31887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B8104AB-2096-4704-8085-EF6D366465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8741" y="2776353"/>
                <a:ext cx="1760487" cy="336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D08059C-C5C2-4249-ABB4-C039188C7DD0}"/>
                  </a:ext>
                </a:extLst>
              </p14:cNvPr>
              <p14:cNvContentPartPr/>
              <p14:nvPr/>
            </p14:nvContentPartPr>
            <p14:xfrm>
              <a:off x="2510580" y="2814240"/>
              <a:ext cx="528930" cy="1603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D08059C-C5C2-4249-ABB4-C039188C7D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01585" y="2805250"/>
                <a:ext cx="546561" cy="1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BE08239-85B1-4824-BB05-4992118BD5D4}"/>
                  </a:ext>
                </a:extLst>
              </p14:cNvPr>
              <p14:cNvContentPartPr/>
              <p14:nvPr/>
            </p14:nvContentPartPr>
            <p14:xfrm>
              <a:off x="3231750" y="2802900"/>
              <a:ext cx="932850" cy="17523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BE08239-85B1-4824-BB05-4992118BD5D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22753" y="2793905"/>
                <a:ext cx="950485" cy="192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5827AB5-BB15-481E-A55A-028EB0D12DC8}"/>
                  </a:ext>
                </a:extLst>
              </p14:cNvPr>
              <p14:cNvContentPartPr/>
              <p14:nvPr/>
            </p14:nvContentPartPr>
            <p14:xfrm>
              <a:off x="4455660" y="2787510"/>
              <a:ext cx="544320" cy="17523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5827AB5-BB15-481E-A55A-028EB0D12DC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46660" y="2778515"/>
                <a:ext cx="561960" cy="192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8A8C075-6924-41C9-A256-0EB82C15A283}"/>
                  </a:ext>
                </a:extLst>
              </p14:cNvPr>
              <p14:cNvContentPartPr/>
              <p14:nvPr/>
            </p14:nvContentPartPr>
            <p14:xfrm>
              <a:off x="611130" y="3128520"/>
              <a:ext cx="2896290" cy="3915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8A8C075-6924-41C9-A256-0EB82C15A28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2131" y="3119541"/>
                <a:ext cx="2913928" cy="56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DBCEAD5-BEA5-4FFC-A7A7-5F7D9E36FC2E}"/>
                  </a:ext>
                </a:extLst>
              </p14:cNvPr>
              <p14:cNvContentPartPr/>
              <p14:nvPr/>
            </p14:nvContentPartPr>
            <p14:xfrm>
              <a:off x="3685350" y="3154440"/>
              <a:ext cx="1509840" cy="3213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DBCEAD5-BEA5-4FFC-A7A7-5F7D9E36FC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76350" y="3145415"/>
                <a:ext cx="1527480" cy="49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4B2DB7E-FB63-479D-B8BA-67526038B9CD}"/>
                  </a:ext>
                </a:extLst>
              </p14:cNvPr>
              <p14:cNvContentPartPr/>
              <p14:nvPr/>
            </p14:nvContentPartPr>
            <p14:xfrm>
              <a:off x="576840" y="3411210"/>
              <a:ext cx="3344220" cy="3007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4B2DB7E-FB63-479D-B8BA-67526038B9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7840" y="3402215"/>
                <a:ext cx="3361859" cy="318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A1F72D7-8AC0-44DF-8627-75E417CF4822}"/>
                  </a:ext>
                </a:extLst>
              </p14:cNvPr>
              <p14:cNvContentPartPr/>
              <p14:nvPr/>
            </p14:nvContentPartPr>
            <p14:xfrm>
              <a:off x="4165410" y="3406620"/>
              <a:ext cx="2889000" cy="33021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A1F72D7-8AC0-44DF-8627-75E417CF482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56410" y="3397627"/>
                <a:ext cx="2906640" cy="347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A750A36-9A9B-4850-A5E1-79A18253E8B3}"/>
                  </a:ext>
                </a:extLst>
              </p14:cNvPr>
              <p14:cNvContentPartPr/>
              <p14:nvPr/>
            </p14:nvContentPartPr>
            <p14:xfrm>
              <a:off x="680250" y="3845910"/>
              <a:ext cx="1127790" cy="2505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A750A36-9A9B-4850-A5E1-79A18253E8B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1251" y="3836910"/>
                <a:ext cx="1145429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823FC730-243B-4E0D-94E6-BD7E7180966F}"/>
                  </a:ext>
                </a:extLst>
              </p14:cNvPr>
              <p14:cNvContentPartPr/>
              <p14:nvPr/>
            </p14:nvContentPartPr>
            <p14:xfrm>
              <a:off x="2105850" y="3895860"/>
              <a:ext cx="361260" cy="39825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823FC730-243B-4E0D-94E6-BD7E7180966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96854" y="3886866"/>
                <a:ext cx="378891" cy="415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0A04C41-E433-42AD-94C8-A68B61B5C093}"/>
                  </a:ext>
                </a:extLst>
              </p14:cNvPr>
              <p14:cNvContentPartPr/>
              <p14:nvPr/>
            </p14:nvContentPartPr>
            <p14:xfrm>
              <a:off x="2729010" y="3899100"/>
              <a:ext cx="166320" cy="18225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0A04C41-E433-42AD-94C8-A68B61B5C09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20010" y="3890113"/>
                <a:ext cx="183960" cy="199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9180C1E9-54C8-44F9-A1B9-672DC871ECD7}"/>
                  </a:ext>
                </a:extLst>
              </p14:cNvPr>
              <p14:cNvContentPartPr/>
              <p14:nvPr/>
            </p14:nvContentPartPr>
            <p14:xfrm>
              <a:off x="3115110" y="3867510"/>
              <a:ext cx="1651050" cy="3720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9180C1E9-54C8-44F9-A1B9-672DC871ECD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06110" y="3858514"/>
                <a:ext cx="1668691" cy="389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8DFE7E0-8EC9-4B0A-955E-4DEE326D5190}"/>
                  </a:ext>
                </a:extLst>
              </p14:cNvPr>
              <p14:cNvContentPartPr/>
              <p14:nvPr/>
            </p14:nvContentPartPr>
            <p14:xfrm>
              <a:off x="5012670" y="3892350"/>
              <a:ext cx="1625400" cy="2214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8DFE7E0-8EC9-4B0A-955E-4DEE326D519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03670" y="3883350"/>
                <a:ext cx="16430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7AF54A04-6BC4-4638-A2D3-843E6F0CAD33}"/>
                  </a:ext>
                </a:extLst>
              </p14:cNvPr>
              <p14:cNvContentPartPr/>
              <p14:nvPr/>
            </p14:nvContentPartPr>
            <p14:xfrm>
              <a:off x="1827480" y="4491480"/>
              <a:ext cx="19440" cy="21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7AF54A04-6BC4-4638-A2D3-843E6F0CAD3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18480" y="4482480"/>
                <a:ext cx="37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8751D470-A2C2-409B-956B-C732426D619D}"/>
                  </a:ext>
                </a:extLst>
              </p14:cNvPr>
              <p14:cNvContentPartPr/>
              <p14:nvPr/>
            </p14:nvContentPartPr>
            <p14:xfrm>
              <a:off x="1853400" y="4580310"/>
              <a:ext cx="6480" cy="27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8751D470-A2C2-409B-956B-C732426D619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44400" y="4573560"/>
                <a:ext cx="2412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CF9717F-A20A-48C6-BB8B-007324E0B366}"/>
                  </a:ext>
                </a:extLst>
              </p14:cNvPr>
              <p14:cNvContentPartPr/>
              <p14:nvPr/>
            </p14:nvContentPartPr>
            <p14:xfrm>
              <a:off x="574410" y="4378350"/>
              <a:ext cx="948510" cy="2797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CF9717F-A20A-48C6-BB8B-007324E0B36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5411" y="4369350"/>
                <a:ext cx="966148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BA8756F-877A-4AE4-8241-7AB4D7F0700A}"/>
                  </a:ext>
                </a:extLst>
              </p14:cNvPr>
              <p14:cNvContentPartPr/>
              <p14:nvPr/>
            </p14:nvContentPartPr>
            <p14:xfrm>
              <a:off x="2140410" y="4442880"/>
              <a:ext cx="392310" cy="18333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BA8756F-877A-4AE4-8241-7AB4D7F0700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31412" y="4433893"/>
                <a:ext cx="409946" cy="200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E48C78B5-AB9B-4E7B-8B00-BDFDC5199AE0}"/>
                  </a:ext>
                </a:extLst>
              </p14:cNvPr>
              <p14:cNvContentPartPr/>
              <p14:nvPr/>
            </p14:nvContentPartPr>
            <p14:xfrm>
              <a:off x="2747910" y="4423980"/>
              <a:ext cx="1605690" cy="36153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E48C78B5-AB9B-4E7B-8B00-BDFDC5199AE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38912" y="4414978"/>
                <a:ext cx="1623327" cy="379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1E6CB10-3BD9-4773-A9F7-D233973B19E0}"/>
                  </a:ext>
                </a:extLst>
              </p14:cNvPr>
              <p14:cNvContentPartPr/>
              <p14:nvPr/>
            </p14:nvContentPartPr>
            <p14:xfrm>
              <a:off x="4567980" y="4398600"/>
              <a:ext cx="787590" cy="2997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1E6CB10-3BD9-4773-A9F7-D233973B19E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58981" y="4389605"/>
                <a:ext cx="805228" cy="317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67B308E-82AE-462F-B000-45ED526238E7}"/>
                  </a:ext>
                </a:extLst>
              </p14:cNvPr>
              <p14:cNvContentPartPr/>
              <p14:nvPr/>
            </p14:nvContentPartPr>
            <p14:xfrm>
              <a:off x="2173620" y="4933200"/>
              <a:ext cx="385830" cy="27054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67B308E-82AE-462F-B000-45ED526238E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64622" y="4924206"/>
                <a:ext cx="403466" cy="288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5961FCB9-BBB4-4F32-BE54-ECCD6985F19E}"/>
                  </a:ext>
                </a:extLst>
              </p14:cNvPr>
              <p14:cNvContentPartPr/>
              <p14:nvPr/>
            </p14:nvContentPartPr>
            <p14:xfrm>
              <a:off x="2794080" y="4959660"/>
              <a:ext cx="1520640" cy="3515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5961FCB9-BBB4-4F32-BE54-ECCD6985F1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85080" y="4950665"/>
                <a:ext cx="1538280" cy="369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A04886E-494E-4496-8023-090DFCE0E337}"/>
                  </a:ext>
                </a:extLst>
              </p14:cNvPr>
              <p14:cNvContentPartPr/>
              <p14:nvPr/>
            </p14:nvContentPartPr>
            <p14:xfrm>
              <a:off x="4688940" y="5001510"/>
              <a:ext cx="1438560" cy="2862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A04886E-494E-4496-8023-090DFCE0E33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79940" y="4992510"/>
                <a:ext cx="14562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13BC094-C915-4898-9175-0268F29C5FC5}"/>
                  </a:ext>
                </a:extLst>
              </p14:cNvPr>
              <p14:cNvContentPartPr/>
              <p14:nvPr/>
            </p14:nvContentPartPr>
            <p14:xfrm>
              <a:off x="5612880" y="4397790"/>
              <a:ext cx="1046520" cy="3639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13BC094-C915-4898-9175-0268F29C5F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03880" y="4388790"/>
                <a:ext cx="10641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1C9EA747-E74B-4411-A5F0-F01C3950A57C}"/>
                  </a:ext>
                </a:extLst>
              </p14:cNvPr>
              <p14:cNvContentPartPr/>
              <p14:nvPr/>
            </p14:nvContentPartPr>
            <p14:xfrm>
              <a:off x="6200940" y="5019870"/>
              <a:ext cx="662850" cy="39447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1C9EA747-E74B-4411-A5F0-F01C3950A57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191939" y="5010872"/>
                <a:ext cx="680492" cy="4121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216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D0BF88-F9B2-49DF-A1CA-23B6158C6453}"/>
                  </a:ext>
                </a:extLst>
              </p14:cNvPr>
              <p14:cNvContentPartPr/>
              <p14:nvPr/>
            </p14:nvContentPartPr>
            <p14:xfrm>
              <a:off x="1713270" y="1032510"/>
              <a:ext cx="1011420" cy="29457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D0BF88-F9B2-49DF-A1CA-23B6158C64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4272" y="1023518"/>
                <a:ext cx="1029057" cy="312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62B87F6-C38A-4F73-BDA5-C44498297B0C}"/>
                  </a:ext>
                </a:extLst>
              </p14:cNvPr>
              <p14:cNvContentPartPr/>
              <p14:nvPr/>
            </p14:nvContentPartPr>
            <p14:xfrm>
              <a:off x="2916120" y="1065450"/>
              <a:ext cx="2330100" cy="35991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62B87F6-C38A-4F73-BDA5-C44498297B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7121" y="1056452"/>
                <a:ext cx="2347739" cy="377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C885845-6E0C-4431-A50D-F3FB5D1A4A18}"/>
                  </a:ext>
                </a:extLst>
              </p14:cNvPr>
              <p14:cNvContentPartPr/>
              <p14:nvPr/>
            </p14:nvContentPartPr>
            <p14:xfrm>
              <a:off x="5379060" y="1101360"/>
              <a:ext cx="201150" cy="1225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C885845-6E0C-4431-A50D-F3FB5D1A4A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70064" y="1092373"/>
                <a:ext cx="218782" cy="140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25EE71C-0C7F-48CC-BD85-9B054C82E21B}"/>
                  </a:ext>
                </a:extLst>
              </p14:cNvPr>
              <p14:cNvContentPartPr/>
              <p14:nvPr/>
            </p14:nvContentPartPr>
            <p14:xfrm>
              <a:off x="5776770" y="1078140"/>
              <a:ext cx="1096470" cy="27729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25EE71C-0C7F-48CC-BD85-9B054C82E2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7771" y="1069137"/>
                <a:ext cx="1114109" cy="294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34B7530-C612-43C4-AA84-DD066BB18C4E}"/>
                  </a:ext>
                </a:extLst>
              </p14:cNvPr>
              <p14:cNvContentPartPr/>
              <p14:nvPr/>
            </p14:nvContentPartPr>
            <p14:xfrm>
              <a:off x="1735140" y="1318440"/>
              <a:ext cx="5127840" cy="1182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34B7530-C612-43C4-AA84-DD066BB18C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6140" y="1309454"/>
                <a:ext cx="5145480" cy="135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402EC0A-1B0B-41CD-9238-DE6FD5C9038D}"/>
                  </a:ext>
                </a:extLst>
              </p14:cNvPr>
              <p14:cNvContentPartPr/>
              <p14:nvPr/>
            </p14:nvContentPartPr>
            <p14:xfrm>
              <a:off x="762600" y="1896510"/>
              <a:ext cx="809730" cy="277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402EC0A-1B0B-41CD-9238-DE6FD5C903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3603" y="1887510"/>
                <a:ext cx="827364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3903E67-662D-4C92-99D7-66297DCE85F7}"/>
                  </a:ext>
                </a:extLst>
              </p14:cNvPr>
              <p14:cNvContentPartPr/>
              <p14:nvPr/>
            </p14:nvContentPartPr>
            <p14:xfrm>
              <a:off x="2784900" y="1780950"/>
              <a:ext cx="220590" cy="19467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3903E67-662D-4C92-99D7-66297DCE85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75904" y="1771954"/>
                <a:ext cx="238223" cy="212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FAC34B8-A4A2-4836-B722-1A067B483272}"/>
                  </a:ext>
                </a:extLst>
              </p14:cNvPr>
              <p14:cNvContentPartPr/>
              <p14:nvPr/>
            </p14:nvContentPartPr>
            <p14:xfrm>
              <a:off x="5225700" y="1712370"/>
              <a:ext cx="186570" cy="2721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FAC34B8-A4A2-4836-B722-1A067B4832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6713" y="1703370"/>
                <a:ext cx="204185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E99126E-D505-4C80-990D-1CA378980240}"/>
                  </a:ext>
                </a:extLst>
              </p14:cNvPr>
              <p14:cNvContentPartPr/>
              <p14:nvPr/>
            </p14:nvContentPartPr>
            <p14:xfrm>
              <a:off x="417540" y="2411940"/>
              <a:ext cx="1300590" cy="4779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E99126E-D505-4C80-990D-1CA3789802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8541" y="2402943"/>
                <a:ext cx="1318229" cy="495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F8EE507-0443-4197-A9F6-FEC627C81BD5}"/>
                  </a:ext>
                </a:extLst>
              </p14:cNvPr>
              <p14:cNvContentPartPr/>
              <p14:nvPr/>
            </p14:nvContentPartPr>
            <p14:xfrm>
              <a:off x="2929620" y="2360370"/>
              <a:ext cx="173610" cy="2354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F8EE507-0443-4197-A9F6-FEC627C81BD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20634" y="2351384"/>
                <a:ext cx="191223" cy="253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528E3F8-669B-4669-BDED-6585F8E48B46}"/>
                  </a:ext>
                </a:extLst>
              </p14:cNvPr>
              <p14:cNvContentPartPr/>
              <p14:nvPr/>
            </p14:nvContentPartPr>
            <p14:xfrm>
              <a:off x="5300220" y="2232120"/>
              <a:ext cx="236250" cy="3051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528E3F8-669B-4669-BDED-6585F8E48B4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91230" y="2223125"/>
                <a:ext cx="253870" cy="322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FEFB75E-689B-400F-A0F6-7CFD53534628}"/>
                  </a:ext>
                </a:extLst>
              </p14:cNvPr>
              <p14:cNvContentPartPr/>
              <p14:nvPr/>
            </p14:nvContentPartPr>
            <p14:xfrm>
              <a:off x="517440" y="3079920"/>
              <a:ext cx="1620540" cy="2538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FEFB75E-689B-400F-A0F6-7CFD535346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8441" y="3070920"/>
                <a:ext cx="1638178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5F918EC-BA0E-4032-8FE6-73E3C49AA694}"/>
                  </a:ext>
                </a:extLst>
              </p14:cNvPr>
              <p14:cNvContentPartPr/>
              <p14:nvPr/>
            </p14:nvContentPartPr>
            <p14:xfrm>
              <a:off x="3031140" y="2928180"/>
              <a:ext cx="1069740" cy="26973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5F918EC-BA0E-4032-8FE6-73E3C49AA6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2142" y="2919189"/>
                <a:ext cx="1087377" cy="287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E0D22DE-9170-4997-91CB-EC54AE9B718F}"/>
                  </a:ext>
                </a:extLst>
              </p14:cNvPr>
              <p14:cNvContentPartPr/>
              <p14:nvPr/>
            </p14:nvContentPartPr>
            <p14:xfrm>
              <a:off x="5285370" y="2768880"/>
              <a:ext cx="1203930" cy="3304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E0D22DE-9170-4997-91CB-EC54AE9B718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76372" y="2759890"/>
                <a:ext cx="1221566" cy="34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C97A189-AB09-4D43-ACC4-D2CDBF99238C}"/>
                  </a:ext>
                </a:extLst>
              </p14:cNvPr>
              <p14:cNvContentPartPr/>
              <p14:nvPr/>
            </p14:nvContentPartPr>
            <p14:xfrm>
              <a:off x="604110" y="3737910"/>
              <a:ext cx="1367820" cy="2899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C97A189-AB09-4D43-ACC4-D2CDBF99238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5111" y="3728916"/>
                <a:ext cx="1385458" cy="307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167993F-4171-421A-ABF5-A8DBBE2C5895}"/>
                  </a:ext>
                </a:extLst>
              </p14:cNvPr>
              <p14:cNvContentPartPr/>
              <p14:nvPr/>
            </p14:nvContentPartPr>
            <p14:xfrm>
              <a:off x="2988210" y="3645570"/>
              <a:ext cx="1443960" cy="42579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167993F-4171-421A-ABF5-A8DBBE2C58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79210" y="3636572"/>
                <a:ext cx="1461600" cy="443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FEE05E8-AC02-4FC3-BCA8-60F91B2765CA}"/>
                  </a:ext>
                </a:extLst>
              </p14:cNvPr>
              <p14:cNvContentPartPr/>
              <p14:nvPr/>
            </p14:nvContentPartPr>
            <p14:xfrm>
              <a:off x="5349090" y="3486270"/>
              <a:ext cx="188190" cy="2030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FEE05E8-AC02-4FC3-BCA8-60F91B2765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40094" y="3477270"/>
                <a:ext cx="205822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7818FA5-2AA5-4012-88C6-6FD66A43969C}"/>
                  </a:ext>
                </a:extLst>
              </p14:cNvPr>
              <p14:cNvContentPartPr/>
              <p14:nvPr/>
            </p14:nvContentPartPr>
            <p14:xfrm>
              <a:off x="5785950" y="3607770"/>
              <a:ext cx="627750" cy="923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7818FA5-2AA5-4012-88C6-6FD66A4396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76951" y="3598788"/>
                <a:ext cx="645387" cy="109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D7FD3807-F374-43FC-8FE4-017C37CABF30}"/>
                  </a:ext>
                </a:extLst>
              </p14:cNvPr>
              <p14:cNvContentPartPr/>
              <p14:nvPr/>
            </p14:nvContentPartPr>
            <p14:xfrm>
              <a:off x="585210" y="4487700"/>
              <a:ext cx="927720" cy="40149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D7FD3807-F374-43FC-8FE4-017C37CABF3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6210" y="4478706"/>
                <a:ext cx="945360" cy="419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C809D51-5209-4804-A127-D51E4C88E26E}"/>
                  </a:ext>
                </a:extLst>
              </p14:cNvPr>
              <p14:cNvContentPartPr/>
              <p14:nvPr/>
            </p14:nvContentPartPr>
            <p14:xfrm>
              <a:off x="2548920" y="4449090"/>
              <a:ext cx="1871100" cy="31563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C809D51-5209-4804-A127-D51E4C88E26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39921" y="4440093"/>
                <a:ext cx="1888738" cy="333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A5DD779-27BE-46D5-9732-3CB6AC274994}"/>
                  </a:ext>
                </a:extLst>
              </p14:cNvPr>
              <p14:cNvContentPartPr/>
              <p14:nvPr/>
            </p14:nvContentPartPr>
            <p14:xfrm>
              <a:off x="5259720" y="4367550"/>
              <a:ext cx="1699650" cy="38745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A5DD779-27BE-46D5-9732-3CB6AC2749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50721" y="4358548"/>
                <a:ext cx="1717287" cy="4050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868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EEFCAB-E68C-4B7F-9F69-6C94832D6829}"/>
                  </a:ext>
                </a:extLst>
              </p14:cNvPr>
              <p14:cNvContentPartPr/>
              <p14:nvPr/>
            </p14:nvContentPartPr>
            <p14:xfrm>
              <a:off x="2451720" y="1264170"/>
              <a:ext cx="873990" cy="2133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EEFCAB-E68C-4B7F-9F69-6C94832D68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2721" y="1255178"/>
                <a:ext cx="891628" cy="230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88FFD65-2455-4C12-803C-90FCF212898D}"/>
                  </a:ext>
                </a:extLst>
              </p14:cNvPr>
              <p14:cNvContentPartPr/>
              <p14:nvPr/>
            </p14:nvContentPartPr>
            <p14:xfrm>
              <a:off x="3488790" y="1242840"/>
              <a:ext cx="1486080" cy="21681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88FFD65-2455-4C12-803C-90FCF21289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9790" y="1233851"/>
                <a:ext cx="1503720" cy="234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B19C187-0212-4DC6-8113-3E4ED6784BFC}"/>
                  </a:ext>
                </a:extLst>
              </p14:cNvPr>
              <p14:cNvContentPartPr/>
              <p14:nvPr/>
            </p14:nvContentPartPr>
            <p14:xfrm>
              <a:off x="2888040" y="1803900"/>
              <a:ext cx="522990" cy="43659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B19C187-0212-4DC6-8113-3E4ED6784B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79042" y="1794902"/>
                <a:ext cx="540627" cy="454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8A6867A-1C8D-4E1E-9934-4C01DB62599D}"/>
                  </a:ext>
                </a:extLst>
              </p14:cNvPr>
              <p14:cNvContentPartPr/>
              <p14:nvPr/>
            </p14:nvContentPartPr>
            <p14:xfrm>
              <a:off x="1421130" y="2339310"/>
              <a:ext cx="1213110" cy="237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8A6867A-1C8D-4E1E-9934-4C01DB6259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12131" y="2330310"/>
                <a:ext cx="1230749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73F2095-5B72-467C-8CE4-0EBD0CF53EB3}"/>
                  </a:ext>
                </a:extLst>
              </p14:cNvPr>
              <p14:cNvContentPartPr/>
              <p14:nvPr/>
            </p14:nvContentPartPr>
            <p14:xfrm>
              <a:off x="3615690" y="1824960"/>
              <a:ext cx="2319030" cy="70065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73F2095-5B72-467C-8CE4-0EBD0CF53E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06690" y="1815959"/>
                <a:ext cx="2336669" cy="718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7B28D72-7A1F-4321-813C-811C99B78E2A}"/>
                  </a:ext>
                </a:extLst>
              </p14:cNvPr>
              <p14:cNvContentPartPr/>
              <p14:nvPr/>
            </p14:nvContentPartPr>
            <p14:xfrm>
              <a:off x="1217550" y="2825040"/>
              <a:ext cx="419580" cy="1749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7B28D72-7A1F-4321-813C-811C99B78E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8554" y="2816040"/>
                <a:ext cx="437212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31D972D-0E43-40C8-9B04-11502DCD445A}"/>
                  </a:ext>
                </a:extLst>
              </p14:cNvPr>
              <p14:cNvContentPartPr/>
              <p14:nvPr/>
            </p14:nvContentPartPr>
            <p14:xfrm>
              <a:off x="1843680" y="2837730"/>
              <a:ext cx="1409670" cy="301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31D972D-0E43-40C8-9B04-11502DCD44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34681" y="2828730"/>
                <a:ext cx="1427309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159B8E4-C7EF-47D7-B30B-BE9AD866571D}"/>
                  </a:ext>
                </a:extLst>
              </p14:cNvPr>
              <p14:cNvContentPartPr/>
              <p14:nvPr/>
            </p14:nvContentPartPr>
            <p14:xfrm>
              <a:off x="4779930" y="2719470"/>
              <a:ext cx="1632150" cy="605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159B8E4-C7EF-47D7-B30B-BE9AD86657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0930" y="2710470"/>
                <a:ext cx="1649789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BA82E72-FE3D-4B82-ACA0-674B8A173A44}"/>
                  </a:ext>
                </a:extLst>
              </p14:cNvPr>
              <p14:cNvContentPartPr/>
              <p14:nvPr/>
            </p14:nvContentPartPr>
            <p14:xfrm>
              <a:off x="1164900" y="3408780"/>
              <a:ext cx="130140" cy="190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BA82E72-FE3D-4B82-ACA0-674B8A173A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55912" y="3399780"/>
                <a:ext cx="147756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7709E1A-CEF6-42A1-84A6-2C8952632F90}"/>
                  </a:ext>
                </a:extLst>
              </p14:cNvPr>
              <p14:cNvContentPartPr/>
              <p14:nvPr/>
            </p14:nvContentPartPr>
            <p14:xfrm>
              <a:off x="1435980" y="3360180"/>
              <a:ext cx="813240" cy="29781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7709E1A-CEF6-42A1-84A6-2C8952632F9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26980" y="3351188"/>
                <a:ext cx="830880" cy="315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FEF9452-E054-4C82-882A-74448FEABDE8}"/>
                  </a:ext>
                </a:extLst>
              </p14:cNvPr>
              <p14:cNvContentPartPr/>
              <p14:nvPr/>
            </p14:nvContentPartPr>
            <p14:xfrm>
              <a:off x="2396370" y="3380700"/>
              <a:ext cx="330210" cy="2419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FEF9452-E054-4C82-882A-74448FEABD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87377" y="3371700"/>
                <a:ext cx="347836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BD2005F-6AC9-4606-9FD4-A1B0FA175B64}"/>
                  </a:ext>
                </a:extLst>
              </p14:cNvPr>
              <p14:cNvContentPartPr/>
              <p14:nvPr/>
            </p14:nvContentPartPr>
            <p14:xfrm>
              <a:off x="4886850" y="3347490"/>
              <a:ext cx="1393740" cy="16767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BD2005F-6AC9-4606-9FD4-A1B0FA175B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77851" y="3338495"/>
                <a:ext cx="1411378" cy="185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21F9871-0806-4E4C-9519-3D11C08A114F}"/>
                  </a:ext>
                </a:extLst>
              </p14:cNvPr>
              <p14:cNvContentPartPr/>
              <p14:nvPr/>
            </p14:nvContentPartPr>
            <p14:xfrm>
              <a:off x="4936530" y="3609390"/>
              <a:ext cx="169560" cy="153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21F9871-0806-4E4C-9519-3D11C08A114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27530" y="3600390"/>
                <a:ext cx="1872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44EA716-742A-4379-8724-817C206EB5FE}"/>
                  </a:ext>
                </a:extLst>
              </p14:cNvPr>
              <p14:cNvContentPartPr/>
              <p14:nvPr/>
            </p14:nvContentPartPr>
            <p14:xfrm>
              <a:off x="5156040" y="3763290"/>
              <a:ext cx="34560" cy="8289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44EA716-742A-4379-8724-817C206EB5F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47040" y="3754319"/>
                <a:ext cx="52200" cy="100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87B73BD-80FF-4A9B-820B-840799051112}"/>
                  </a:ext>
                </a:extLst>
              </p14:cNvPr>
              <p14:cNvContentPartPr/>
              <p14:nvPr/>
            </p14:nvContentPartPr>
            <p14:xfrm>
              <a:off x="5272140" y="3573210"/>
              <a:ext cx="169830" cy="26001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87B73BD-80FF-4A9B-820B-84079905111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63145" y="3564207"/>
                <a:ext cx="187461" cy="277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88A92D3-F5B5-4684-8AFE-97154A23AEF1}"/>
                  </a:ext>
                </a:extLst>
              </p14:cNvPr>
              <p14:cNvContentPartPr/>
              <p14:nvPr/>
            </p14:nvContentPartPr>
            <p14:xfrm>
              <a:off x="5567790" y="3743850"/>
              <a:ext cx="43470" cy="8775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88A92D3-F5B5-4684-8AFE-97154A23AE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58809" y="3734859"/>
                <a:ext cx="61074" cy="1053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7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30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Physics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II</dc:title>
  <dc:creator>Sukanya Sinha</dc:creator>
  <cp:lastModifiedBy>Sukanya Sinha</cp:lastModifiedBy>
  <cp:revision>11</cp:revision>
  <dcterms:created xsi:type="dcterms:W3CDTF">2020-09-01T14:28:46Z</dcterms:created>
  <dcterms:modified xsi:type="dcterms:W3CDTF">2020-09-02T06:51:54Z</dcterms:modified>
</cp:coreProperties>
</file>